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5"/>
  </p:notesMasterIdLst>
  <p:sldIdLst>
    <p:sldId id="365" r:id="rId3"/>
    <p:sldId id="356" r:id="rId4"/>
    <p:sldId id="357" r:id="rId6"/>
    <p:sldId id="366" r:id="rId7"/>
    <p:sldId id="258" r:id="rId8"/>
    <p:sldId id="265" r:id="rId9"/>
    <p:sldId id="305" r:id="rId10"/>
    <p:sldId id="359" r:id="rId11"/>
    <p:sldId id="378" r:id="rId12"/>
    <p:sldId id="379" r:id="rId13"/>
    <p:sldId id="256" r:id="rId14"/>
    <p:sldId id="307" r:id="rId15"/>
    <p:sldId id="329" r:id="rId16"/>
    <p:sldId id="367" r:id="rId17"/>
    <p:sldId id="376" r:id="rId18"/>
    <p:sldId id="368" r:id="rId19"/>
    <p:sldId id="369" r:id="rId20"/>
    <p:sldId id="330" r:id="rId21"/>
    <p:sldId id="377" r:id="rId22"/>
    <p:sldId id="370" r:id="rId23"/>
    <p:sldId id="371" r:id="rId24"/>
    <p:sldId id="372" r:id="rId25"/>
    <p:sldId id="375" r:id="rId26"/>
    <p:sldId id="374" r:id="rId27"/>
  </p:sldIdLst>
  <p:sldSz cx="12192000" cy="6858000"/>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4146" userDrawn="1">
          <p15:clr>
            <a:srgbClr val="A4A3A4"/>
          </p15:clr>
        </p15:guide>
        <p15:guide id="4" pos="415" userDrawn="1">
          <p15:clr>
            <a:srgbClr val="A4A3A4"/>
          </p15:clr>
        </p15:guide>
        <p15:guide id="6" orient="horz" pos="1411" userDrawn="1">
          <p15:clr>
            <a:srgbClr val="A4A3A4"/>
          </p15:clr>
        </p15:guide>
        <p15:guide id="7" pos="721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44C89"/>
    <a:srgbClr val="4E81C0"/>
    <a:srgbClr val="313D51"/>
    <a:srgbClr val="433D3C"/>
    <a:srgbClr val="C00000"/>
    <a:srgbClr val="F0F2F4"/>
    <a:srgbClr val="0B2C4F"/>
    <a:srgbClr val="213555"/>
    <a:srgbClr val="2636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23" autoAdjust="0"/>
    <p:restoredTop sz="96314" autoAdjust="0"/>
  </p:normalViewPr>
  <p:slideViewPr>
    <p:cSldViewPr snapToGrid="0" showGuides="1">
      <p:cViewPr varScale="1">
        <p:scale>
          <a:sx n="108" d="100"/>
          <a:sy n="108" d="100"/>
        </p:scale>
        <p:origin x="720" y="114"/>
      </p:cViewPr>
      <p:guideLst>
        <p:guide pos="4146"/>
        <p:guide pos="415"/>
        <p:guide orient="horz" pos="1411"/>
        <p:guide pos="7219"/>
      </p:guideLst>
    </p:cSldViewPr>
  </p:slideViewPr>
  <p:notesTextViewPr>
    <p:cViewPr>
      <p:scale>
        <a:sx n="125" d="100"/>
        <a:sy n="125"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1" Type="http://schemas.openxmlformats.org/officeDocument/2006/relationships/tags" Target="tags/tag149.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BB2E5B-1A0B-4F0A-9547-4FB8D13F2C5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3CF89-91F4-45FB-A589-58532703FCA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25CCEA-3F45-46FD-873C-10FB1242F40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25CCEA-3F45-46FD-873C-10FB1242F407}"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25CCEA-3F45-46FD-873C-10FB1242F407}"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25CCEA-3F45-46FD-873C-10FB1242F407}"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25CCEA-3F45-46FD-873C-10FB1242F407}"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25CCEA-3F45-46FD-873C-10FB1242F407}"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9E3CF89-91F4-45FB-A589-58532703FCA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25CCEA-3F45-46FD-873C-10FB1242F407}"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本项目，我们预期将取得一系列成果。包括一个可运行的三维仿真系统，一套高性能的开源算法模块，一个高精度的三维场景模型，以及一段高真实感的演示视频。同时，我们还计划撰写一篇学术论文，并申请一项软件著作权，以全面展示我们的研究工作。</a:t>
            </a:r>
            <a:endParaRPr lang="en-US" sz="12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64EC1F-4C1A-4575-A29E-535B091AA91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364"/>
            <a:ext cx="12194588" cy="6853636"/>
          </a:xfrm>
          <a:prstGeom prst="rect">
            <a:avLst/>
          </a:prstGeom>
        </p:spPr>
      </p:pic>
      <p:sp>
        <p:nvSpPr>
          <p:cNvPr id="3" name="矩形 2"/>
          <p:cNvSpPr/>
          <p:nvPr userDrawn="1"/>
        </p:nvSpPr>
        <p:spPr>
          <a:xfrm>
            <a:off x="396169" y="450677"/>
            <a:ext cx="11402250" cy="5961011"/>
          </a:xfrm>
          <a:prstGeom prst="rect">
            <a:avLst/>
          </a:prstGeom>
          <a:solidFill>
            <a:schemeClr val="bg1"/>
          </a:solidFill>
          <a:ln>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364"/>
            <a:ext cx="12194588" cy="6853636"/>
          </a:xfrm>
          <a:prstGeom prst="rect">
            <a:avLst/>
          </a:prstGeom>
        </p:spPr>
      </p:pic>
      <p:sp>
        <p:nvSpPr>
          <p:cNvPr id="5" name="矩形 4"/>
          <p:cNvSpPr/>
          <p:nvPr userDrawn="1"/>
        </p:nvSpPr>
        <p:spPr>
          <a:xfrm>
            <a:off x="396169" y="450677"/>
            <a:ext cx="11402250" cy="5961011"/>
          </a:xfrm>
          <a:prstGeom prst="rect">
            <a:avLst/>
          </a:prstGeom>
          <a:solidFill>
            <a:schemeClr val="bg1"/>
          </a:solidFill>
          <a:ln>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标题 1"/>
          <p:cNvSpPr>
            <a:spLocks noGrp="1"/>
          </p:cNvSpPr>
          <p:nvPr>
            <p:ph type="title" hasCustomPrompt="1"/>
          </p:nvPr>
        </p:nvSpPr>
        <p:spPr>
          <a:xfrm>
            <a:off x="1406898" y="752801"/>
            <a:ext cx="3629564" cy="456129"/>
          </a:xfrm>
          <a:prstGeom prst="rect">
            <a:avLst/>
          </a:prstGeom>
        </p:spPr>
        <p:txBody>
          <a:bodyPr>
            <a:noAutofit/>
          </a:bodyPr>
          <a:lstStyle>
            <a:lvl1pPr>
              <a:defRPr sz="2400" b="1">
                <a:solidFill>
                  <a:srgbClr val="244C89"/>
                </a:solidFill>
                <a:ea typeface="思源黑体" panose="020B0500000000000000" pitchFamily="34" charset="-122"/>
              </a:defRPr>
            </a:lvl1pPr>
          </a:lstStyle>
          <a:p>
            <a:r>
              <a:rPr lang="zh-CN" altLang="en-US" dirty="0" smtClean="0"/>
              <a:t>单击编辑标题</a:t>
            </a:r>
            <a:endParaRPr lang="zh-CN" altLang="en-US" dirty="0"/>
          </a:p>
        </p:txBody>
      </p:sp>
      <p:sp>
        <p:nvSpPr>
          <p:cNvPr id="9" name="Freeform 5"/>
          <p:cNvSpPr>
            <a:spLocks noEditPoints="1"/>
          </p:cNvSpPr>
          <p:nvPr userDrawn="1"/>
        </p:nvSpPr>
        <p:spPr bwMode="auto">
          <a:xfrm>
            <a:off x="861588" y="857970"/>
            <a:ext cx="441095" cy="525190"/>
          </a:xfrm>
          <a:custGeom>
            <a:avLst/>
            <a:gdLst>
              <a:gd name="T0" fmla="*/ 269 w 537"/>
              <a:gd name="T1" fmla="*/ 0 h 623"/>
              <a:gd name="T2" fmla="*/ 403 w 537"/>
              <a:gd name="T3" fmla="*/ 78 h 623"/>
              <a:gd name="T4" fmla="*/ 537 w 537"/>
              <a:gd name="T5" fmla="*/ 156 h 623"/>
              <a:gd name="T6" fmla="*/ 537 w 537"/>
              <a:gd name="T7" fmla="*/ 311 h 623"/>
              <a:gd name="T8" fmla="*/ 537 w 537"/>
              <a:gd name="T9" fmla="*/ 467 h 623"/>
              <a:gd name="T10" fmla="*/ 403 w 537"/>
              <a:gd name="T11" fmla="*/ 545 h 623"/>
              <a:gd name="T12" fmla="*/ 269 w 537"/>
              <a:gd name="T13" fmla="*/ 623 h 623"/>
              <a:gd name="T14" fmla="*/ 134 w 537"/>
              <a:gd name="T15" fmla="*/ 545 h 623"/>
              <a:gd name="T16" fmla="*/ 0 w 537"/>
              <a:gd name="T17" fmla="*/ 467 h 623"/>
              <a:gd name="T18" fmla="*/ 0 w 537"/>
              <a:gd name="T19" fmla="*/ 311 h 623"/>
              <a:gd name="T20" fmla="*/ 0 w 537"/>
              <a:gd name="T21" fmla="*/ 156 h 623"/>
              <a:gd name="T22" fmla="*/ 134 w 537"/>
              <a:gd name="T23" fmla="*/ 78 h 623"/>
              <a:gd name="T24" fmla="*/ 269 w 537"/>
              <a:gd name="T25" fmla="*/ 0 h 623"/>
              <a:gd name="T26" fmla="*/ 269 w 537"/>
              <a:gd name="T27" fmla="*/ 53 h 623"/>
              <a:gd name="T28" fmla="*/ 380 w 537"/>
              <a:gd name="T29" fmla="*/ 117 h 623"/>
              <a:gd name="T30" fmla="*/ 492 w 537"/>
              <a:gd name="T31" fmla="*/ 182 h 623"/>
              <a:gd name="T32" fmla="*/ 492 w 537"/>
              <a:gd name="T33" fmla="*/ 311 h 623"/>
              <a:gd name="T34" fmla="*/ 492 w 537"/>
              <a:gd name="T35" fmla="*/ 441 h 623"/>
              <a:gd name="T36" fmla="*/ 380 w 537"/>
              <a:gd name="T37" fmla="*/ 505 h 623"/>
              <a:gd name="T38" fmla="*/ 269 w 537"/>
              <a:gd name="T39" fmla="*/ 570 h 623"/>
              <a:gd name="T40" fmla="*/ 157 w 537"/>
              <a:gd name="T41" fmla="*/ 505 h 623"/>
              <a:gd name="T42" fmla="*/ 46 w 537"/>
              <a:gd name="T43" fmla="*/ 441 h 623"/>
              <a:gd name="T44" fmla="*/ 46 w 537"/>
              <a:gd name="T45" fmla="*/ 311 h 623"/>
              <a:gd name="T46" fmla="*/ 46 w 537"/>
              <a:gd name="T47" fmla="*/ 182 h 623"/>
              <a:gd name="T48" fmla="*/ 157 w 537"/>
              <a:gd name="T49" fmla="*/ 117 h 623"/>
              <a:gd name="T50" fmla="*/ 269 w 537"/>
              <a:gd name="T51" fmla="*/ 53 h 623"/>
              <a:gd name="T52" fmla="*/ 215 w 537"/>
              <a:gd name="T53" fmla="*/ 455 h 623"/>
              <a:gd name="T54" fmla="*/ 367 w 537"/>
              <a:gd name="T55" fmla="*/ 455 h 623"/>
              <a:gd name="T56" fmla="*/ 375 w 537"/>
              <a:gd name="T57" fmla="*/ 463 h 623"/>
              <a:gd name="T58" fmla="*/ 367 w 537"/>
              <a:gd name="T59" fmla="*/ 471 h 623"/>
              <a:gd name="T60" fmla="*/ 215 w 537"/>
              <a:gd name="T61" fmla="*/ 471 h 623"/>
              <a:gd name="T62" fmla="*/ 207 w 537"/>
              <a:gd name="T63" fmla="*/ 463 h 623"/>
              <a:gd name="T64" fmla="*/ 215 w 537"/>
              <a:gd name="T65" fmla="*/ 455 h 623"/>
              <a:gd name="T66" fmla="*/ 218 w 537"/>
              <a:gd name="T67" fmla="*/ 380 h 623"/>
              <a:gd name="T68" fmla="*/ 302 w 537"/>
              <a:gd name="T69" fmla="*/ 242 h 623"/>
              <a:gd name="T70" fmla="*/ 331 w 537"/>
              <a:gd name="T71" fmla="*/ 260 h 623"/>
              <a:gd name="T72" fmla="*/ 248 w 537"/>
              <a:gd name="T73" fmla="*/ 398 h 623"/>
              <a:gd name="T74" fmla="*/ 218 w 537"/>
              <a:gd name="T75" fmla="*/ 380 h 623"/>
              <a:gd name="T76" fmla="*/ 159 w 537"/>
              <a:gd name="T77" fmla="*/ 344 h 623"/>
              <a:gd name="T78" fmla="*/ 243 w 537"/>
              <a:gd name="T79" fmla="*/ 207 h 623"/>
              <a:gd name="T80" fmla="*/ 272 w 537"/>
              <a:gd name="T81" fmla="*/ 224 h 623"/>
              <a:gd name="T82" fmla="*/ 189 w 537"/>
              <a:gd name="T83" fmla="*/ 362 h 623"/>
              <a:gd name="T84" fmla="*/ 159 w 537"/>
              <a:gd name="T85" fmla="*/ 344 h 623"/>
              <a:gd name="T86" fmla="*/ 146 w 537"/>
              <a:gd name="T87" fmla="*/ 456 h 623"/>
              <a:gd name="T88" fmla="*/ 154 w 537"/>
              <a:gd name="T89" fmla="*/ 387 h 623"/>
              <a:gd name="T90" fmla="*/ 211 w 537"/>
              <a:gd name="T91" fmla="*/ 422 h 623"/>
              <a:gd name="T92" fmla="*/ 155 w 537"/>
              <a:gd name="T93" fmla="*/ 461 h 623"/>
              <a:gd name="T94" fmla="*/ 146 w 537"/>
              <a:gd name="T95" fmla="*/ 456 h 623"/>
              <a:gd name="T96" fmla="*/ 266 w 537"/>
              <a:gd name="T97" fmla="*/ 168 h 623"/>
              <a:gd name="T98" fmla="*/ 253 w 537"/>
              <a:gd name="T99" fmla="*/ 188 h 623"/>
              <a:gd name="T100" fmla="*/ 342 w 537"/>
              <a:gd name="T101" fmla="*/ 242 h 623"/>
              <a:gd name="T102" fmla="*/ 354 w 537"/>
              <a:gd name="T103" fmla="*/ 222 h 623"/>
              <a:gd name="T104" fmla="*/ 266 w 537"/>
              <a:gd name="T105" fmla="*/ 168 h 623"/>
              <a:gd name="T106" fmla="*/ 285 w 537"/>
              <a:gd name="T107" fmla="*/ 138 h 623"/>
              <a:gd name="T108" fmla="*/ 311 w 537"/>
              <a:gd name="T109" fmla="*/ 131 h 623"/>
              <a:gd name="T110" fmla="*/ 366 w 537"/>
              <a:gd name="T111" fmla="*/ 165 h 623"/>
              <a:gd name="T112" fmla="*/ 373 w 537"/>
              <a:gd name="T113" fmla="*/ 191 h 623"/>
              <a:gd name="T114" fmla="*/ 365 w 537"/>
              <a:gd name="T115" fmla="*/ 204 h 623"/>
              <a:gd name="T116" fmla="*/ 277 w 537"/>
              <a:gd name="T117" fmla="*/ 150 h 623"/>
              <a:gd name="T118" fmla="*/ 285 w 537"/>
              <a:gd name="T119" fmla="*/ 138 h 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37" h="623">
                <a:moveTo>
                  <a:pt x="269" y="0"/>
                </a:moveTo>
                <a:lnTo>
                  <a:pt x="403" y="78"/>
                </a:lnTo>
                <a:lnTo>
                  <a:pt x="537" y="156"/>
                </a:lnTo>
                <a:lnTo>
                  <a:pt x="537" y="311"/>
                </a:lnTo>
                <a:lnTo>
                  <a:pt x="537" y="467"/>
                </a:lnTo>
                <a:lnTo>
                  <a:pt x="403" y="545"/>
                </a:lnTo>
                <a:lnTo>
                  <a:pt x="269" y="623"/>
                </a:lnTo>
                <a:lnTo>
                  <a:pt x="134" y="545"/>
                </a:lnTo>
                <a:lnTo>
                  <a:pt x="0" y="467"/>
                </a:lnTo>
                <a:lnTo>
                  <a:pt x="0" y="311"/>
                </a:lnTo>
                <a:lnTo>
                  <a:pt x="0" y="156"/>
                </a:lnTo>
                <a:lnTo>
                  <a:pt x="134" y="78"/>
                </a:lnTo>
                <a:lnTo>
                  <a:pt x="269" y="0"/>
                </a:lnTo>
                <a:close/>
                <a:moveTo>
                  <a:pt x="269" y="53"/>
                </a:moveTo>
                <a:lnTo>
                  <a:pt x="380" y="117"/>
                </a:lnTo>
                <a:lnTo>
                  <a:pt x="492" y="182"/>
                </a:lnTo>
                <a:lnTo>
                  <a:pt x="492" y="311"/>
                </a:lnTo>
                <a:lnTo>
                  <a:pt x="492" y="441"/>
                </a:lnTo>
                <a:lnTo>
                  <a:pt x="380" y="505"/>
                </a:lnTo>
                <a:lnTo>
                  <a:pt x="269" y="570"/>
                </a:lnTo>
                <a:lnTo>
                  <a:pt x="157" y="505"/>
                </a:lnTo>
                <a:lnTo>
                  <a:pt x="46" y="441"/>
                </a:lnTo>
                <a:lnTo>
                  <a:pt x="46" y="311"/>
                </a:lnTo>
                <a:lnTo>
                  <a:pt x="46" y="182"/>
                </a:lnTo>
                <a:lnTo>
                  <a:pt x="157" y="117"/>
                </a:lnTo>
                <a:lnTo>
                  <a:pt x="269" y="53"/>
                </a:lnTo>
                <a:close/>
                <a:moveTo>
                  <a:pt x="215" y="455"/>
                </a:moveTo>
                <a:lnTo>
                  <a:pt x="367" y="455"/>
                </a:lnTo>
                <a:cubicBezTo>
                  <a:pt x="371" y="455"/>
                  <a:pt x="375" y="458"/>
                  <a:pt x="375" y="463"/>
                </a:cubicBezTo>
                <a:cubicBezTo>
                  <a:pt x="375" y="467"/>
                  <a:pt x="371" y="471"/>
                  <a:pt x="367" y="471"/>
                </a:cubicBezTo>
                <a:lnTo>
                  <a:pt x="215" y="471"/>
                </a:lnTo>
                <a:cubicBezTo>
                  <a:pt x="211" y="471"/>
                  <a:pt x="207" y="467"/>
                  <a:pt x="207" y="463"/>
                </a:cubicBezTo>
                <a:cubicBezTo>
                  <a:pt x="207" y="458"/>
                  <a:pt x="211" y="455"/>
                  <a:pt x="215" y="455"/>
                </a:cubicBezTo>
                <a:close/>
                <a:moveTo>
                  <a:pt x="218" y="380"/>
                </a:moveTo>
                <a:lnTo>
                  <a:pt x="302" y="242"/>
                </a:lnTo>
                <a:lnTo>
                  <a:pt x="331" y="260"/>
                </a:lnTo>
                <a:lnTo>
                  <a:pt x="248" y="398"/>
                </a:lnTo>
                <a:lnTo>
                  <a:pt x="218" y="380"/>
                </a:lnTo>
                <a:close/>
                <a:moveTo>
                  <a:pt x="159" y="344"/>
                </a:moveTo>
                <a:lnTo>
                  <a:pt x="243" y="207"/>
                </a:lnTo>
                <a:lnTo>
                  <a:pt x="272" y="224"/>
                </a:lnTo>
                <a:lnTo>
                  <a:pt x="189" y="362"/>
                </a:lnTo>
                <a:lnTo>
                  <a:pt x="159" y="344"/>
                </a:lnTo>
                <a:close/>
                <a:moveTo>
                  <a:pt x="146" y="456"/>
                </a:moveTo>
                <a:lnTo>
                  <a:pt x="154" y="387"/>
                </a:lnTo>
                <a:lnTo>
                  <a:pt x="211" y="422"/>
                </a:lnTo>
                <a:lnTo>
                  <a:pt x="155" y="461"/>
                </a:lnTo>
                <a:cubicBezTo>
                  <a:pt x="149" y="465"/>
                  <a:pt x="145" y="463"/>
                  <a:pt x="146" y="456"/>
                </a:cubicBezTo>
                <a:close/>
                <a:moveTo>
                  <a:pt x="266" y="168"/>
                </a:moveTo>
                <a:lnTo>
                  <a:pt x="253" y="188"/>
                </a:lnTo>
                <a:lnTo>
                  <a:pt x="342" y="242"/>
                </a:lnTo>
                <a:lnTo>
                  <a:pt x="354" y="222"/>
                </a:lnTo>
                <a:lnTo>
                  <a:pt x="266" y="168"/>
                </a:lnTo>
                <a:close/>
                <a:moveTo>
                  <a:pt x="285" y="138"/>
                </a:moveTo>
                <a:cubicBezTo>
                  <a:pt x="290" y="129"/>
                  <a:pt x="302" y="126"/>
                  <a:pt x="311" y="131"/>
                </a:cubicBezTo>
                <a:lnTo>
                  <a:pt x="366" y="165"/>
                </a:lnTo>
                <a:cubicBezTo>
                  <a:pt x="375" y="170"/>
                  <a:pt x="378" y="182"/>
                  <a:pt x="373" y="191"/>
                </a:cubicBezTo>
                <a:lnTo>
                  <a:pt x="365" y="204"/>
                </a:lnTo>
                <a:lnTo>
                  <a:pt x="277" y="150"/>
                </a:lnTo>
                <a:lnTo>
                  <a:pt x="285" y="138"/>
                </a:lnTo>
                <a:close/>
              </a:path>
            </a:pathLst>
          </a:custGeom>
          <a:solidFill>
            <a:srgbClr val="244C89"/>
          </a:solidFill>
          <a:ln>
            <a:noFill/>
          </a:ln>
        </p:spPr>
        <p:txBody>
          <a:bodyPr vert="horz" wrap="square" lIns="91392" tIns="45696" rIns="91392" bIns="45696" numCol="1" anchor="t" anchorCtr="0" compatLnSpc="1"/>
          <a:lstStyle/>
          <a:p>
            <a:endParaRPr lang="zh-CN" altLang="en-US" sz="1800">
              <a:solidFill>
                <a:schemeClr val="bg1"/>
              </a:solidFill>
            </a:endParaRPr>
          </a:p>
        </p:txBody>
      </p:sp>
      <p:sp>
        <p:nvSpPr>
          <p:cNvPr id="6" name="PA_文本框 1"/>
          <p:cNvSpPr txBox="1"/>
          <p:nvPr userDrawn="1">
            <p:custDataLst>
              <p:tags r:id="rId3"/>
            </p:custDataLst>
          </p:nvPr>
        </p:nvSpPr>
        <p:spPr>
          <a:xfrm>
            <a:off x="1508454" y="1130748"/>
            <a:ext cx="1982056" cy="314766"/>
          </a:xfrm>
          <a:prstGeom prst="rect">
            <a:avLst/>
          </a:prstGeom>
          <a:noFill/>
        </p:spPr>
        <p:txBody>
          <a:bodyPr wrap="square" lIns="0" tIns="0" rIns="0" rtlCol="0">
            <a:spAutoFit/>
          </a:bodyPr>
          <a:lstStyle/>
          <a:p>
            <a:pPr>
              <a:lnSpc>
                <a:spcPts val="2300"/>
              </a:lnSpc>
            </a:pPr>
            <a:r>
              <a:rPr lang="en-US" altLang="zh-CN" sz="1400" dirty="0" smtClean="0">
                <a:solidFill>
                  <a:srgbClr val="313D51"/>
                </a:solidFill>
                <a:cs typeface="+mn-ea"/>
                <a:sym typeface="+mn-lt"/>
              </a:rPr>
              <a:t>GRADUATION DEFENSE</a:t>
            </a:r>
            <a:endParaRPr lang="en-US" altLang="zh-CN" sz="1400" dirty="0">
              <a:solidFill>
                <a:srgbClr val="313D51"/>
              </a:solidFill>
              <a:cs typeface="+mn-ea"/>
              <a:sym typeface="+mn-lt"/>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364"/>
            <a:ext cx="12194588" cy="6853636"/>
          </a:xfrm>
          <a:prstGeom prst="rect">
            <a:avLst/>
          </a:prstGeom>
        </p:spPr>
      </p:pic>
      <p:sp>
        <p:nvSpPr>
          <p:cNvPr id="6" name="矩形 5"/>
          <p:cNvSpPr/>
          <p:nvPr userDrawn="1"/>
        </p:nvSpPr>
        <p:spPr>
          <a:xfrm>
            <a:off x="396169" y="450677"/>
            <a:ext cx="11402250" cy="5961011"/>
          </a:xfrm>
          <a:prstGeom prst="rect">
            <a:avLst/>
          </a:prstGeom>
          <a:solidFill>
            <a:schemeClr val="bg1"/>
          </a:solidFill>
          <a:ln>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5_自定义版式">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364"/>
            <a:ext cx="12194588" cy="6853636"/>
          </a:xfrm>
          <a:prstGeom prst="rect">
            <a:avLst/>
          </a:prstGeom>
        </p:spPr>
      </p:pic>
      <p:sp>
        <p:nvSpPr>
          <p:cNvPr id="3" name="矩形 2"/>
          <p:cNvSpPr/>
          <p:nvPr userDrawn="1"/>
        </p:nvSpPr>
        <p:spPr>
          <a:xfrm>
            <a:off x="396169" y="450677"/>
            <a:ext cx="11402250" cy="5961011"/>
          </a:xfrm>
          <a:prstGeom prst="rect">
            <a:avLst/>
          </a:prstGeom>
          <a:solidFill>
            <a:schemeClr val="bg1"/>
          </a:solidFill>
          <a:ln>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364"/>
            <a:ext cx="12194588" cy="6853636"/>
          </a:xfrm>
          <a:prstGeom prst="rect">
            <a:avLst/>
          </a:prstGeom>
        </p:spPr>
      </p:pic>
      <p:sp>
        <p:nvSpPr>
          <p:cNvPr id="5" name="矩形 4"/>
          <p:cNvSpPr/>
          <p:nvPr userDrawn="1"/>
        </p:nvSpPr>
        <p:spPr>
          <a:xfrm>
            <a:off x="396169" y="450677"/>
            <a:ext cx="11402250" cy="5961011"/>
          </a:xfrm>
          <a:prstGeom prst="rect">
            <a:avLst/>
          </a:prstGeom>
          <a:solidFill>
            <a:schemeClr val="bg1"/>
          </a:solidFill>
          <a:ln>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标题 1"/>
          <p:cNvSpPr>
            <a:spLocks noGrp="1"/>
          </p:cNvSpPr>
          <p:nvPr>
            <p:ph type="title" hasCustomPrompt="1"/>
          </p:nvPr>
        </p:nvSpPr>
        <p:spPr>
          <a:xfrm>
            <a:off x="1406898" y="752801"/>
            <a:ext cx="3629564" cy="456129"/>
          </a:xfrm>
          <a:prstGeom prst="rect">
            <a:avLst/>
          </a:prstGeom>
        </p:spPr>
        <p:txBody>
          <a:bodyPr>
            <a:noAutofit/>
          </a:bodyPr>
          <a:lstStyle>
            <a:lvl1pPr>
              <a:defRPr sz="2400" b="1">
                <a:solidFill>
                  <a:srgbClr val="244C89"/>
                </a:solidFill>
                <a:ea typeface="思源黑体" panose="020B0500000000000000" pitchFamily="34" charset="-122"/>
              </a:defRPr>
            </a:lvl1pPr>
          </a:lstStyle>
          <a:p>
            <a:r>
              <a:rPr lang="zh-CN" altLang="en-US" dirty="0"/>
              <a:t>单击编辑标题</a:t>
            </a:r>
            <a:endParaRPr lang="zh-CN" altLang="en-US" dirty="0"/>
          </a:p>
        </p:txBody>
      </p:sp>
      <p:sp>
        <p:nvSpPr>
          <p:cNvPr id="9" name="Freeform 5"/>
          <p:cNvSpPr>
            <a:spLocks noEditPoints="1"/>
          </p:cNvSpPr>
          <p:nvPr userDrawn="1"/>
        </p:nvSpPr>
        <p:spPr bwMode="auto">
          <a:xfrm>
            <a:off x="861588" y="857970"/>
            <a:ext cx="441095" cy="525190"/>
          </a:xfrm>
          <a:custGeom>
            <a:avLst/>
            <a:gdLst>
              <a:gd name="T0" fmla="*/ 269 w 537"/>
              <a:gd name="T1" fmla="*/ 0 h 623"/>
              <a:gd name="T2" fmla="*/ 403 w 537"/>
              <a:gd name="T3" fmla="*/ 78 h 623"/>
              <a:gd name="T4" fmla="*/ 537 w 537"/>
              <a:gd name="T5" fmla="*/ 156 h 623"/>
              <a:gd name="T6" fmla="*/ 537 w 537"/>
              <a:gd name="T7" fmla="*/ 311 h 623"/>
              <a:gd name="T8" fmla="*/ 537 w 537"/>
              <a:gd name="T9" fmla="*/ 467 h 623"/>
              <a:gd name="T10" fmla="*/ 403 w 537"/>
              <a:gd name="T11" fmla="*/ 545 h 623"/>
              <a:gd name="T12" fmla="*/ 269 w 537"/>
              <a:gd name="T13" fmla="*/ 623 h 623"/>
              <a:gd name="T14" fmla="*/ 134 w 537"/>
              <a:gd name="T15" fmla="*/ 545 h 623"/>
              <a:gd name="T16" fmla="*/ 0 w 537"/>
              <a:gd name="T17" fmla="*/ 467 h 623"/>
              <a:gd name="T18" fmla="*/ 0 w 537"/>
              <a:gd name="T19" fmla="*/ 311 h 623"/>
              <a:gd name="T20" fmla="*/ 0 w 537"/>
              <a:gd name="T21" fmla="*/ 156 h 623"/>
              <a:gd name="T22" fmla="*/ 134 w 537"/>
              <a:gd name="T23" fmla="*/ 78 h 623"/>
              <a:gd name="T24" fmla="*/ 269 w 537"/>
              <a:gd name="T25" fmla="*/ 0 h 623"/>
              <a:gd name="T26" fmla="*/ 269 w 537"/>
              <a:gd name="T27" fmla="*/ 53 h 623"/>
              <a:gd name="T28" fmla="*/ 380 w 537"/>
              <a:gd name="T29" fmla="*/ 117 h 623"/>
              <a:gd name="T30" fmla="*/ 492 w 537"/>
              <a:gd name="T31" fmla="*/ 182 h 623"/>
              <a:gd name="T32" fmla="*/ 492 w 537"/>
              <a:gd name="T33" fmla="*/ 311 h 623"/>
              <a:gd name="T34" fmla="*/ 492 w 537"/>
              <a:gd name="T35" fmla="*/ 441 h 623"/>
              <a:gd name="T36" fmla="*/ 380 w 537"/>
              <a:gd name="T37" fmla="*/ 505 h 623"/>
              <a:gd name="T38" fmla="*/ 269 w 537"/>
              <a:gd name="T39" fmla="*/ 570 h 623"/>
              <a:gd name="T40" fmla="*/ 157 w 537"/>
              <a:gd name="T41" fmla="*/ 505 h 623"/>
              <a:gd name="T42" fmla="*/ 46 w 537"/>
              <a:gd name="T43" fmla="*/ 441 h 623"/>
              <a:gd name="T44" fmla="*/ 46 w 537"/>
              <a:gd name="T45" fmla="*/ 311 h 623"/>
              <a:gd name="T46" fmla="*/ 46 w 537"/>
              <a:gd name="T47" fmla="*/ 182 h 623"/>
              <a:gd name="T48" fmla="*/ 157 w 537"/>
              <a:gd name="T49" fmla="*/ 117 h 623"/>
              <a:gd name="T50" fmla="*/ 269 w 537"/>
              <a:gd name="T51" fmla="*/ 53 h 623"/>
              <a:gd name="T52" fmla="*/ 215 w 537"/>
              <a:gd name="T53" fmla="*/ 455 h 623"/>
              <a:gd name="T54" fmla="*/ 367 w 537"/>
              <a:gd name="T55" fmla="*/ 455 h 623"/>
              <a:gd name="T56" fmla="*/ 375 w 537"/>
              <a:gd name="T57" fmla="*/ 463 h 623"/>
              <a:gd name="T58" fmla="*/ 367 w 537"/>
              <a:gd name="T59" fmla="*/ 471 h 623"/>
              <a:gd name="T60" fmla="*/ 215 w 537"/>
              <a:gd name="T61" fmla="*/ 471 h 623"/>
              <a:gd name="T62" fmla="*/ 207 w 537"/>
              <a:gd name="T63" fmla="*/ 463 h 623"/>
              <a:gd name="T64" fmla="*/ 215 w 537"/>
              <a:gd name="T65" fmla="*/ 455 h 623"/>
              <a:gd name="T66" fmla="*/ 218 w 537"/>
              <a:gd name="T67" fmla="*/ 380 h 623"/>
              <a:gd name="T68" fmla="*/ 302 w 537"/>
              <a:gd name="T69" fmla="*/ 242 h 623"/>
              <a:gd name="T70" fmla="*/ 331 w 537"/>
              <a:gd name="T71" fmla="*/ 260 h 623"/>
              <a:gd name="T72" fmla="*/ 248 w 537"/>
              <a:gd name="T73" fmla="*/ 398 h 623"/>
              <a:gd name="T74" fmla="*/ 218 w 537"/>
              <a:gd name="T75" fmla="*/ 380 h 623"/>
              <a:gd name="T76" fmla="*/ 159 w 537"/>
              <a:gd name="T77" fmla="*/ 344 h 623"/>
              <a:gd name="T78" fmla="*/ 243 w 537"/>
              <a:gd name="T79" fmla="*/ 207 h 623"/>
              <a:gd name="T80" fmla="*/ 272 w 537"/>
              <a:gd name="T81" fmla="*/ 224 h 623"/>
              <a:gd name="T82" fmla="*/ 189 w 537"/>
              <a:gd name="T83" fmla="*/ 362 h 623"/>
              <a:gd name="T84" fmla="*/ 159 w 537"/>
              <a:gd name="T85" fmla="*/ 344 h 623"/>
              <a:gd name="T86" fmla="*/ 146 w 537"/>
              <a:gd name="T87" fmla="*/ 456 h 623"/>
              <a:gd name="T88" fmla="*/ 154 w 537"/>
              <a:gd name="T89" fmla="*/ 387 h 623"/>
              <a:gd name="T90" fmla="*/ 211 w 537"/>
              <a:gd name="T91" fmla="*/ 422 h 623"/>
              <a:gd name="T92" fmla="*/ 155 w 537"/>
              <a:gd name="T93" fmla="*/ 461 h 623"/>
              <a:gd name="T94" fmla="*/ 146 w 537"/>
              <a:gd name="T95" fmla="*/ 456 h 623"/>
              <a:gd name="T96" fmla="*/ 266 w 537"/>
              <a:gd name="T97" fmla="*/ 168 h 623"/>
              <a:gd name="T98" fmla="*/ 253 w 537"/>
              <a:gd name="T99" fmla="*/ 188 h 623"/>
              <a:gd name="T100" fmla="*/ 342 w 537"/>
              <a:gd name="T101" fmla="*/ 242 h 623"/>
              <a:gd name="T102" fmla="*/ 354 w 537"/>
              <a:gd name="T103" fmla="*/ 222 h 623"/>
              <a:gd name="T104" fmla="*/ 266 w 537"/>
              <a:gd name="T105" fmla="*/ 168 h 623"/>
              <a:gd name="T106" fmla="*/ 285 w 537"/>
              <a:gd name="T107" fmla="*/ 138 h 623"/>
              <a:gd name="T108" fmla="*/ 311 w 537"/>
              <a:gd name="T109" fmla="*/ 131 h 623"/>
              <a:gd name="T110" fmla="*/ 366 w 537"/>
              <a:gd name="T111" fmla="*/ 165 h 623"/>
              <a:gd name="T112" fmla="*/ 373 w 537"/>
              <a:gd name="T113" fmla="*/ 191 h 623"/>
              <a:gd name="T114" fmla="*/ 365 w 537"/>
              <a:gd name="T115" fmla="*/ 204 h 623"/>
              <a:gd name="T116" fmla="*/ 277 w 537"/>
              <a:gd name="T117" fmla="*/ 150 h 623"/>
              <a:gd name="T118" fmla="*/ 285 w 537"/>
              <a:gd name="T119" fmla="*/ 138 h 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37" h="623">
                <a:moveTo>
                  <a:pt x="269" y="0"/>
                </a:moveTo>
                <a:lnTo>
                  <a:pt x="403" y="78"/>
                </a:lnTo>
                <a:lnTo>
                  <a:pt x="537" y="156"/>
                </a:lnTo>
                <a:lnTo>
                  <a:pt x="537" y="311"/>
                </a:lnTo>
                <a:lnTo>
                  <a:pt x="537" y="467"/>
                </a:lnTo>
                <a:lnTo>
                  <a:pt x="403" y="545"/>
                </a:lnTo>
                <a:lnTo>
                  <a:pt x="269" y="623"/>
                </a:lnTo>
                <a:lnTo>
                  <a:pt x="134" y="545"/>
                </a:lnTo>
                <a:lnTo>
                  <a:pt x="0" y="467"/>
                </a:lnTo>
                <a:lnTo>
                  <a:pt x="0" y="311"/>
                </a:lnTo>
                <a:lnTo>
                  <a:pt x="0" y="156"/>
                </a:lnTo>
                <a:lnTo>
                  <a:pt x="134" y="78"/>
                </a:lnTo>
                <a:lnTo>
                  <a:pt x="269" y="0"/>
                </a:lnTo>
                <a:close/>
                <a:moveTo>
                  <a:pt x="269" y="53"/>
                </a:moveTo>
                <a:lnTo>
                  <a:pt x="380" y="117"/>
                </a:lnTo>
                <a:lnTo>
                  <a:pt x="492" y="182"/>
                </a:lnTo>
                <a:lnTo>
                  <a:pt x="492" y="311"/>
                </a:lnTo>
                <a:lnTo>
                  <a:pt x="492" y="441"/>
                </a:lnTo>
                <a:lnTo>
                  <a:pt x="380" y="505"/>
                </a:lnTo>
                <a:lnTo>
                  <a:pt x="269" y="570"/>
                </a:lnTo>
                <a:lnTo>
                  <a:pt x="157" y="505"/>
                </a:lnTo>
                <a:lnTo>
                  <a:pt x="46" y="441"/>
                </a:lnTo>
                <a:lnTo>
                  <a:pt x="46" y="311"/>
                </a:lnTo>
                <a:lnTo>
                  <a:pt x="46" y="182"/>
                </a:lnTo>
                <a:lnTo>
                  <a:pt x="157" y="117"/>
                </a:lnTo>
                <a:lnTo>
                  <a:pt x="269" y="53"/>
                </a:lnTo>
                <a:close/>
                <a:moveTo>
                  <a:pt x="215" y="455"/>
                </a:moveTo>
                <a:lnTo>
                  <a:pt x="367" y="455"/>
                </a:lnTo>
                <a:cubicBezTo>
                  <a:pt x="371" y="455"/>
                  <a:pt x="375" y="458"/>
                  <a:pt x="375" y="463"/>
                </a:cubicBezTo>
                <a:cubicBezTo>
                  <a:pt x="375" y="467"/>
                  <a:pt x="371" y="471"/>
                  <a:pt x="367" y="471"/>
                </a:cubicBezTo>
                <a:lnTo>
                  <a:pt x="215" y="471"/>
                </a:lnTo>
                <a:cubicBezTo>
                  <a:pt x="211" y="471"/>
                  <a:pt x="207" y="467"/>
                  <a:pt x="207" y="463"/>
                </a:cubicBezTo>
                <a:cubicBezTo>
                  <a:pt x="207" y="458"/>
                  <a:pt x="211" y="455"/>
                  <a:pt x="215" y="455"/>
                </a:cubicBezTo>
                <a:close/>
                <a:moveTo>
                  <a:pt x="218" y="380"/>
                </a:moveTo>
                <a:lnTo>
                  <a:pt x="302" y="242"/>
                </a:lnTo>
                <a:lnTo>
                  <a:pt x="331" y="260"/>
                </a:lnTo>
                <a:lnTo>
                  <a:pt x="248" y="398"/>
                </a:lnTo>
                <a:lnTo>
                  <a:pt x="218" y="380"/>
                </a:lnTo>
                <a:close/>
                <a:moveTo>
                  <a:pt x="159" y="344"/>
                </a:moveTo>
                <a:lnTo>
                  <a:pt x="243" y="207"/>
                </a:lnTo>
                <a:lnTo>
                  <a:pt x="272" y="224"/>
                </a:lnTo>
                <a:lnTo>
                  <a:pt x="189" y="362"/>
                </a:lnTo>
                <a:lnTo>
                  <a:pt x="159" y="344"/>
                </a:lnTo>
                <a:close/>
                <a:moveTo>
                  <a:pt x="146" y="456"/>
                </a:moveTo>
                <a:lnTo>
                  <a:pt x="154" y="387"/>
                </a:lnTo>
                <a:lnTo>
                  <a:pt x="211" y="422"/>
                </a:lnTo>
                <a:lnTo>
                  <a:pt x="155" y="461"/>
                </a:lnTo>
                <a:cubicBezTo>
                  <a:pt x="149" y="465"/>
                  <a:pt x="145" y="463"/>
                  <a:pt x="146" y="456"/>
                </a:cubicBezTo>
                <a:close/>
                <a:moveTo>
                  <a:pt x="266" y="168"/>
                </a:moveTo>
                <a:lnTo>
                  <a:pt x="253" y="188"/>
                </a:lnTo>
                <a:lnTo>
                  <a:pt x="342" y="242"/>
                </a:lnTo>
                <a:lnTo>
                  <a:pt x="354" y="222"/>
                </a:lnTo>
                <a:lnTo>
                  <a:pt x="266" y="168"/>
                </a:lnTo>
                <a:close/>
                <a:moveTo>
                  <a:pt x="285" y="138"/>
                </a:moveTo>
                <a:cubicBezTo>
                  <a:pt x="290" y="129"/>
                  <a:pt x="302" y="126"/>
                  <a:pt x="311" y="131"/>
                </a:cubicBezTo>
                <a:lnTo>
                  <a:pt x="366" y="165"/>
                </a:lnTo>
                <a:cubicBezTo>
                  <a:pt x="375" y="170"/>
                  <a:pt x="378" y="182"/>
                  <a:pt x="373" y="191"/>
                </a:cubicBezTo>
                <a:lnTo>
                  <a:pt x="365" y="204"/>
                </a:lnTo>
                <a:lnTo>
                  <a:pt x="277" y="150"/>
                </a:lnTo>
                <a:lnTo>
                  <a:pt x="285" y="138"/>
                </a:lnTo>
                <a:close/>
              </a:path>
            </a:pathLst>
          </a:custGeom>
          <a:solidFill>
            <a:srgbClr val="244C89"/>
          </a:solidFill>
          <a:ln>
            <a:noFill/>
          </a:ln>
        </p:spPr>
        <p:txBody>
          <a:bodyPr vert="horz" wrap="square" lIns="91392" tIns="45696" rIns="91392" bIns="45696" numCol="1" anchor="t" anchorCtr="0" compatLnSpc="1"/>
          <a:lstStyle/>
          <a:p>
            <a:endParaRPr lang="zh-CN" altLang="en-US" sz="1800">
              <a:solidFill>
                <a:schemeClr val="bg1"/>
              </a:solidFill>
            </a:endParaRPr>
          </a:p>
        </p:txBody>
      </p:sp>
      <p:sp>
        <p:nvSpPr>
          <p:cNvPr id="6" name="PA_文本框 1"/>
          <p:cNvSpPr txBox="1"/>
          <p:nvPr userDrawn="1">
            <p:custDataLst>
              <p:tags r:id="rId3"/>
            </p:custDataLst>
          </p:nvPr>
        </p:nvSpPr>
        <p:spPr>
          <a:xfrm>
            <a:off x="1508454" y="1130748"/>
            <a:ext cx="1982056" cy="314766"/>
          </a:xfrm>
          <a:prstGeom prst="rect">
            <a:avLst/>
          </a:prstGeom>
          <a:noFill/>
        </p:spPr>
        <p:txBody>
          <a:bodyPr wrap="square" lIns="0" tIns="0" rIns="0" rtlCol="0">
            <a:spAutoFit/>
          </a:bodyPr>
          <a:lstStyle/>
          <a:p>
            <a:pPr>
              <a:lnSpc>
                <a:spcPts val="2300"/>
              </a:lnSpc>
            </a:pPr>
            <a:r>
              <a:rPr lang="en-US" altLang="zh-CN" sz="1400" dirty="0">
                <a:solidFill>
                  <a:srgbClr val="313D51"/>
                </a:solidFill>
                <a:cs typeface="+mn-ea"/>
                <a:sym typeface="+mn-lt"/>
              </a:rPr>
              <a:t>GRADUATION DEFENSE</a:t>
            </a:r>
            <a:endParaRPr lang="en-US" altLang="zh-CN" sz="1400" dirty="0">
              <a:solidFill>
                <a:srgbClr val="313D51"/>
              </a:solidFill>
              <a:cs typeface="+mn-ea"/>
              <a:sym typeface="+mn-lt"/>
            </a:endParaRP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2.png"/><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5" Type="http://schemas.openxmlformats.org/officeDocument/2006/relationships/notesSlide" Target="../notesSlides/notesSlide1.xml"/><Relationship Id="rId34" Type="http://schemas.openxmlformats.org/officeDocument/2006/relationships/slideLayout" Target="../slideLayouts/slideLayout4.xml"/><Relationship Id="rId33" Type="http://schemas.openxmlformats.org/officeDocument/2006/relationships/tags" Target="../tags/tag36.xml"/><Relationship Id="rId32" Type="http://schemas.openxmlformats.org/officeDocument/2006/relationships/tags" Target="../tags/tag35.xml"/><Relationship Id="rId31" Type="http://schemas.openxmlformats.org/officeDocument/2006/relationships/tags" Target="../tags/tag34.xml"/><Relationship Id="rId30" Type="http://schemas.openxmlformats.org/officeDocument/2006/relationships/tags" Target="../tags/tag33.xml"/><Relationship Id="rId3" Type="http://schemas.openxmlformats.org/officeDocument/2006/relationships/tags" Target="../tags/tag6.xml"/><Relationship Id="rId29" Type="http://schemas.openxmlformats.org/officeDocument/2006/relationships/tags" Target="../tags/tag32.xml"/><Relationship Id="rId28" Type="http://schemas.openxmlformats.org/officeDocument/2006/relationships/tags" Target="../tags/tag31.xml"/><Relationship Id="rId27" Type="http://schemas.openxmlformats.org/officeDocument/2006/relationships/tags" Target="../tags/tag30.xml"/><Relationship Id="rId26" Type="http://schemas.openxmlformats.org/officeDocument/2006/relationships/tags" Target="../tags/tag29.xml"/><Relationship Id="rId25" Type="http://schemas.openxmlformats.org/officeDocument/2006/relationships/tags" Target="../tags/tag28.xml"/><Relationship Id="rId24" Type="http://schemas.openxmlformats.org/officeDocument/2006/relationships/tags" Target="../tags/tag27.xml"/><Relationship Id="rId23" Type="http://schemas.openxmlformats.org/officeDocument/2006/relationships/tags" Target="../tags/tag26.xml"/><Relationship Id="rId22" Type="http://schemas.openxmlformats.org/officeDocument/2006/relationships/tags" Target="../tags/tag25.xml"/><Relationship Id="rId21" Type="http://schemas.openxmlformats.org/officeDocument/2006/relationships/tags" Target="../tags/tag24.xml"/><Relationship Id="rId20" Type="http://schemas.openxmlformats.org/officeDocument/2006/relationships/tags" Target="../tags/tag23.xml"/><Relationship Id="rId2" Type="http://schemas.openxmlformats.org/officeDocument/2006/relationships/tags" Target="../tags/tag5.xml"/><Relationship Id="rId19" Type="http://schemas.openxmlformats.org/officeDocument/2006/relationships/tags" Target="../tags/tag22.xml"/><Relationship Id="rId18" Type="http://schemas.openxmlformats.org/officeDocument/2006/relationships/tags" Target="../tags/tag21.xml"/><Relationship Id="rId17" Type="http://schemas.openxmlformats.org/officeDocument/2006/relationships/tags" Target="../tags/tag20.xml"/><Relationship Id="rId16" Type="http://schemas.openxmlformats.org/officeDocument/2006/relationships/tags" Target="../tags/tag19.xml"/><Relationship Id="rId15" Type="http://schemas.openxmlformats.org/officeDocument/2006/relationships/tags" Target="../tags/tag18.xml"/><Relationship Id="rId14" Type="http://schemas.openxmlformats.org/officeDocument/2006/relationships/tags" Target="../tags/tag17.xml"/><Relationship Id="rId13" Type="http://schemas.openxmlformats.org/officeDocument/2006/relationships/tags" Target="../tags/tag16.xml"/><Relationship Id="rId12" Type="http://schemas.openxmlformats.org/officeDocument/2006/relationships/tags" Target="../tags/tag15.xml"/><Relationship Id="rId11" Type="http://schemas.openxmlformats.org/officeDocument/2006/relationships/tags" Target="../tags/tag14.xml"/><Relationship Id="rId10" Type="http://schemas.openxmlformats.org/officeDocument/2006/relationships/tags" Target="../tags/tag13.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png"/><Relationship Id="rId7" Type="http://schemas.openxmlformats.org/officeDocument/2006/relationships/image" Target="../media/image3.png"/><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0" Type="http://schemas.openxmlformats.org/officeDocument/2006/relationships/notesSlide" Target="../notesSlides/notesSlide3.xml"/><Relationship Id="rId1" Type="http://schemas.openxmlformats.org/officeDocument/2006/relationships/tags" Target="../tags/tag37.xml"/></Relationships>
</file>

<file path=ppt/slides/_rels/slide6.xml.rels><?xml version="1.0" encoding="UTF-8" standalone="yes"?>
<Relationships xmlns="http://schemas.openxmlformats.org/package/2006/relationships"><Relationship Id="rId9" Type="http://schemas.openxmlformats.org/officeDocument/2006/relationships/tags" Target="../tags/tag51.xml"/><Relationship Id="rId8" Type="http://schemas.openxmlformats.org/officeDocument/2006/relationships/tags" Target="../tags/tag50.xml"/><Relationship Id="rId7" Type="http://schemas.openxmlformats.org/officeDocument/2006/relationships/tags" Target="../tags/tag49.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 Id="rId3" Type="http://schemas.openxmlformats.org/officeDocument/2006/relationships/tags" Target="../tags/tag45.xml"/><Relationship Id="rId2" Type="http://schemas.openxmlformats.org/officeDocument/2006/relationships/tags" Target="../tags/tag44.xml"/><Relationship Id="rId14" Type="http://schemas.openxmlformats.org/officeDocument/2006/relationships/notesSlide" Target="../notesSlides/notesSlide4.xml"/><Relationship Id="rId13" Type="http://schemas.openxmlformats.org/officeDocument/2006/relationships/slideLayout" Target="../slideLayouts/slideLayout2.xml"/><Relationship Id="rId12" Type="http://schemas.openxmlformats.org/officeDocument/2006/relationships/tags" Target="../tags/tag54.xml"/><Relationship Id="rId11" Type="http://schemas.openxmlformats.org/officeDocument/2006/relationships/tags" Target="../tags/tag53.xml"/><Relationship Id="rId10" Type="http://schemas.openxmlformats.org/officeDocument/2006/relationships/tags" Target="../tags/tag52.xml"/><Relationship Id="rId1" Type="http://schemas.openxmlformats.org/officeDocument/2006/relationships/tags" Target="../tags/tag43.xml"/></Relationships>
</file>

<file path=ppt/slides/_rels/slide7.xml.rels><?xml version="1.0" encoding="UTF-8" standalone="yes"?>
<Relationships xmlns="http://schemas.openxmlformats.org/package/2006/relationships"><Relationship Id="rId9" Type="http://schemas.openxmlformats.org/officeDocument/2006/relationships/tags" Target="../tags/tag63.xml"/><Relationship Id="rId8" Type="http://schemas.openxmlformats.org/officeDocument/2006/relationships/tags" Target="../tags/tag62.xml"/><Relationship Id="rId7" Type="http://schemas.openxmlformats.org/officeDocument/2006/relationships/tags" Target="../tags/tag61.xml"/><Relationship Id="rId6" Type="http://schemas.openxmlformats.org/officeDocument/2006/relationships/tags" Target="../tags/tag60.xml"/><Relationship Id="rId5" Type="http://schemas.openxmlformats.org/officeDocument/2006/relationships/tags" Target="../tags/tag59.xml"/><Relationship Id="rId42" Type="http://schemas.openxmlformats.org/officeDocument/2006/relationships/notesSlide" Target="../notesSlides/notesSlide5.xml"/><Relationship Id="rId41" Type="http://schemas.openxmlformats.org/officeDocument/2006/relationships/slideLayout" Target="../slideLayouts/slideLayout2.xml"/><Relationship Id="rId40" Type="http://schemas.openxmlformats.org/officeDocument/2006/relationships/tags" Target="../tags/tag94.xml"/><Relationship Id="rId4" Type="http://schemas.openxmlformats.org/officeDocument/2006/relationships/tags" Target="../tags/tag58.xml"/><Relationship Id="rId39" Type="http://schemas.openxmlformats.org/officeDocument/2006/relationships/tags" Target="../tags/tag93.xml"/><Relationship Id="rId38" Type="http://schemas.openxmlformats.org/officeDocument/2006/relationships/tags" Target="../tags/tag92.xml"/><Relationship Id="rId37" Type="http://schemas.openxmlformats.org/officeDocument/2006/relationships/tags" Target="../tags/tag91.xml"/><Relationship Id="rId36" Type="http://schemas.openxmlformats.org/officeDocument/2006/relationships/tags" Target="../tags/tag90.xml"/><Relationship Id="rId35" Type="http://schemas.openxmlformats.org/officeDocument/2006/relationships/tags" Target="../tags/tag89.xml"/><Relationship Id="rId34" Type="http://schemas.openxmlformats.org/officeDocument/2006/relationships/tags" Target="../tags/tag88.xml"/><Relationship Id="rId33" Type="http://schemas.openxmlformats.org/officeDocument/2006/relationships/tags" Target="../tags/tag87.xml"/><Relationship Id="rId32" Type="http://schemas.openxmlformats.org/officeDocument/2006/relationships/tags" Target="../tags/tag86.xml"/><Relationship Id="rId31" Type="http://schemas.openxmlformats.org/officeDocument/2006/relationships/tags" Target="../tags/tag85.xml"/><Relationship Id="rId30" Type="http://schemas.openxmlformats.org/officeDocument/2006/relationships/tags" Target="../tags/tag84.xml"/><Relationship Id="rId3" Type="http://schemas.openxmlformats.org/officeDocument/2006/relationships/tags" Target="../tags/tag57.xml"/><Relationship Id="rId29" Type="http://schemas.openxmlformats.org/officeDocument/2006/relationships/tags" Target="../tags/tag83.xml"/><Relationship Id="rId28" Type="http://schemas.openxmlformats.org/officeDocument/2006/relationships/tags" Target="../tags/tag82.xml"/><Relationship Id="rId27" Type="http://schemas.openxmlformats.org/officeDocument/2006/relationships/tags" Target="../tags/tag81.xml"/><Relationship Id="rId26" Type="http://schemas.openxmlformats.org/officeDocument/2006/relationships/tags" Target="../tags/tag80.xml"/><Relationship Id="rId25" Type="http://schemas.openxmlformats.org/officeDocument/2006/relationships/tags" Target="../tags/tag79.xml"/><Relationship Id="rId24" Type="http://schemas.openxmlformats.org/officeDocument/2006/relationships/tags" Target="../tags/tag78.xml"/><Relationship Id="rId23" Type="http://schemas.openxmlformats.org/officeDocument/2006/relationships/tags" Target="../tags/tag77.xml"/><Relationship Id="rId22" Type="http://schemas.openxmlformats.org/officeDocument/2006/relationships/tags" Target="../tags/tag76.xml"/><Relationship Id="rId21" Type="http://schemas.openxmlformats.org/officeDocument/2006/relationships/tags" Target="../tags/tag75.xml"/><Relationship Id="rId20" Type="http://schemas.openxmlformats.org/officeDocument/2006/relationships/tags" Target="../tags/tag74.xml"/><Relationship Id="rId2" Type="http://schemas.openxmlformats.org/officeDocument/2006/relationships/tags" Target="../tags/tag56.xml"/><Relationship Id="rId19" Type="http://schemas.openxmlformats.org/officeDocument/2006/relationships/tags" Target="../tags/tag73.xml"/><Relationship Id="rId18" Type="http://schemas.openxmlformats.org/officeDocument/2006/relationships/tags" Target="../tags/tag72.xml"/><Relationship Id="rId17" Type="http://schemas.openxmlformats.org/officeDocument/2006/relationships/tags" Target="../tags/tag71.xml"/><Relationship Id="rId16" Type="http://schemas.openxmlformats.org/officeDocument/2006/relationships/tags" Target="../tags/tag70.xml"/><Relationship Id="rId15" Type="http://schemas.openxmlformats.org/officeDocument/2006/relationships/tags" Target="../tags/tag69.xml"/><Relationship Id="rId14" Type="http://schemas.openxmlformats.org/officeDocument/2006/relationships/tags" Target="../tags/tag68.xml"/><Relationship Id="rId13" Type="http://schemas.openxmlformats.org/officeDocument/2006/relationships/tags" Target="../tags/tag67.xml"/><Relationship Id="rId12" Type="http://schemas.openxmlformats.org/officeDocument/2006/relationships/tags" Target="../tags/tag66.xml"/><Relationship Id="rId11" Type="http://schemas.openxmlformats.org/officeDocument/2006/relationships/tags" Target="../tags/tag65.xml"/><Relationship Id="rId10" Type="http://schemas.openxmlformats.org/officeDocument/2006/relationships/tags" Target="../tags/tag64.xml"/><Relationship Id="rId1" Type="http://schemas.openxmlformats.org/officeDocument/2006/relationships/tags" Target="../tags/tag5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4.xml"/><Relationship Id="rId2" Type="http://schemas.openxmlformats.org/officeDocument/2006/relationships/image" Target="../media/image5.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9" Type="http://schemas.openxmlformats.org/officeDocument/2006/relationships/tags" Target="../tags/tag103.xml"/><Relationship Id="rId8" Type="http://schemas.openxmlformats.org/officeDocument/2006/relationships/tags" Target="../tags/tag102.xml"/><Relationship Id="rId7" Type="http://schemas.openxmlformats.org/officeDocument/2006/relationships/tags" Target="../tags/tag101.xml"/><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8" Type="http://schemas.openxmlformats.org/officeDocument/2006/relationships/notesSlide" Target="../notesSlides/notesSlide10.xml"/><Relationship Id="rId17" Type="http://schemas.openxmlformats.org/officeDocument/2006/relationships/slideLayout" Target="../slideLayouts/slideLayout2.xml"/><Relationship Id="rId16" Type="http://schemas.openxmlformats.org/officeDocument/2006/relationships/tags" Target="../tags/tag110.xml"/><Relationship Id="rId15" Type="http://schemas.openxmlformats.org/officeDocument/2006/relationships/tags" Target="../tags/tag109.xml"/><Relationship Id="rId14" Type="http://schemas.openxmlformats.org/officeDocument/2006/relationships/tags" Target="../tags/tag108.xml"/><Relationship Id="rId13" Type="http://schemas.openxmlformats.org/officeDocument/2006/relationships/tags" Target="../tags/tag107.xml"/><Relationship Id="rId12" Type="http://schemas.openxmlformats.org/officeDocument/2006/relationships/tags" Target="../tags/tag106.xml"/><Relationship Id="rId11" Type="http://schemas.openxmlformats.org/officeDocument/2006/relationships/tags" Target="../tags/tag105.xml"/><Relationship Id="rId10" Type="http://schemas.openxmlformats.org/officeDocument/2006/relationships/tags" Target="../tags/tag104.xml"/><Relationship Id="rId1" Type="http://schemas.openxmlformats.org/officeDocument/2006/relationships/tags" Target="../tags/tag95.xml"/></Relationships>
</file>

<file path=ppt/slides/_rels/slide13.xml.rels><?xml version="1.0" encoding="UTF-8" standalone="yes"?>
<Relationships xmlns="http://schemas.openxmlformats.org/package/2006/relationships"><Relationship Id="rId9" Type="http://schemas.openxmlformats.org/officeDocument/2006/relationships/tags" Target="../tags/tag119.xml"/><Relationship Id="rId8" Type="http://schemas.openxmlformats.org/officeDocument/2006/relationships/tags" Target="../tags/tag118.xml"/><Relationship Id="rId7" Type="http://schemas.openxmlformats.org/officeDocument/2006/relationships/tags" Target="../tags/tag117.xml"/><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tags" Target="../tags/tag114.xml"/><Relationship Id="rId3" Type="http://schemas.openxmlformats.org/officeDocument/2006/relationships/tags" Target="../tags/tag113.xml"/><Relationship Id="rId2" Type="http://schemas.openxmlformats.org/officeDocument/2006/relationships/tags" Target="../tags/tag112.xml"/><Relationship Id="rId15" Type="http://schemas.openxmlformats.org/officeDocument/2006/relationships/notesSlide" Target="../notesSlides/notesSlide11.xml"/><Relationship Id="rId14" Type="http://schemas.openxmlformats.org/officeDocument/2006/relationships/slideLayout" Target="../slideLayouts/slideLayout2.xml"/><Relationship Id="rId13" Type="http://schemas.openxmlformats.org/officeDocument/2006/relationships/tags" Target="../tags/tag123.xml"/><Relationship Id="rId12" Type="http://schemas.openxmlformats.org/officeDocument/2006/relationships/tags" Target="../tags/tag122.xml"/><Relationship Id="rId11" Type="http://schemas.openxmlformats.org/officeDocument/2006/relationships/tags" Target="../tags/tag121.xml"/><Relationship Id="rId10" Type="http://schemas.openxmlformats.org/officeDocument/2006/relationships/tags" Target="../tags/tag120.xml"/><Relationship Id="rId1" Type="http://schemas.openxmlformats.org/officeDocument/2006/relationships/tags" Target="../tags/tag11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9" Type="http://schemas.openxmlformats.org/officeDocument/2006/relationships/tags" Target="../tags/tag132.xml"/><Relationship Id="rId8" Type="http://schemas.openxmlformats.org/officeDocument/2006/relationships/tags" Target="../tags/tag131.xml"/><Relationship Id="rId7" Type="http://schemas.openxmlformats.org/officeDocument/2006/relationships/tags" Target="../tags/tag130.xml"/><Relationship Id="rId6" Type="http://schemas.openxmlformats.org/officeDocument/2006/relationships/tags" Target="../tags/tag129.xml"/><Relationship Id="rId5" Type="http://schemas.openxmlformats.org/officeDocument/2006/relationships/tags" Target="../tags/tag128.xml"/><Relationship Id="rId4" Type="http://schemas.openxmlformats.org/officeDocument/2006/relationships/tags" Target="../tags/tag127.xml"/><Relationship Id="rId3" Type="http://schemas.openxmlformats.org/officeDocument/2006/relationships/tags" Target="../tags/tag126.xml"/><Relationship Id="rId27" Type="http://schemas.openxmlformats.org/officeDocument/2006/relationships/notesSlide" Target="../notesSlides/notesSlide16.xml"/><Relationship Id="rId26" Type="http://schemas.openxmlformats.org/officeDocument/2006/relationships/slideLayout" Target="../slideLayouts/slideLayout2.xml"/><Relationship Id="rId25" Type="http://schemas.openxmlformats.org/officeDocument/2006/relationships/tags" Target="../tags/tag148.xml"/><Relationship Id="rId24" Type="http://schemas.openxmlformats.org/officeDocument/2006/relationships/tags" Target="../tags/tag147.xml"/><Relationship Id="rId23" Type="http://schemas.openxmlformats.org/officeDocument/2006/relationships/tags" Target="../tags/tag146.xml"/><Relationship Id="rId22" Type="http://schemas.openxmlformats.org/officeDocument/2006/relationships/tags" Target="../tags/tag145.xml"/><Relationship Id="rId21" Type="http://schemas.openxmlformats.org/officeDocument/2006/relationships/tags" Target="../tags/tag144.xml"/><Relationship Id="rId20" Type="http://schemas.openxmlformats.org/officeDocument/2006/relationships/tags" Target="../tags/tag143.xml"/><Relationship Id="rId2" Type="http://schemas.openxmlformats.org/officeDocument/2006/relationships/tags" Target="../tags/tag125.xml"/><Relationship Id="rId19" Type="http://schemas.openxmlformats.org/officeDocument/2006/relationships/tags" Target="../tags/tag142.xml"/><Relationship Id="rId18" Type="http://schemas.openxmlformats.org/officeDocument/2006/relationships/tags" Target="../tags/tag141.xml"/><Relationship Id="rId17" Type="http://schemas.openxmlformats.org/officeDocument/2006/relationships/tags" Target="../tags/tag140.xml"/><Relationship Id="rId16" Type="http://schemas.openxmlformats.org/officeDocument/2006/relationships/tags" Target="../tags/tag139.xml"/><Relationship Id="rId15" Type="http://schemas.openxmlformats.org/officeDocument/2006/relationships/tags" Target="../tags/tag138.xml"/><Relationship Id="rId14" Type="http://schemas.openxmlformats.org/officeDocument/2006/relationships/tags" Target="../tags/tag137.xml"/><Relationship Id="rId13" Type="http://schemas.openxmlformats.org/officeDocument/2006/relationships/tags" Target="../tags/tag136.xml"/><Relationship Id="rId12" Type="http://schemas.openxmlformats.org/officeDocument/2006/relationships/tags" Target="../tags/tag135.xml"/><Relationship Id="rId11" Type="http://schemas.openxmlformats.org/officeDocument/2006/relationships/tags" Target="../tags/tag134.xml"/><Relationship Id="rId10" Type="http://schemas.openxmlformats.org/officeDocument/2006/relationships/tags" Target="../tags/tag133.xml"/><Relationship Id="rId1" Type="http://schemas.openxmlformats.org/officeDocument/2006/relationships/tags" Target="../tags/tag12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4.xml"/><Relationship Id="rId2" Type="http://schemas.openxmlformats.org/officeDocument/2006/relationships/image" Target="../media/image2.png"/><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5819"/>
            <a:ext cx="12192000" cy="6852181"/>
          </a:xfrm>
          <a:prstGeom prst="rect">
            <a:avLst/>
          </a:prstGeom>
        </p:spPr>
      </p:pic>
      <p:sp>
        <p:nvSpPr>
          <p:cNvPr id="3" name="矩形 2"/>
          <p:cNvSpPr/>
          <p:nvPr/>
        </p:nvSpPr>
        <p:spPr>
          <a:xfrm>
            <a:off x="2160496" y="1465866"/>
            <a:ext cx="7871010" cy="3932089"/>
          </a:xfrm>
          <a:prstGeom prst="rect">
            <a:avLst/>
          </a:prstGeom>
          <a:solidFill>
            <a:srgbClr val="244C89"/>
          </a:solidFill>
          <a:ln>
            <a:no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 name="矩形 3"/>
          <p:cNvSpPr/>
          <p:nvPr/>
        </p:nvSpPr>
        <p:spPr>
          <a:xfrm>
            <a:off x="2429435" y="1711367"/>
            <a:ext cx="7333130" cy="3441085"/>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文本框 4"/>
          <p:cNvSpPr txBox="1"/>
          <p:nvPr/>
        </p:nvSpPr>
        <p:spPr>
          <a:xfrm>
            <a:off x="2569302" y="2609419"/>
            <a:ext cx="7053116" cy="829945"/>
          </a:xfrm>
          <a:prstGeom prst="rect">
            <a:avLst/>
          </a:prstGeom>
          <a:noFill/>
        </p:spPr>
        <p:txBody>
          <a:bodyPr wrap="square" rtlCol="0">
            <a:spAutoFit/>
            <a:scene3d>
              <a:camera prst="orthographicFront"/>
              <a:lightRig rig="threePt" dir="t"/>
            </a:scene3d>
            <a:sp3d contourW="12700"/>
          </a:bodyPr>
          <a:lstStyle/>
          <a:p>
            <a:pPr algn="ctr">
              <a:defRPr/>
            </a:pPr>
            <a:r>
              <a:rPr lang="zh-CN" altLang="en-US" sz="4800" b="1" dirty="0" smtClean="0">
                <a:solidFill>
                  <a:schemeClr val="bg1"/>
                </a:solidFill>
                <a:latin typeface="思源黑体" panose="020B0500000000000000" pitchFamily="34" charset="-122"/>
                <a:ea typeface="思源黑体" panose="020B0500000000000000" pitchFamily="34" charset="-122"/>
              </a:rPr>
              <a:t>开题答辩</a:t>
            </a:r>
            <a:r>
              <a:rPr lang="en-US" altLang="zh-CN" sz="4800" b="1" dirty="0" smtClean="0">
                <a:solidFill>
                  <a:schemeClr val="bg1"/>
                </a:solidFill>
                <a:latin typeface="思源黑体" panose="020B0500000000000000" pitchFamily="34" charset="-122"/>
                <a:ea typeface="思源黑体" panose="020B0500000000000000" pitchFamily="34" charset="-122"/>
              </a:rPr>
              <a:t>PPT</a:t>
            </a:r>
            <a:endParaRPr lang="zh-CN" altLang="en-US" sz="4800" b="1" dirty="0">
              <a:solidFill>
                <a:schemeClr val="bg1"/>
              </a:solidFill>
              <a:latin typeface="思源黑体" panose="020B0500000000000000" pitchFamily="34" charset="-122"/>
              <a:ea typeface="思源黑体" panose="020B0500000000000000" pitchFamily="34" charset="-122"/>
            </a:endParaRPr>
          </a:p>
        </p:txBody>
      </p:sp>
      <p:sp>
        <p:nvSpPr>
          <p:cNvPr id="6" name="PA_圆角矩形 31"/>
          <p:cNvSpPr/>
          <p:nvPr>
            <p:custDataLst>
              <p:tags r:id="rId2"/>
            </p:custDataLst>
          </p:nvPr>
        </p:nvSpPr>
        <p:spPr>
          <a:xfrm>
            <a:off x="4419600" y="4537075"/>
            <a:ext cx="1421765" cy="38227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rgbClr val="223762"/>
                </a:solidFill>
                <a:latin typeface="思源黑体" panose="020B0500000000000000" pitchFamily="34" charset="-122"/>
                <a:ea typeface="思源黑体" panose="020B0500000000000000" pitchFamily="34" charset="-122"/>
              </a:rPr>
              <a:t>答辩人：刘子怡，马靖渝，王笑颜</a:t>
            </a:r>
            <a:endParaRPr lang="zh-CN" altLang="en-US" sz="1200" dirty="0" smtClean="0">
              <a:solidFill>
                <a:srgbClr val="223762"/>
              </a:solidFill>
              <a:latin typeface="思源黑体" panose="020B0500000000000000" pitchFamily="34" charset="-122"/>
              <a:ea typeface="思源黑体" panose="020B0500000000000000" pitchFamily="34" charset="-122"/>
            </a:endParaRPr>
          </a:p>
        </p:txBody>
      </p:sp>
      <p:sp>
        <p:nvSpPr>
          <p:cNvPr id="15" name="矩形 259"/>
          <p:cNvSpPr>
            <a:spLocks noChangeArrowheads="1"/>
          </p:cNvSpPr>
          <p:nvPr/>
        </p:nvSpPr>
        <p:spPr bwMode="auto">
          <a:xfrm>
            <a:off x="1928355" y="3377980"/>
            <a:ext cx="8335010" cy="33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fontAlgn="base">
              <a:lnSpc>
                <a:spcPct val="120000"/>
              </a:lnSpc>
              <a:spcBef>
                <a:spcPct val="0"/>
              </a:spcBef>
              <a:spcAft>
                <a:spcPct val="0"/>
              </a:spcAft>
              <a:buFont typeface="Arial" panose="020B0604020202020204" pitchFamily="34" charset="0"/>
              <a:buNone/>
            </a:pPr>
            <a:r>
              <a:rPr lang="en-US" altLang="zh-CN" sz="1800" dirty="0">
                <a:solidFill>
                  <a:schemeClr val="bg1"/>
                </a:solidFill>
                <a:latin typeface="思源黑体" panose="020B0500000000000000" pitchFamily="34" charset="-122"/>
                <a:ea typeface="思源黑体" panose="020B0500000000000000" pitchFamily="34" charset="-122"/>
              </a:rPr>
              <a:t>——</a:t>
            </a:r>
            <a:r>
              <a:rPr lang="zh-CN" altLang="en-US" sz="1800" dirty="0">
                <a:solidFill>
                  <a:schemeClr val="bg1"/>
                </a:solidFill>
                <a:latin typeface="思源黑体" panose="020B0500000000000000" pitchFamily="34" charset="-122"/>
                <a:ea typeface="思源黑体" panose="020B0500000000000000" pitchFamily="34" charset="-122"/>
              </a:rPr>
              <a:t>复杂建筑群环境下无人机自主避障与三维仿真系统开发</a:t>
            </a:r>
            <a:endParaRPr lang="zh-CN" altLang="en-US" sz="1800" dirty="0">
              <a:solidFill>
                <a:schemeClr val="bg1"/>
              </a:solidFill>
              <a:latin typeface="思源黑体" panose="020B0500000000000000" pitchFamily="34" charset="-122"/>
              <a:ea typeface="思源黑体" panose="020B0500000000000000" pitchFamily="34" charset="-122"/>
            </a:endParaRPr>
          </a:p>
        </p:txBody>
      </p:sp>
      <p:sp>
        <p:nvSpPr>
          <p:cNvPr id="16" name="矩形 259"/>
          <p:cNvSpPr>
            <a:spLocks noChangeArrowheads="1"/>
          </p:cNvSpPr>
          <p:nvPr/>
        </p:nvSpPr>
        <p:spPr bwMode="auto">
          <a:xfrm>
            <a:off x="3686048" y="3761228"/>
            <a:ext cx="4819624"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fontAlgn="base">
              <a:lnSpc>
                <a:spcPct val="120000"/>
              </a:lnSpc>
              <a:spcBef>
                <a:spcPct val="0"/>
              </a:spcBef>
              <a:spcAft>
                <a:spcPct val="0"/>
              </a:spcAft>
              <a:buFont typeface="Arial" panose="020B0604020202020204" pitchFamily="34" charset="0"/>
              <a:buNone/>
            </a:pPr>
            <a:r>
              <a:rPr lang="en-US" altLang="zh-CN" sz="700" dirty="0">
                <a:solidFill>
                  <a:schemeClr val="bg1"/>
                </a:solidFill>
                <a:latin typeface="思源黑体" panose="020B0500000000000000" pitchFamily="34" charset="-122"/>
                <a:ea typeface="思源黑体" panose="020B0500000000000000" pitchFamily="34" charset="-122"/>
                <a:cs typeface="Arial" panose="020B0604020202020204" pitchFamily="34" charset="0"/>
              </a:rPr>
              <a:t>CONTRACTED WIND POWERPOINT TEMPLATE DESIGNS CONTRACTED WIND </a:t>
            </a:r>
            <a:r>
              <a:rPr lang="en-US" altLang="zh-CN" sz="700" dirty="0" smtClean="0">
                <a:solidFill>
                  <a:schemeClr val="bg1"/>
                </a:solidFill>
                <a:latin typeface="思源黑体" panose="020B0500000000000000" pitchFamily="34" charset="-122"/>
                <a:ea typeface="思源黑体" panose="020B0500000000000000" pitchFamily="34" charset="-122"/>
                <a:cs typeface="Arial" panose="020B0604020202020204" pitchFamily="34" charset="0"/>
              </a:rPr>
              <a:t>POWERPOINT</a:t>
            </a:r>
            <a:endParaRPr lang="en-US" altLang="zh-CN" sz="700" dirty="0" smtClean="0">
              <a:solidFill>
                <a:schemeClr val="bg1"/>
              </a:solidFill>
              <a:latin typeface="思源黑体" panose="020B0500000000000000" pitchFamily="34" charset="-122"/>
              <a:ea typeface="思源黑体" panose="020B0500000000000000" pitchFamily="34" charset="-122"/>
              <a:cs typeface="Arial" panose="020B0604020202020204" pitchFamily="34" charset="0"/>
            </a:endParaRPr>
          </a:p>
          <a:p>
            <a:pPr algn="ctr" fontAlgn="base">
              <a:lnSpc>
                <a:spcPct val="120000"/>
              </a:lnSpc>
              <a:spcBef>
                <a:spcPct val="0"/>
              </a:spcBef>
              <a:spcAft>
                <a:spcPct val="0"/>
              </a:spcAft>
              <a:buFont typeface="Arial" panose="020B0604020202020204" pitchFamily="34" charset="0"/>
              <a:buNone/>
            </a:pPr>
            <a:r>
              <a:rPr lang="en-US" altLang="zh-CN" sz="700" dirty="0" smtClean="0">
                <a:solidFill>
                  <a:schemeClr val="bg1"/>
                </a:solidFill>
                <a:latin typeface="思源黑体" panose="020B0500000000000000" pitchFamily="34" charset="-122"/>
                <a:ea typeface="思源黑体" panose="020B0500000000000000" pitchFamily="34" charset="-122"/>
                <a:cs typeface="Arial" panose="020B0604020202020204" pitchFamily="34" charset="0"/>
              </a:rPr>
              <a:t> </a:t>
            </a:r>
            <a:r>
              <a:rPr lang="en-US" altLang="zh-CN" sz="700" dirty="0">
                <a:solidFill>
                  <a:schemeClr val="bg1"/>
                </a:solidFill>
                <a:latin typeface="思源黑体" panose="020B0500000000000000" pitchFamily="34" charset="-122"/>
                <a:ea typeface="思源黑体" panose="020B0500000000000000" pitchFamily="34" charset="-122"/>
                <a:cs typeface="Arial" panose="020B0604020202020204" pitchFamily="34" charset="0"/>
              </a:rPr>
              <a:t>TEMPLATE DESIGNS CONTRACTED WIND POWERPOINT TEMPLATE DESIGNS CONTRACTED WIND POWERPOINT TEMPLATE DESIGNS</a:t>
            </a:r>
            <a:endParaRPr lang="zh-CN" altLang="en-US" sz="700" dirty="0">
              <a:solidFill>
                <a:schemeClr val="bg1"/>
              </a:solidFill>
              <a:latin typeface="思源黑体" panose="020B0500000000000000" pitchFamily="34" charset="-122"/>
              <a:ea typeface="思源黑体" panose="020B0500000000000000" pitchFamily="34" charset="-122"/>
              <a:cs typeface="Arial" panose="020B0604020202020204" pitchFamily="34" charset="0"/>
            </a:endParaRPr>
          </a:p>
        </p:txBody>
      </p:sp>
      <p:sp>
        <p:nvSpPr>
          <p:cNvPr id="17" name="PA_圆角矩形 31"/>
          <p:cNvSpPr/>
          <p:nvPr>
            <p:custDataLst>
              <p:tags r:id="rId3"/>
            </p:custDataLst>
          </p:nvPr>
        </p:nvSpPr>
        <p:spPr>
          <a:xfrm>
            <a:off x="6402705" y="4537075"/>
            <a:ext cx="1421765" cy="39116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rgbClr val="223762"/>
                </a:solidFill>
                <a:latin typeface="思源黑体" panose="020B0500000000000000" pitchFamily="34" charset="-122"/>
                <a:ea typeface="思源黑体" panose="020B0500000000000000" pitchFamily="34" charset="-122"/>
              </a:rPr>
              <a:t>指导老师：</a:t>
            </a:r>
            <a:r>
              <a:rPr lang="zh-CN" altLang="en-US" sz="1200" dirty="0">
                <a:solidFill>
                  <a:srgbClr val="223762"/>
                </a:solidFill>
                <a:latin typeface="思源黑体" panose="020B0500000000000000" pitchFamily="34" charset="-122"/>
                <a:ea typeface="思源黑体" panose="020B0500000000000000" pitchFamily="34" charset="-122"/>
              </a:rPr>
              <a:t>陈旭东、王子洋</a:t>
            </a:r>
            <a:endParaRPr lang="zh-CN" altLang="en-US" sz="1200" dirty="0">
              <a:solidFill>
                <a:srgbClr val="223762"/>
              </a:solidFill>
              <a:latin typeface="思源黑体" panose="020B0500000000000000" pitchFamily="34" charset="-122"/>
              <a:ea typeface="思源黑体" panose="020B0500000000000000" pitchFamily="34" charset="-122"/>
            </a:endParaRPr>
          </a:p>
        </p:txBody>
      </p:sp>
      <p:sp>
        <p:nvSpPr>
          <p:cNvPr id="22" name="椭圆 21"/>
          <p:cNvSpPr/>
          <p:nvPr/>
        </p:nvSpPr>
        <p:spPr>
          <a:xfrm>
            <a:off x="5306060" y="971550"/>
            <a:ext cx="1356995" cy="1338580"/>
          </a:xfrm>
          <a:prstGeom prst="ellipse">
            <a:avLst/>
          </a:prstGeom>
          <a:solidFill>
            <a:schemeClr val="accent2"/>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pic>
        <p:nvPicPr>
          <p:cNvPr id="21" name="图片 20" descr="校徽(1)"/>
          <p:cNvPicPr>
            <a:picLocks noChangeAspect="1"/>
          </p:cNvPicPr>
          <p:nvPr/>
        </p:nvPicPr>
        <p:blipFill>
          <a:blip r:embed="rId4">
            <a:clrChange>
              <a:clrFrom>
                <a:srgbClr val="000000">
                  <a:alpha val="0"/>
                </a:srgbClr>
              </a:clrFrom>
              <a:clrTo>
                <a:srgbClr val="000000">
                  <a:alpha val="0"/>
                  <a:alpha val="0"/>
                </a:srgbClr>
              </a:clrTo>
            </a:clrChange>
            <a:lum bright="100000" contrast="-70000"/>
          </a:blip>
          <a:srcRect l="26399" r="24283" b="2118"/>
          <a:stretch>
            <a:fillRect/>
          </a:stretch>
        </p:blipFill>
        <p:spPr>
          <a:xfrm>
            <a:off x="5374640" y="1066800"/>
            <a:ext cx="1288415" cy="1177290"/>
          </a:xfrm>
          <a:prstGeom prst="rect">
            <a:avLst/>
          </a:prstGeom>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21" presetClass="entr" presetSubtype="8"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heel(8)">
                                      <p:cBhvr>
                                        <p:cTn id="12" dur="750"/>
                                        <p:tgtEl>
                                          <p:spTgt spid="4"/>
                                        </p:tgtEl>
                                      </p:cBhvr>
                                    </p:animEffect>
                                  </p:childTnLst>
                                </p:cTn>
                              </p:par>
                            </p:childTnLst>
                          </p:cTn>
                        </p:par>
                        <p:par>
                          <p:cTn id="13" fill="hold">
                            <p:stCondLst>
                              <p:cond delay="500"/>
                            </p:stCondLst>
                            <p:childTnLst>
                              <p:par>
                                <p:cTn id="14" presetID="2" presetClass="entr" presetSubtype="4"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ppt_x"/>
                                          </p:val>
                                        </p:tav>
                                        <p:tav tm="100000">
                                          <p:val>
                                            <p:strVal val="#ppt_x"/>
                                          </p:val>
                                        </p:tav>
                                      </p:tavLst>
                                    </p:anim>
                                    <p:anim calcmode="lin" valueType="num">
                                      <p:cBhvr additive="base">
                                        <p:cTn id="17" dur="500" fill="hold"/>
                                        <p:tgtEl>
                                          <p:spTgt spid="5"/>
                                        </p:tgtEl>
                                        <p:attrNameLst>
                                          <p:attrName>ppt_y</p:attrName>
                                        </p:attrNameLst>
                                      </p:cBhvr>
                                      <p:tavLst>
                                        <p:tav tm="0">
                                          <p:val>
                                            <p:strVal val="1+#ppt_h/2"/>
                                          </p:val>
                                        </p:tav>
                                        <p:tav tm="100000">
                                          <p:val>
                                            <p:strVal val="#ppt_y"/>
                                          </p:val>
                                        </p:tav>
                                      </p:tavLst>
                                    </p:anim>
                                  </p:childTnLst>
                                </p:cTn>
                              </p:par>
                              <p:par>
                                <p:cTn id="18" presetID="16" presetClass="entr" presetSubtype="21" fill="hold" grpId="0" nodeType="withEffect">
                                  <p:stCondLst>
                                    <p:cond delay="250"/>
                                  </p:stCondLst>
                                  <p:childTnLst>
                                    <p:set>
                                      <p:cBhvr>
                                        <p:cTn id="19" dur="1" fill="hold">
                                          <p:stCondLst>
                                            <p:cond delay="0"/>
                                          </p:stCondLst>
                                        </p:cTn>
                                        <p:tgtEl>
                                          <p:spTgt spid="15"/>
                                        </p:tgtEl>
                                        <p:attrNameLst>
                                          <p:attrName>style.visibility</p:attrName>
                                        </p:attrNameLst>
                                      </p:cBhvr>
                                      <p:to>
                                        <p:strVal val="visible"/>
                                      </p:to>
                                    </p:set>
                                    <p:animEffect transition="in" filter="barn(inVertical)">
                                      <p:cBhvr>
                                        <p:cTn id="20" dur="500"/>
                                        <p:tgtEl>
                                          <p:spTgt spid="15"/>
                                        </p:tgtEl>
                                      </p:cBhvr>
                                    </p:animEffect>
                                  </p:childTnLst>
                                </p:cTn>
                              </p:par>
                              <p:par>
                                <p:cTn id="21" presetID="53" presetClass="entr" presetSubtype="16" fill="hold" grpId="0" nodeType="withEffect">
                                  <p:stCondLst>
                                    <p:cond delay="750"/>
                                  </p:stCondLst>
                                  <p:childTnLst>
                                    <p:set>
                                      <p:cBhvr>
                                        <p:cTn id="22" dur="1" fill="hold">
                                          <p:stCondLst>
                                            <p:cond delay="0"/>
                                          </p:stCondLst>
                                        </p:cTn>
                                        <p:tgtEl>
                                          <p:spTgt spid="6"/>
                                        </p:tgtEl>
                                        <p:attrNameLst>
                                          <p:attrName>style.visibility</p:attrName>
                                        </p:attrNameLst>
                                      </p:cBhvr>
                                      <p:to>
                                        <p:strVal val="visible"/>
                                      </p:to>
                                    </p:set>
                                    <p:anim calcmode="lin" valueType="num">
                                      <p:cBhvr>
                                        <p:cTn id="23" dur="500" fill="hold"/>
                                        <p:tgtEl>
                                          <p:spTgt spid="6"/>
                                        </p:tgtEl>
                                        <p:attrNameLst>
                                          <p:attrName>ppt_w</p:attrName>
                                        </p:attrNameLst>
                                      </p:cBhvr>
                                      <p:tavLst>
                                        <p:tav tm="0">
                                          <p:val>
                                            <p:fltVal val="0"/>
                                          </p:val>
                                        </p:tav>
                                        <p:tav tm="100000">
                                          <p:val>
                                            <p:strVal val="#ppt_w"/>
                                          </p:val>
                                        </p:tav>
                                      </p:tavLst>
                                    </p:anim>
                                    <p:anim calcmode="lin" valueType="num">
                                      <p:cBhvr>
                                        <p:cTn id="24" dur="500" fill="hold"/>
                                        <p:tgtEl>
                                          <p:spTgt spid="6"/>
                                        </p:tgtEl>
                                        <p:attrNameLst>
                                          <p:attrName>ppt_h</p:attrName>
                                        </p:attrNameLst>
                                      </p:cBhvr>
                                      <p:tavLst>
                                        <p:tav tm="0">
                                          <p:val>
                                            <p:fltVal val="0"/>
                                          </p:val>
                                        </p:tav>
                                        <p:tav tm="100000">
                                          <p:val>
                                            <p:strVal val="#ppt_h"/>
                                          </p:val>
                                        </p:tav>
                                      </p:tavLst>
                                    </p:anim>
                                    <p:animEffect transition="in" filter="fade">
                                      <p:cBhvr>
                                        <p:cTn id="25" dur="500"/>
                                        <p:tgtEl>
                                          <p:spTgt spid="6"/>
                                        </p:tgtEl>
                                      </p:cBhvr>
                                    </p:animEffect>
                                  </p:childTnLst>
                                </p:cTn>
                              </p:par>
                              <p:par>
                                <p:cTn id="26" presetID="10" presetClass="entr" presetSubtype="0" fill="hold" grpId="0" nodeType="withEffect">
                                  <p:stCondLst>
                                    <p:cond delay="50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par>
                                <p:cTn id="29" presetID="53" presetClass="entr" presetSubtype="16" fill="hold" grpId="0" nodeType="withEffect">
                                  <p:stCondLst>
                                    <p:cond delay="750"/>
                                  </p:stCondLst>
                                  <p:childTnLst>
                                    <p:set>
                                      <p:cBhvr>
                                        <p:cTn id="30" dur="1" fill="hold">
                                          <p:stCondLst>
                                            <p:cond delay="0"/>
                                          </p:stCondLst>
                                        </p:cTn>
                                        <p:tgtEl>
                                          <p:spTgt spid="17"/>
                                        </p:tgtEl>
                                        <p:attrNameLst>
                                          <p:attrName>style.visibility</p:attrName>
                                        </p:attrNameLst>
                                      </p:cBhvr>
                                      <p:to>
                                        <p:strVal val="visible"/>
                                      </p:to>
                                    </p:set>
                                    <p:anim calcmode="lin" valueType="num">
                                      <p:cBhvr>
                                        <p:cTn id="31" dur="500" fill="hold"/>
                                        <p:tgtEl>
                                          <p:spTgt spid="17"/>
                                        </p:tgtEl>
                                        <p:attrNameLst>
                                          <p:attrName>ppt_w</p:attrName>
                                        </p:attrNameLst>
                                      </p:cBhvr>
                                      <p:tavLst>
                                        <p:tav tm="0">
                                          <p:val>
                                            <p:fltVal val="0"/>
                                          </p:val>
                                        </p:tav>
                                        <p:tav tm="100000">
                                          <p:val>
                                            <p:strVal val="#ppt_w"/>
                                          </p:val>
                                        </p:tav>
                                      </p:tavLst>
                                    </p:anim>
                                    <p:anim calcmode="lin" valueType="num">
                                      <p:cBhvr>
                                        <p:cTn id="32" dur="500" fill="hold"/>
                                        <p:tgtEl>
                                          <p:spTgt spid="17"/>
                                        </p:tgtEl>
                                        <p:attrNameLst>
                                          <p:attrName>ppt_h</p:attrName>
                                        </p:attrNameLst>
                                      </p:cBhvr>
                                      <p:tavLst>
                                        <p:tav tm="0">
                                          <p:val>
                                            <p:fltVal val="0"/>
                                          </p:val>
                                        </p:tav>
                                        <p:tav tm="100000">
                                          <p:val>
                                            <p:strVal val="#ppt_h"/>
                                          </p:val>
                                        </p:tav>
                                      </p:tavLst>
                                    </p:anim>
                                    <p:animEffect transition="in" filter="fade">
                                      <p:cBhvr>
                                        <p:cTn id="3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p:bldP spid="6" grpId="0" bldLvl="0" animBg="1"/>
      <p:bldP spid="15" grpId="0"/>
      <p:bldP spid="16" grpId="0"/>
      <p:bldP spid="17"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5819"/>
            <a:ext cx="12192000" cy="6852181"/>
          </a:xfrm>
          <a:prstGeom prst="rect">
            <a:avLst/>
          </a:prstGeom>
        </p:spPr>
      </p:pic>
      <p:sp>
        <p:nvSpPr>
          <p:cNvPr id="54" name="矩形 53"/>
          <p:cNvSpPr/>
          <p:nvPr/>
        </p:nvSpPr>
        <p:spPr>
          <a:xfrm>
            <a:off x="2997200" y="423263"/>
            <a:ext cx="8780616" cy="6017293"/>
          </a:xfrm>
          <a:prstGeom prst="rect">
            <a:avLst/>
          </a:prstGeom>
          <a:solidFill>
            <a:schemeClr val="bg1"/>
          </a:solidFill>
          <a:ln>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nvGrpSpPr>
          <p:cNvPr id="26" name="组合 25"/>
          <p:cNvGrpSpPr/>
          <p:nvPr/>
        </p:nvGrpSpPr>
        <p:grpSpPr>
          <a:xfrm>
            <a:off x="1129619" y="1228068"/>
            <a:ext cx="3045965" cy="1575682"/>
            <a:chOff x="944370" y="632414"/>
            <a:chExt cx="2981065" cy="1542110"/>
          </a:xfrm>
        </p:grpSpPr>
        <p:sp>
          <p:nvSpPr>
            <p:cNvPr id="24" name="矩形 23"/>
            <p:cNvSpPr/>
            <p:nvPr/>
          </p:nvSpPr>
          <p:spPr>
            <a:xfrm>
              <a:off x="1065396" y="632414"/>
              <a:ext cx="2860039" cy="1542110"/>
            </a:xfrm>
            <a:prstGeom prst="rect">
              <a:avLst/>
            </a:prstGeom>
            <a:solidFill>
              <a:srgbClr val="244C89"/>
            </a:solidFill>
            <a:ln>
              <a:no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5" name="矩形 24"/>
            <p:cNvSpPr/>
            <p:nvPr/>
          </p:nvSpPr>
          <p:spPr>
            <a:xfrm>
              <a:off x="1194797" y="749939"/>
              <a:ext cx="2601237" cy="1307060"/>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1" name="文本框 20"/>
            <p:cNvSpPr txBox="1"/>
            <p:nvPr/>
          </p:nvSpPr>
          <p:spPr>
            <a:xfrm>
              <a:off x="944370" y="1388963"/>
              <a:ext cx="2792383" cy="612542"/>
            </a:xfrm>
            <a:prstGeom prst="rect">
              <a:avLst/>
            </a:prstGeom>
            <a:noFill/>
          </p:spPr>
          <p:txBody>
            <a:bodyPr wrap="square" rtlCol="0">
              <a:spAutoFit/>
              <a:scene3d>
                <a:camera prst="orthographicFront"/>
                <a:lightRig rig="threePt" dir="t"/>
              </a:scene3d>
              <a:sp3d contourW="12700"/>
            </a:bodyPr>
            <a:lstStyle/>
            <a:p>
              <a:pPr algn="r">
                <a:defRPr/>
              </a:pPr>
              <a:r>
                <a:rPr lang="en-US" altLang="zh-CN" sz="3465" dirty="0">
                  <a:solidFill>
                    <a:schemeClr val="bg1"/>
                  </a:solidFill>
                  <a:latin typeface="思源黑体" panose="020B0500000000000000" pitchFamily="34" charset="-122"/>
                  <a:ea typeface="思源黑体" panose="020B0500000000000000" pitchFamily="34" charset="-122"/>
                </a:rPr>
                <a:t>CONTENT</a:t>
              </a:r>
              <a:endParaRPr lang="zh-CN" altLang="en-US" sz="3465" dirty="0">
                <a:solidFill>
                  <a:schemeClr val="bg1"/>
                </a:solidFill>
                <a:latin typeface="思源黑体" panose="020B0500000000000000" pitchFamily="34" charset="-122"/>
                <a:ea typeface="思源黑体" panose="020B0500000000000000" pitchFamily="34" charset="-122"/>
              </a:endParaRPr>
            </a:p>
          </p:txBody>
        </p:sp>
        <p:sp>
          <p:nvSpPr>
            <p:cNvPr id="32" name="文本框 31"/>
            <p:cNvSpPr txBox="1"/>
            <p:nvPr/>
          </p:nvSpPr>
          <p:spPr>
            <a:xfrm>
              <a:off x="2229307" y="849517"/>
              <a:ext cx="1490820" cy="652579"/>
            </a:xfrm>
            <a:prstGeom prst="rect">
              <a:avLst/>
            </a:prstGeom>
            <a:noFill/>
          </p:spPr>
          <p:txBody>
            <a:bodyPr wrap="square" rtlCol="0">
              <a:spAutoFit/>
              <a:scene3d>
                <a:camera prst="orthographicFront"/>
                <a:lightRig rig="threePt" dir="t"/>
              </a:scene3d>
              <a:sp3d contourW="12700"/>
            </a:bodyPr>
            <a:lstStyle/>
            <a:p>
              <a:pPr algn="r">
                <a:defRPr/>
              </a:pPr>
              <a:r>
                <a:rPr lang="zh-CN" altLang="en-US" sz="3735" b="1" dirty="0">
                  <a:solidFill>
                    <a:schemeClr val="bg1"/>
                  </a:solidFill>
                  <a:latin typeface="思源黑体" panose="020B0500000000000000" pitchFamily="34" charset="-122"/>
                  <a:ea typeface="思源黑体" panose="020B0500000000000000" pitchFamily="34" charset="-122"/>
                </a:rPr>
                <a:t>目 录</a:t>
              </a:r>
              <a:endParaRPr lang="zh-CN" altLang="en-US" sz="3735" b="1" dirty="0">
                <a:solidFill>
                  <a:schemeClr val="bg1"/>
                </a:solidFill>
                <a:latin typeface="思源黑体" panose="020B0500000000000000" pitchFamily="34" charset="-122"/>
                <a:ea typeface="思源黑体" panose="020B0500000000000000" pitchFamily="34" charset="-122"/>
              </a:endParaRPr>
            </a:p>
          </p:txBody>
        </p:sp>
        <p:cxnSp>
          <p:nvCxnSpPr>
            <p:cNvPr id="34" name="直接连接符 33"/>
            <p:cNvCxnSpPr/>
            <p:nvPr/>
          </p:nvCxnSpPr>
          <p:spPr>
            <a:xfrm rot="16200000" flipV="1">
              <a:off x="2113755" y="1100764"/>
              <a:ext cx="313392" cy="18914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0" name="组合 29"/>
          <p:cNvGrpSpPr/>
          <p:nvPr>
            <p:custDataLst>
              <p:tags r:id="rId2"/>
            </p:custDataLst>
          </p:nvPr>
        </p:nvGrpSpPr>
        <p:grpSpPr>
          <a:xfrm>
            <a:off x="5714354" y="1664538"/>
            <a:ext cx="4890672" cy="576262"/>
            <a:chOff x="5714354" y="1664538"/>
            <a:chExt cx="4890672" cy="576262"/>
          </a:xfrm>
        </p:grpSpPr>
        <p:grpSp>
          <p:nvGrpSpPr>
            <p:cNvPr id="37" name="组合 36"/>
            <p:cNvGrpSpPr/>
            <p:nvPr/>
          </p:nvGrpSpPr>
          <p:grpSpPr>
            <a:xfrm>
              <a:off x="5714354" y="1664538"/>
              <a:ext cx="4752975" cy="576262"/>
              <a:chOff x="4753236" y="2069839"/>
              <a:chExt cx="4752975" cy="576262"/>
            </a:xfrm>
          </p:grpSpPr>
          <p:grpSp>
            <p:nvGrpSpPr>
              <p:cNvPr id="52" name="组合 21"/>
              <p:cNvGrpSpPr/>
              <p:nvPr/>
            </p:nvGrpSpPr>
            <p:grpSpPr bwMode="auto">
              <a:xfrm>
                <a:off x="4753236" y="2069839"/>
                <a:ext cx="576262" cy="576262"/>
                <a:chOff x="6170389" y="2579551"/>
                <a:chExt cx="576064" cy="576064"/>
              </a:xfrm>
            </p:grpSpPr>
            <p:sp>
              <p:nvSpPr>
                <p:cNvPr id="57" name="圆角矩形 10"/>
                <p:cNvSpPr>
                  <a:spLocks noChangeArrowheads="1"/>
                </p:cNvSpPr>
                <p:nvPr>
                  <p:custDataLst>
                    <p:tags r:id="rId3"/>
                  </p:custDataLst>
                </p:nvPr>
              </p:nvSpPr>
              <p:spPr bwMode="auto">
                <a:xfrm>
                  <a:off x="6170389" y="2579551"/>
                  <a:ext cx="576064" cy="576064"/>
                </a:xfrm>
                <a:prstGeom prst="roundRect">
                  <a:avLst>
                    <a:gd name="adj" fmla="val 16667"/>
                  </a:avLst>
                </a:prstGeom>
                <a:solidFill>
                  <a:srgbClr val="244C89"/>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endParaRPr lang="zh-CN" altLang="en-US" sz="1800" dirty="0">
                    <a:solidFill>
                      <a:srgbClr val="313D51"/>
                    </a:solidFill>
                    <a:latin typeface="思源黑体" panose="020B0500000000000000" pitchFamily="34" charset="-122"/>
                    <a:ea typeface="宋体" panose="02010600030101010101" pitchFamily="2" charset="-122"/>
                  </a:endParaRPr>
                </a:p>
              </p:txBody>
            </p:sp>
            <p:sp>
              <p:nvSpPr>
                <p:cNvPr id="58" name="Freeform 27"/>
                <p:cNvSpPr>
                  <a:spLocks noEditPoints="1"/>
                </p:cNvSpPr>
                <p:nvPr>
                  <p:custDataLst>
                    <p:tags r:id="rId4"/>
                  </p:custDataLst>
                </p:nvPr>
              </p:nvSpPr>
              <p:spPr bwMode="auto">
                <a:xfrm>
                  <a:off x="6344742" y="2711328"/>
                  <a:ext cx="312142" cy="334857"/>
                </a:xfrm>
                <a:custGeom>
                  <a:avLst/>
                  <a:gdLst>
                    <a:gd name="T0" fmla="*/ 2147483646 w 812"/>
                    <a:gd name="T1" fmla="*/ 0 h 858"/>
                    <a:gd name="T2" fmla="*/ 2147483646 w 812"/>
                    <a:gd name="T3" fmla="*/ 2147483646 h 858"/>
                    <a:gd name="T4" fmla="*/ 2147483646 w 812"/>
                    <a:gd name="T5" fmla="*/ 2147483646 h 858"/>
                    <a:gd name="T6" fmla="*/ 2147483646 w 812"/>
                    <a:gd name="T7" fmla="*/ 2147483646 h 858"/>
                    <a:gd name="T8" fmla="*/ 2147483646 w 812"/>
                    <a:gd name="T9" fmla="*/ 2147483646 h 858"/>
                    <a:gd name="T10" fmla="*/ 2147483646 w 812"/>
                    <a:gd name="T11" fmla="*/ 2147483646 h 858"/>
                    <a:gd name="T12" fmla="*/ 2147483646 w 812"/>
                    <a:gd name="T13" fmla="*/ 2147483646 h 858"/>
                    <a:gd name="T14" fmla="*/ 2147483646 w 812"/>
                    <a:gd name="T15" fmla="*/ 2147483646 h 858"/>
                    <a:gd name="T16" fmla="*/ 0 w 812"/>
                    <a:gd name="T17" fmla="*/ 2147483646 h 858"/>
                    <a:gd name="T18" fmla="*/ 2147483646 w 812"/>
                    <a:gd name="T19" fmla="*/ 2147483646 h 858"/>
                    <a:gd name="T20" fmla="*/ 2147483646 w 812"/>
                    <a:gd name="T21" fmla="*/ 2147483646 h 858"/>
                    <a:gd name="T22" fmla="*/ 2147483646 w 812"/>
                    <a:gd name="T23" fmla="*/ 2147483646 h 858"/>
                    <a:gd name="T24" fmla="*/ 2147483646 w 812"/>
                    <a:gd name="T25" fmla="*/ 2147483646 h 858"/>
                    <a:gd name="T26" fmla="*/ 2147483646 w 812"/>
                    <a:gd name="T27" fmla="*/ 2147483646 h 858"/>
                    <a:gd name="T28" fmla="*/ 2147483646 w 812"/>
                    <a:gd name="T29" fmla="*/ 2147483646 h 858"/>
                    <a:gd name="T30" fmla="*/ 2147483646 w 812"/>
                    <a:gd name="T31" fmla="*/ 2147483646 h 858"/>
                    <a:gd name="T32" fmla="*/ 2147483646 w 812"/>
                    <a:gd name="T33" fmla="*/ 2147483646 h 858"/>
                    <a:gd name="T34" fmla="*/ 2147483646 w 812"/>
                    <a:gd name="T35" fmla="*/ 2147483646 h 858"/>
                    <a:gd name="T36" fmla="*/ 2147483646 w 812"/>
                    <a:gd name="T37" fmla="*/ 2147483646 h 858"/>
                    <a:gd name="T38" fmla="*/ 2147483646 w 812"/>
                    <a:gd name="T39" fmla="*/ 2147483646 h 858"/>
                    <a:gd name="T40" fmla="*/ 2147483646 w 812"/>
                    <a:gd name="T41" fmla="*/ 2147483646 h 858"/>
                    <a:gd name="T42" fmla="*/ 2147483646 w 812"/>
                    <a:gd name="T43" fmla="*/ 2147483646 h 858"/>
                    <a:gd name="T44" fmla="*/ 2147483646 w 812"/>
                    <a:gd name="T45" fmla="*/ 2147483646 h 858"/>
                    <a:gd name="T46" fmla="*/ 2147483646 w 812"/>
                    <a:gd name="T47" fmla="*/ 2147483646 h 858"/>
                    <a:gd name="T48" fmla="*/ 2147483646 w 812"/>
                    <a:gd name="T49" fmla="*/ 2147483646 h 858"/>
                    <a:gd name="T50" fmla="*/ 2147483646 w 812"/>
                    <a:gd name="T51" fmla="*/ 2147483646 h 858"/>
                    <a:gd name="T52" fmla="*/ 2147483646 w 812"/>
                    <a:gd name="T53" fmla="*/ 2147483646 h 858"/>
                    <a:gd name="T54" fmla="*/ 2147483646 w 812"/>
                    <a:gd name="T55" fmla="*/ 2147483646 h 858"/>
                    <a:gd name="T56" fmla="*/ 2147483646 w 812"/>
                    <a:gd name="T57" fmla="*/ 2147483646 h 858"/>
                    <a:gd name="T58" fmla="*/ 2147483646 w 812"/>
                    <a:gd name="T59" fmla="*/ 2147483646 h 858"/>
                    <a:gd name="T60" fmla="*/ 2147483646 w 812"/>
                    <a:gd name="T61" fmla="*/ 2147483646 h 858"/>
                    <a:gd name="T62" fmla="*/ 2147483646 w 812"/>
                    <a:gd name="T63" fmla="*/ 2147483646 h 858"/>
                    <a:gd name="T64" fmla="*/ 2147483646 w 812"/>
                    <a:gd name="T65" fmla="*/ 2147483646 h 858"/>
                    <a:gd name="T66" fmla="*/ 2147483646 w 812"/>
                    <a:gd name="T67" fmla="*/ 2147483646 h 858"/>
                    <a:gd name="T68" fmla="*/ 2147483646 w 812"/>
                    <a:gd name="T69" fmla="*/ 2147483646 h 85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812" h="858">
                      <a:moveTo>
                        <a:pt x="179" y="0"/>
                      </a:moveTo>
                      <a:lnTo>
                        <a:pt x="507" y="0"/>
                      </a:lnTo>
                      <a:cubicBezTo>
                        <a:pt x="569" y="0"/>
                        <a:pt x="620" y="51"/>
                        <a:pt x="620" y="113"/>
                      </a:cubicBezTo>
                      <a:lnTo>
                        <a:pt x="620" y="264"/>
                      </a:lnTo>
                      <a:cubicBezTo>
                        <a:pt x="584" y="292"/>
                        <a:pt x="563" y="318"/>
                        <a:pt x="535" y="356"/>
                      </a:cubicBezTo>
                      <a:lnTo>
                        <a:pt x="535" y="113"/>
                      </a:lnTo>
                      <a:cubicBezTo>
                        <a:pt x="535" y="98"/>
                        <a:pt x="522" y="85"/>
                        <a:pt x="507" y="85"/>
                      </a:cubicBezTo>
                      <a:lnTo>
                        <a:pt x="247" y="85"/>
                      </a:lnTo>
                      <a:lnTo>
                        <a:pt x="247" y="204"/>
                      </a:lnTo>
                      <a:cubicBezTo>
                        <a:pt x="247" y="216"/>
                        <a:pt x="237" y="226"/>
                        <a:pt x="225" y="226"/>
                      </a:cubicBezTo>
                      <a:lnTo>
                        <a:pt x="86" y="226"/>
                      </a:lnTo>
                      <a:lnTo>
                        <a:pt x="86" y="643"/>
                      </a:lnTo>
                      <a:cubicBezTo>
                        <a:pt x="86" y="658"/>
                        <a:pt x="98" y="670"/>
                        <a:pt x="113" y="670"/>
                      </a:cubicBezTo>
                      <a:lnTo>
                        <a:pt x="375" y="670"/>
                      </a:lnTo>
                      <a:cubicBezTo>
                        <a:pt x="366" y="699"/>
                        <a:pt x="358" y="727"/>
                        <a:pt x="353" y="756"/>
                      </a:cubicBezTo>
                      <a:lnTo>
                        <a:pt x="113" y="756"/>
                      </a:lnTo>
                      <a:cubicBezTo>
                        <a:pt x="51" y="756"/>
                        <a:pt x="0" y="705"/>
                        <a:pt x="0" y="643"/>
                      </a:cubicBezTo>
                      <a:lnTo>
                        <a:pt x="0" y="178"/>
                      </a:lnTo>
                      <a:lnTo>
                        <a:pt x="179" y="0"/>
                      </a:lnTo>
                      <a:close/>
                      <a:moveTo>
                        <a:pt x="721" y="277"/>
                      </a:moveTo>
                      <a:cubicBezTo>
                        <a:pt x="733" y="283"/>
                        <a:pt x="740" y="295"/>
                        <a:pt x="743" y="310"/>
                      </a:cubicBezTo>
                      <a:cubicBezTo>
                        <a:pt x="765" y="316"/>
                        <a:pt x="786" y="330"/>
                        <a:pt x="802" y="358"/>
                      </a:cubicBezTo>
                      <a:cubicBezTo>
                        <a:pt x="812" y="382"/>
                        <a:pt x="808" y="417"/>
                        <a:pt x="794" y="442"/>
                      </a:cubicBezTo>
                      <a:cubicBezTo>
                        <a:pt x="770" y="487"/>
                        <a:pt x="736" y="543"/>
                        <a:pt x="707" y="588"/>
                      </a:cubicBezTo>
                      <a:cubicBezTo>
                        <a:pt x="688" y="595"/>
                        <a:pt x="692" y="556"/>
                        <a:pt x="699" y="546"/>
                      </a:cubicBezTo>
                      <a:cubicBezTo>
                        <a:pt x="723" y="510"/>
                        <a:pt x="743" y="477"/>
                        <a:pt x="762" y="413"/>
                      </a:cubicBezTo>
                      <a:cubicBezTo>
                        <a:pt x="766" y="382"/>
                        <a:pt x="752" y="368"/>
                        <a:pt x="743" y="355"/>
                      </a:cubicBezTo>
                      <a:cubicBezTo>
                        <a:pt x="742" y="358"/>
                        <a:pt x="742" y="360"/>
                        <a:pt x="741" y="363"/>
                      </a:cubicBezTo>
                      <a:cubicBezTo>
                        <a:pt x="723" y="355"/>
                        <a:pt x="706" y="346"/>
                        <a:pt x="688" y="337"/>
                      </a:cubicBezTo>
                      <a:cubicBezTo>
                        <a:pt x="670" y="327"/>
                        <a:pt x="653" y="314"/>
                        <a:pt x="636" y="302"/>
                      </a:cubicBezTo>
                      <a:cubicBezTo>
                        <a:pt x="669" y="274"/>
                        <a:pt x="698" y="264"/>
                        <a:pt x="721" y="277"/>
                      </a:cubicBezTo>
                      <a:close/>
                      <a:moveTo>
                        <a:pt x="734" y="395"/>
                      </a:moveTo>
                      <a:cubicBezTo>
                        <a:pt x="719" y="445"/>
                        <a:pt x="690" y="508"/>
                        <a:pt x="649" y="579"/>
                      </a:cubicBezTo>
                      <a:cubicBezTo>
                        <a:pt x="628" y="615"/>
                        <a:pt x="604" y="650"/>
                        <a:pt x="580" y="681"/>
                      </a:cubicBezTo>
                      <a:cubicBezTo>
                        <a:pt x="557" y="670"/>
                        <a:pt x="535" y="658"/>
                        <a:pt x="512" y="646"/>
                      </a:cubicBezTo>
                      <a:cubicBezTo>
                        <a:pt x="488" y="633"/>
                        <a:pt x="465" y="617"/>
                        <a:pt x="442" y="601"/>
                      </a:cubicBezTo>
                      <a:cubicBezTo>
                        <a:pt x="457" y="565"/>
                        <a:pt x="475" y="527"/>
                        <a:pt x="496" y="491"/>
                      </a:cubicBezTo>
                      <a:cubicBezTo>
                        <a:pt x="536" y="420"/>
                        <a:pt x="576" y="363"/>
                        <a:pt x="612" y="325"/>
                      </a:cubicBezTo>
                      <a:cubicBezTo>
                        <a:pt x="631" y="338"/>
                        <a:pt x="650" y="351"/>
                        <a:pt x="671" y="363"/>
                      </a:cubicBezTo>
                      <a:cubicBezTo>
                        <a:pt x="691" y="375"/>
                        <a:pt x="712" y="384"/>
                        <a:pt x="734" y="395"/>
                      </a:cubicBezTo>
                      <a:close/>
                      <a:moveTo>
                        <a:pt x="560" y="707"/>
                      </a:moveTo>
                      <a:cubicBezTo>
                        <a:pt x="486" y="797"/>
                        <a:pt x="410" y="858"/>
                        <a:pt x="392" y="848"/>
                      </a:cubicBezTo>
                      <a:cubicBezTo>
                        <a:pt x="375" y="838"/>
                        <a:pt x="389" y="742"/>
                        <a:pt x="430" y="632"/>
                      </a:cubicBezTo>
                      <a:cubicBezTo>
                        <a:pt x="451" y="645"/>
                        <a:pt x="472" y="659"/>
                        <a:pt x="494" y="672"/>
                      </a:cubicBezTo>
                      <a:cubicBezTo>
                        <a:pt x="516" y="685"/>
                        <a:pt x="538" y="695"/>
                        <a:pt x="560" y="707"/>
                      </a:cubicBezTo>
                      <a:close/>
                      <a:moveTo>
                        <a:pt x="294" y="149"/>
                      </a:moveTo>
                      <a:lnTo>
                        <a:pt x="482" y="149"/>
                      </a:lnTo>
                      <a:lnTo>
                        <a:pt x="482" y="193"/>
                      </a:lnTo>
                      <a:lnTo>
                        <a:pt x="294" y="193"/>
                      </a:lnTo>
                      <a:lnTo>
                        <a:pt x="294" y="149"/>
                      </a:lnTo>
                      <a:close/>
                      <a:moveTo>
                        <a:pt x="148" y="437"/>
                      </a:moveTo>
                      <a:lnTo>
                        <a:pt x="258" y="437"/>
                      </a:lnTo>
                      <a:lnTo>
                        <a:pt x="258" y="480"/>
                      </a:lnTo>
                      <a:lnTo>
                        <a:pt x="148" y="480"/>
                      </a:lnTo>
                      <a:lnTo>
                        <a:pt x="148" y="437"/>
                      </a:lnTo>
                      <a:close/>
                      <a:moveTo>
                        <a:pt x="148" y="337"/>
                      </a:moveTo>
                      <a:lnTo>
                        <a:pt x="482" y="337"/>
                      </a:lnTo>
                      <a:lnTo>
                        <a:pt x="482" y="381"/>
                      </a:lnTo>
                      <a:lnTo>
                        <a:pt x="148" y="381"/>
                      </a:lnTo>
                      <a:lnTo>
                        <a:pt x="148" y="337"/>
                      </a:lnTo>
                      <a:close/>
                      <a:moveTo>
                        <a:pt x="148" y="245"/>
                      </a:moveTo>
                      <a:lnTo>
                        <a:pt x="482" y="245"/>
                      </a:lnTo>
                      <a:lnTo>
                        <a:pt x="482" y="288"/>
                      </a:lnTo>
                      <a:lnTo>
                        <a:pt x="148" y="288"/>
                      </a:lnTo>
                      <a:lnTo>
                        <a:pt x="148" y="245"/>
                      </a:lnTo>
                      <a:close/>
                      <a:moveTo>
                        <a:pt x="111" y="187"/>
                      </a:moveTo>
                      <a:lnTo>
                        <a:pt x="193" y="187"/>
                      </a:lnTo>
                      <a:cubicBezTo>
                        <a:pt x="201" y="187"/>
                        <a:pt x="208" y="181"/>
                        <a:pt x="208" y="173"/>
                      </a:cubicBezTo>
                      <a:lnTo>
                        <a:pt x="208" y="91"/>
                      </a:lnTo>
                      <a:lnTo>
                        <a:pt x="111" y="18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lnSpc>
                      <a:spcPct val="120000"/>
                    </a:lnSpc>
                    <a:spcBef>
                      <a:spcPct val="0"/>
                    </a:spcBef>
                    <a:spcAft>
                      <a:spcPct val="0"/>
                    </a:spcAft>
                  </a:pPr>
                  <a:endParaRPr lang="zh-CN" altLang="en-US" dirty="0">
                    <a:solidFill>
                      <a:srgbClr val="313D51"/>
                    </a:solidFill>
                    <a:latin typeface="思源黑体" panose="020B0500000000000000" pitchFamily="34" charset="-122"/>
                    <a:ea typeface="宋体" panose="02010600030101010101" pitchFamily="2" charset="-122"/>
                  </a:endParaRPr>
                </a:p>
              </p:txBody>
            </p:sp>
          </p:grpSp>
          <p:sp>
            <p:nvSpPr>
              <p:cNvPr id="55" name="Rectangle 14"/>
              <p:cNvSpPr>
                <a:spLocks noChangeArrowheads="1"/>
              </p:cNvSpPr>
              <p:nvPr>
                <p:custDataLst>
                  <p:tags r:id="rId5"/>
                </p:custDataLst>
              </p:nvPr>
            </p:nvSpPr>
            <p:spPr bwMode="auto">
              <a:xfrm>
                <a:off x="5581874" y="2234939"/>
                <a:ext cx="686726" cy="27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sz="1600" b="1" dirty="0" smtClean="0">
                    <a:solidFill>
                      <a:srgbClr val="313D51"/>
                    </a:solidFill>
                    <a:latin typeface="思源黑体" panose="020B0500000000000000" pitchFamily="34" charset="-122"/>
                    <a:ea typeface="思源黑体" panose="020B0500000000000000" pitchFamily="34" charset="-122"/>
                  </a:rPr>
                  <a:t>PART 1</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56" name="TextBox 59"/>
              <p:cNvSpPr txBox="1">
                <a:spLocks noChangeArrowheads="1"/>
              </p:cNvSpPr>
              <p:nvPr>
                <p:custDataLst>
                  <p:tags r:id="rId6"/>
                </p:custDataLst>
              </p:nvPr>
            </p:nvSpPr>
            <p:spPr bwMode="auto">
              <a:xfrm>
                <a:off x="6566161" y="2152389"/>
                <a:ext cx="2940050" cy="430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b="1" dirty="0">
                    <a:solidFill>
                      <a:srgbClr val="313D51"/>
                    </a:solidFill>
                    <a:latin typeface="思源黑体" panose="020B0500000000000000" pitchFamily="34" charset="-122"/>
                    <a:ea typeface="思源黑体" panose="020B0500000000000000" pitchFamily="34" charset="-122"/>
                  </a:rPr>
                  <a:t>选题背景及意义</a:t>
                </a:r>
                <a:endParaRPr lang="zh-CN" altLang="en-US" b="1" dirty="0">
                  <a:solidFill>
                    <a:srgbClr val="313D51"/>
                  </a:solidFill>
                  <a:latin typeface="思源黑体" panose="020B0500000000000000" pitchFamily="34" charset="-122"/>
                  <a:ea typeface="思源黑体" panose="020B0500000000000000" pitchFamily="34" charset="-122"/>
                </a:endParaRPr>
              </a:p>
            </p:txBody>
          </p:sp>
        </p:grpSp>
        <p:grpSp>
          <p:nvGrpSpPr>
            <p:cNvPr id="38" name="组合 37"/>
            <p:cNvGrpSpPr/>
            <p:nvPr/>
          </p:nvGrpSpPr>
          <p:grpSpPr>
            <a:xfrm flipH="1">
              <a:off x="6433491" y="2147214"/>
              <a:ext cx="4171535" cy="80892"/>
              <a:chOff x="2272062" y="2596259"/>
              <a:chExt cx="4173708" cy="80934"/>
            </a:xfrm>
          </p:grpSpPr>
          <p:cxnSp>
            <p:nvCxnSpPr>
              <p:cNvPr id="39" name="直接连接符 38"/>
              <p:cNvCxnSpPr/>
              <p:nvPr>
                <p:custDataLst>
                  <p:tags r:id="rId7"/>
                </p:custDataLst>
              </p:nvPr>
            </p:nvCxnSpPr>
            <p:spPr>
              <a:xfrm>
                <a:off x="2272062" y="2672770"/>
                <a:ext cx="4158716" cy="0"/>
              </a:xfrm>
              <a:prstGeom prst="line">
                <a:avLst/>
              </a:prstGeom>
              <a:noFill/>
              <a:ln w="19050" cap="flat" cmpd="sng" algn="ctr">
                <a:solidFill>
                  <a:sysClr val="window" lastClr="FFFFFF">
                    <a:lumMod val="75000"/>
                  </a:sysClr>
                </a:solidFill>
                <a:prstDash val="solid"/>
                <a:miter lim="800000"/>
              </a:ln>
              <a:effectLst/>
            </p:spPr>
          </p:cxnSp>
          <p:sp>
            <p:nvSpPr>
              <p:cNvPr id="51" name="矩形 50"/>
              <p:cNvSpPr/>
              <p:nvPr>
                <p:custDataLst>
                  <p:tags r:id="rId8"/>
                </p:custDataLst>
              </p:nvPr>
            </p:nvSpPr>
            <p:spPr>
              <a:xfrm>
                <a:off x="5494740" y="2596259"/>
                <a:ext cx="951030" cy="80934"/>
              </a:xfrm>
              <a:prstGeom prst="rect">
                <a:avLst/>
              </a:prstGeom>
              <a:solidFill>
                <a:srgbClr val="244C89"/>
              </a:solidFill>
              <a:ln w="12700" cap="flat" cmpd="sng" algn="ctr">
                <a:noFill/>
                <a:prstDash val="solid"/>
                <a:miter lim="800000"/>
              </a:ln>
              <a:effectLst/>
            </p:spPr>
            <p:txBody>
              <a:bodyPr rtlCol="0" anchor="ctr"/>
              <a:lstStyle/>
              <a:p>
                <a:pPr algn="ctr" defTabSz="913765">
                  <a:lnSpc>
                    <a:spcPct val="120000"/>
                  </a:lnSpc>
                  <a:defRPr/>
                </a:pPr>
                <a:endParaRPr lang="zh-CN" altLang="en-US" sz="1800" kern="0">
                  <a:solidFill>
                    <a:srgbClr val="313D51"/>
                  </a:solidFill>
                  <a:latin typeface="Calibri" panose="020F0502020204030204"/>
                  <a:ea typeface="宋体" panose="02010600030101010101" pitchFamily="2" charset="-122"/>
                </a:endParaRPr>
              </a:p>
            </p:txBody>
          </p:sp>
        </p:grpSp>
      </p:grpSp>
      <p:grpSp>
        <p:nvGrpSpPr>
          <p:cNvPr id="59" name="组合 58"/>
          <p:cNvGrpSpPr/>
          <p:nvPr>
            <p:custDataLst>
              <p:tags r:id="rId9"/>
            </p:custDataLst>
          </p:nvPr>
        </p:nvGrpSpPr>
        <p:grpSpPr>
          <a:xfrm>
            <a:off x="5714354" y="2522443"/>
            <a:ext cx="4890672" cy="576263"/>
            <a:chOff x="5714354" y="2522443"/>
            <a:chExt cx="4890672" cy="576263"/>
          </a:xfrm>
        </p:grpSpPr>
        <p:grpSp>
          <p:nvGrpSpPr>
            <p:cNvPr id="60" name="组合 59"/>
            <p:cNvGrpSpPr/>
            <p:nvPr/>
          </p:nvGrpSpPr>
          <p:grpSpPr>
            <a:xfrm>
              <a:off x="5714354" y="2522443"/>
              <a:ext cx="4229100" cy="576263"/>
              <a:chOff x="4753236" y="2862001"/>
              <a:chExt cx="4229100" cy="576263"/>
            </a:xfrm>
          </p:grpSpPr>
          <p:grpSp>
            <p:nvGrpSpPr>
              <p:cNvPr id="64" name="组合 22"/>
              <p:cNvGrpSpPr/>
              <p:nvPr/>
            </p:nvGrpSpPr>
            <p:grpSpPr bwMode="auto">
              <a:xfrm>
                <a:off x="4753236" y="2862001"/>
                <a:ext cx="576262" cy="576263"/>
                <a:chOff x="6170389" y="3371639"/>
                <a:chExt cx="576064" cy="576064"/>
              </a:xfrm>
            </p:grpSpPr>
            <p:sp>
              <p:nvSpPr>
                <p:cNvPr id="67" name="圆角矩形 11"/>
                <p:cNvSpPr>
                  <a:spLocks noChangeArrowheads="1"/>
                </p:cNvSpPr>
                <p:nvPr>
                  <p:custDataLst>
                    <p:tags r:id="rId10"/>
                  </p:custDataLst>
                </p:nvPr>
              </p:nvSpPr>
              <p:spPr bwMode="auto">
                <a:xfrm>
                  <a:off x="6170389" y="3371639"/>
                  <a:ext cx="576064" cy="576064"/>
                </a:xfrm>
                <a:prstGeom prst="roundRect">
                  <a:avLst>
                    <a:gd name="adj" fmla="val 16667"/>
                  </a:avLst>
                </a:prstGeom>
                <a:solidFill>
                  <a:srgbClr val="244C89"/>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endParaRPr lang="zh-CN" altLang="en-US" sz="1800" dirty="0">
                    <a:solidFill>
                      <a:srgbClr val="313D51"/>
                    </a:solidFill>
                    <a:latin typeface="思源黑体" panose="020B0500000000000000" pitchFamily="34" charset="-122"/>
                    <a:ea typeface="宋体" panose="02010600030101010101" pitchFamily="2" charset="-122"/>
                  </a:endParaRPr>
                </a:p>
              </p:txBody>
            </p:sp>
            <p:sp>
              <p:nvSpPr>
                <p:cNvPr id="68" name="Freeform 13"/>
                <p:cNvSpPr>
                  <a:spLocks noEditPoints="1"/>
                </p:cNvSpPr>
                <p:nvPr>
                  <p:custDataLst>
                    <p:tags r:id="rId11"/>
                  </p:custDataLst>
                </p:nvPr>
              </p:nvSpPr>
              <p:spPr bwMode="auto">
                <a:xfrm>
                  <a:off x="6293383" y="3504805"/>
                  <a:ext cx="330076" cy="309733"/>
                </a:xfrm>
                <a:custGeom>
                  <a:avLst/>
                  <a:gdLst>
                    <a:gd name="T0" fmla="*/ 0 w 957"/>
                    <a:gd name="T1" fmla="*/ 2147483646 h 885"/>
                    <a:gd name="T2" fmla="*/ 2147483646 w 957"/>
                    <a:gd name="T3" fmla="*/ 2147483646 h 885"/>
                    <a:gd name="T4" fmla="*/ 2147483646 w 957"/>
                    <a:gd name="T5" fmla="*/ 2147483646 h 885"/>
                    <a:gd name="T6" fmla="*/ 2147483646 w 957"/>
                    <a:gd name="T7" fmla="*/ 2147483646 h 885"/>
                    <a:gd name="T8" fmla="*/ 2147483646 w 957"/>
                    <a:gd name="T9" fmla="*/ 2147483646 h 885"/>
                    <a:gd name="T10" fmla="*/ 2147483646 w 957"/>
                    <a:gd name="T11" fmla="*/ 2147483646 h 885"/>
                    <a:gd name="T12" fmla="*/ 2147483646 w 957"/>
                    <a:gd name="T13" fmla="*/ 2147483646 h 885"/>
                    <a:gd name="T14" fmla="*/ 2147483646 w 957"/>
                    <a:gd name="T15" fmla="*/ 2147483646 h 885"/>
                    <a:gd name="T16" fmla="*/ 2147483646 w 957"/>
                    <a:gd name="T17" fmla="*/ 2147483646 h 885"/>
                    <a:gd name="T18" fmla="*/ 2147483646 w 957"/>
                    <a:gd name="T19" fmla="*/ 2147483646 h 885"/>
                    <a:gd name="T20" fmla="*/ 0 w 957"/>
                    <a:gd name="T21" fmla="*/ 2147483646 h 885"/>
                    <a:gd name="T22" fmla="*/ 2147483646 w 957"/>
                    <a:gd name="T23" fmla="*/ 2147483646 h 885"/>
                    <a:gd name="T24" fmla="*/ 2147483646 w 957"/>
                    <a:gd name="T25" fmla="*/ 2147483646 h 885"/>
                    <a:gd name="T26" fmla="*/ 2147483646 w 957"/>
                    <a:gd name="T27" fmla="*/ 2147483646 h 885"/>
                    <a:gd name="T28" fmla="*/ 2147483646 w 957"/>
                    <a:gd name="T29" fmla="*/ 2147483646 h 885"/>
                    <a:gd name="T30" fmla="*/ 2147483646 w 957"/>
                    <a:gd name="T31" fmla="*/ 2147483646 h 885"/>
                    <a:gd name="T32" fmla="*/ 2147483646 w 957"/>
                    <a:gd name="T33" fmla="*/ 2147483646 h 885"/>
                    <a:gd name="T34" fmla="*/ 2147483646 w 957"/>
                    <a:gd name="T35" fmla="*/ 2147483646 h 885"/>
                    <a:gd name="T36" fmla="*/ 2147483646 w 957"/>
                    <a:gd name="T37" fmla="*/ 2147483646 h 885"/>
                    <a:gd name="T38" fmla="*/ 2147483646 w 957"/>
                    <a:gd name="T39" fmla="*/ 2147483646 h 885"/>
                    <a:gd name="T40" fmla="*/ 2147483646 w 957"/>
                    <a:gd name="T41" fmla="*/ 2147483646 h 885"/>
                    <a:gd name="T42" fmla="*/ 2147483646 w 957"/>
                    <a:gd name="T43" fmla="*/ 2147483646 h 885"/>
                    <a:gd name="T44" fmla="*/ 2147483646 w 957"/>
                    <a:gd name="T45" fmla="*/ 2147483646 h 885"/>
                    <a:gd name="T46" fmla="*/ 2147483646 w 957"/>
                    <a:gd name="T47" fmla="*/ 2147483646 h 885"/>
                    <a:gd name="T48" fmla="*/ 2147483646 w 957"/>
                    <a:gd name="T49" fmla="*/ 2147483646 h 885"/>
                    <a:gd name="T50" fmla="*/ 2147483646 w 957"/>
                    <a:gd name="T51" fmla="*/ 2147483646 h 885"/>
                    <a:gd name="T52" fmla="*/ 2147483646 w 957"/>
                    <a:gd name="T53" fmla="*/ 2147483646 h 885"/>
                    <a:gd name="T54" fmla="*/ 2147483646 w 957"/>
                    <a:gd name="T55" fmla="*/ 2147483646 h 885"/>
                    <a:gd name="T56" fmla="*/ 2147483646 w 957"/>
                    <a:gd name="T57" fmla="*/ 2147483646 h 885"/>
                    <a:gd name="T58" fmla="*/ 2147483646 w 957"/>
                    <a:gd name="T59" fmla="*/ 2147483646 h 885"/>
                    <a:gd name="T60" fmla="*/ 2147483646 w 957"/>
                    <a:gd name="T61" fmla="*/ 2147483646 h 885"/>
                    <a:gd name="T62" fmla="*/ 2147483646 w 957"/>
                    <a:gd name="T63" fmla="*/ 2147483646 h 885"/>
                    <a:gd name="T64" fmla="*/ 2147483646 w 957"/>
                    <a:gd name="T65" fmla="*/ 2147483646 h 885"/>
                    <a:gd name="T66" fmla="*/ 2147483646 w 957"/>
                    <a:gd name="T67" fmla="*/ 2147483646 h 885"/>
                    <a:gd name="T68" fmla="*/ 2147483646 w 957"/>
                    <a:gd name="T69" fmla="*/ 2147483646 h 885"/>
                    <a:gd name="T70" fmla="*/ 2147483646 w 957"/>
                    <a:gd name="T71" fmla="*/ 2147483646 h 885"/>
                    <a:gd name="T72" fmla="*/ 2147483646 w 957"/>
                    <a:gd name="T73" fmla="*/ 2147483646 h 885"/>
                    <a:gd name="T74" fmla="*/ 2147483646 w 957"/>
                    <a:gd name="T75" fmla="*/ 2147483646 h 885"/>
                    <a:gd name="T76" fmla="*/ 2147483646 w 957"/>
                    <a:gd name="T77" fmla="*/ 2147483646 h 885"/>
                    <a:gd name="T78" fmla="*/ 2147483646 w 957"/>
                    <a:gd name="T79" fmla="*/ 2147483646 h 885"/>
                    <a:gd name="T80" fmla="*/ 2147483646 w 957"/>
                    <a:gd name="T81" fmla="*/ 2147483646 h 885"/>
                    <a:gd name="T82" fmla="*/ 2147483646 w 957"/>
                    <a:gd name="T83" fmla="*/ 2147483646 h 885"/>
                    <a:gd name="T84" fmla="*/ 2147483646 w 957"/>
                    <a:gd name="T85" fmla="*/ 2147483646 h 885"/>
                    <a:gd name="T86" fmla="*/ 2147483646 w 957"/>
                    <a:gd name="T87" fmla="*/ 2147483646 h 885"/>
                    <a:gd name="T88" fmla="*/ 2147483646 w 957"/>
                    <a:gd name="T89" fmla="*/ 2147483646 h 885"/>
                    <a:gd name="T90" fmla="*/ 2147483646 w 957"/>
                    <a:gd name="T91" fmla="*/ 2147483646 h 885"/>
                    <a:gd name="T92" fmla="*/ 2147483646 w 957"/>
                    <a:gd name="T93" fmla="*/ 2147483646 h 88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957" h="885">
                      <a:moveTo>
                        <a:pt x="0" y="155"/>
                      </a:moveTo>
                      <a:cubicBezTo>
                        <a:pt x="0" y="278"/>
                        <a:pt x="0" y="400"/>
                        <a:pt x="0" y="523"/>
                      </a:cubicBezTo>
                      <a:cubicBezTo>
                        <a:pt x="0" y="533"/>
                        <a:pt x="161" y="687"/>
                        <a:pt x="181" y="707"/>
                      </a:cubicBezTo>
                      <a:cubicBezTo>
                        <a:pt x="202" y="728"/>
                        <a:pt x="355" y="885"/>
                        <a:pt x="368" y="885"/>
                      </a:cubicBezTo>
                      <a:cubicBezTo>
                        <a:pt x="442" y="885"/>
                        <a:pt x="516" y="885"/>
                        <a:pt x="589" y="885"/>
                      </a:cubicBezTo>
                      <a:cubicBezTo>
                        <a:pt x="620" y="885"/>
                        <a:pt x="632" y="856"/>
                        <a:pt x="645" y="837"/>
                      </a:cubicBezTo>
                      <a:cubicBezTo>
                        <a:pt x="645" y="684"/>
                        <a:pt x="645" y="532"/>
                        <a:pt x="645" y="380"/>
                      </a:cubicBezTo>
                      <a:cubicBezTo>
                        <a:pt x="631" y="385"/>
                        <a:pt x="590" y="368"/>
                        <a:pt x="582" y="391"/>
                      </a:cubicBezTo>
                      <a:cubicBezTo>
                        <a:pt x="577" y="401"/>
                        <a:pt x="582" y="573"/>
                        <a:pt x="582" y="608"/>
                      </a:cubicBezTo>
                      <a:cubicBezTo>
                        <a:pt x="582" y="643"/>
                        <a:pt x="592" y="822"/>
                        <a:pt x="567" y="822"/>
                      </a:cubicBezTo>
                      <a:cubicBezTo>
                        <a:pt x="507" y="822"/>
                        <a:pt x="447" y="822"/>
                        <a:pt x="387" y="822"/>
                      </a:cubicBezTo>
                      <a:cubicBezTo>
                        <a:pt x="368" y="822"/>
                        <a:pt x="376" y="760"/>
                        <a:pt x="376" y="741"/>
                      </a:cubicBezTo>
                      <a:cubicBezTo>
                        <a:pt x="376" y="710"/>
                        <a:pt x="376" y="679"/>
                        <a:pt x="376" y="649"/>
                      </a:cubicBezTo>
                      <a:cubicBezTo>
                        <a:pt x="376" y="565"/>
                        <a:pt x="376" y="551"/>
                        <a:pt x="324" y="516"/>
                      </a:cubicBezTo>
                      <a:cubicBezTo>
                        <a:pt x="300" y="516"/>
                        <a:pt x="301" y="509"/>
                        <a:pt x="280" y="509"/>
                      </a:cubicBezTo>
                      <a:cubicBezTo>
                        <a:pt x="209" y="509"/>
                        <a:pt x="137" y="509"/>
                        <a:pt x="66" y="509"/>
                      </a:cubicBezTo>
                      <a:cubicBezTo>
                        <a:pt x="66" y="398"/>
                        <a:pt x="66" y="287"/>
                        <a:pt x="66" y="177"/>
                      </a:cubicBezTo>
                      <a:cubicBezTo>
                        <a:pt x="66" y="168"/>
                        <a:pt x="69" y="169"/>
                        <a:pt x="74" y="162"/>
                      </a:cubicBezTo>
                      <a:cubicBezTo>
                        <a:pt x="155" y="162"/>
                        <a:pt x="236" y="162"/>
                        <a:pt x="317" y="162"/>
                      </a:cubicBezTo>
                      <a:cubicBezTo>
                        <a:pt x="333" y="151"/>
                        <a:pt x="375" y="115"/>
                        <a:pt x="376" y="92"/>
                      </a:cubicBezTo>
                      <a:cubicBezTo>
                        <a:pt x="274" y="92"/>
                        <a:pt x="172" y="92"/>
                        <a:pt x="70" y="92"/>
                      </a:cubicBezTo>
                      <a:cubicBezTo>
                        <a:pt x="42" y="92"/>
                        <a:pt x="0" y="131"/>
                        <a:pt x="0" y="155"/>
                      </a:cubicBezTo>
                      <a:close/>
                      <a:moveTo>
                        <a:pt x="505" y="215"/>
                      </a:moveTo>
                      <a:lnTo>
                        <a:pt x="538" y="182"/>
                      </a:lnTo>
                      <a:lnTo>
                        <a:pt x="505" y="149"/>
                      </a:lnTo>
                      <a:cubicBezTo>
                        <a:pt x="504" y="148"/>
                        <a:pt x="504" y="146"/>
                        <a:pt x="505" y="145"/>
                      </a:cubicBezTo>
                      <a:lnTo>
                        <a:pt x="527" y="123"/>
                      </a:lnTo>
                      <a:cubicBezTo>
                        <a:pt x="528" y="122"/>
                        <a:pt x="530" y="122"/>
                        <a:pt x="531" y="123"/>
                      </a:cubicBezTo>
                      <a:lnTo>
                        <a:pt x="564" y="156"/>
                      </a:lnTo>
                      <a:lnTo>
                        <a:pt x="597" y="123"/>
                      </a:lnTo>
                      <a:cubicBezTo>
                        <a:pt x="599" y="122"/>
                        <a:pt x="601" y="122"/>
                        <a:pt x="602" y="123"/>
                      </a:cubicBezTo>
                      <a:lnTo>
                        <a:pt x="624" y="145"/>
                      </a:lnTo>
                      <a:cubicBezTo>
                        <a:pt x="625" y="146"/>
                        <a:pt x="625" y="148"/>
                        <a:pt x="624" y="149"/>
                      </a:cubicBezTo>
                      <a:lnTo>
                        <a:pt x="591" y="182"/>
                      </a:lnTo>
                      <a:lnTo>
                        <a:pt x="624" y="215"/>
                      </a:lnTo>
                      <a:cubicBezTo>
                        <a:pt x="625" y="217"/>
                        <a:pt x="625" y="219"/>
                        <a:pt x="624" y="220"/>
                      </a:cubicBezTo>
                      <a:lnTo>
                        <a:pt x="602" y="242"/>
                      </a:lnTo>
                      <a:cubicBezTo>
                        <a:pt x="601" y="243"/>
                        <a:pt x="599" y="243"/>
                        <a:pt x="597" y="242"/>
                      </a:cubicBezTo>
                      <a:lnTo>
                        <a:pt x="564" y="209"/>
                      </a:lnTo>
                      <a:lnTo>
                        <a:pt x="531" y="242"/>
                      </a:lnTo>
                      <a:cubicBezTo>
                        <a:pt x="530" y="243"/>
                        <a:pt x="528" y="243"/>
                        <a:pt x="527" y="242"/>
                      </a:cubicBezTo>
                      <a:lnTo>
                        <a:pt x="505" y="220"/>
                      </a:lnTo>
                      <a:cubicBezTo>
                        <a:pt x="504" y="219"/>
                        <a:pt x="504" y="217"/>
                        <a:pt x="505" y="215"/>
                      </a:cubicBezTo>
                      <a:close/>
                      <a:moveTo>
                        <a:pt x="780" y="332"/>
                      </a:moveTo>
                      <a:lnTo>
                        <a:pt x="944" y="496"/>
                      </a:lnTo>
                      <a:cubicBezTo>
                        <a:pt x="957" y="509"/>
                        <a:pt x="957" y="530"/>
                        <a:pt x="944" y="543"/>
                      </a:cubicBezTo>
                      <a:lnTo>
                        <a:pt x="925" y="562"/>
                      </a:lnTo>
                      <a:cubicBezTo>
                        <a:pt x="912" y="575"/>
                        <a:pt x="891" y="575"/>
                        <a:pt x="878" y="562"/>
                      </a:cubicBezTo>
                      <a:lnTo>
                        <a:pt x="714" y="398"/>
                      </a:lnTo>
                      <a:lnTo>
                        <a:pt x="780" y="332"/>
                      </a:lnTo>
                      <a:close/>
                      <a:moveTo>
                        <a:pt x="447" y="65"/>
                      </a:moveTo>
                      <a:cubicBezTo>
                        <a:pt x="512" y="0"/>
                        <a:pt x="617" y="0"/>
                        <a:pt x="682" y="65"/>
                      </a:cubicBezTo>
                      <a:cubicBezTo>
                        <a:pt x="740" y="123"/>
                        <a:pt x="747" y="213"/>
                        <a:pt x="701" y="278"/>
                      </a:cubicBezTo>
                      <a:lnTo>
                        <a:pt x="754" y="331"/>
                      </a:lnTo>
                      <a:cubicBezTo>
                        <a:pt x="756" y="333"/>
                        <a:pt x="756" y="337"/>
                        <a:pt x="754" y="339"/>
                      </a:cubicBezTo>
                      <a:lnTo>
                        <a:pt x="721" y="372"/>
                      </a:lnTo>
                      <a:cubicBezTo>
                        <a:pt x="719" y="374"/>
                        <a:pt x="715" y="374"/>
                        <a:pt x="713" y="372"/>
                      </a:cubicBezTo>
                      <a:lnTo>
                        <a:pt x="660" y="319"/>
                      </a:lnTo>
                      <a:cubicBezTo>
                        <a:pt x="595" y="364"/>
                        <a:pt x="505" y="358"/>
                        <a:pt x="447" y="300"/>
                      </a:cubicBezTo>
                      <a:cubicBezTo>
                        <a:pt x="382" y="235"/>
                        <a:pt x="382" y="130"/>
                        <a:pt x="447" y="65"/>
                      </a:cubicBezTo>
                      <a:close/>
                      <a:moveTo>
                        <a:pt x="486" y="104"/>
                      </a:moveTo>
                      <a:cubicBezTo>
                        <a:pt x="529" y="60"/>
                        <a:pt x="600" y="60"/>
                        <a:pt x="643" y="104"/>
                      </a:cubicBezTo>
                      <a:cubicBezTo>
                        <a:pt x="687" y="147"/>
                        <a:pt x="687" y="218"/>
                        <a:pt x="643" y="261"/>
                      </a:cubicBezTo>
                      <a:cubicBezTo>
                        <a:pt x="600" y="305"/>
                        <a:pt x="529" y="305"/>
                        <a:pt x="486" y="261"/>
                      </a:cubicBezTo>
                      <a:cubicBezTo>
                        <a:pt x="442" y="218"/>
                        <a:pt x="442" y="147"/>
                        <a:pt x="486" y="104"/>
                      </a:cubicBezTo>
                      <a:close/>
                      <a:moveTo>
                        <a:pt x="306" y="770"/>
                      </a:moveTo>
                      <a:cubicBezTo>
                        <a:pt x="304" y="706"/>
                        <a:pt x="303" y="643"/>
                        <a:pt x="302" y="579"/>
                      </a:cubicBezTo>
                      <a:cubicBezTo>
                        <a:pt x="241" y="579"/>
                        <a:pt x="179" y="579"/>
                        <a:pt x="118" y="579"/>
                      </a:cubicBezTo>
                      <a:cubicBezTo>
                        <a:pt x="117" y="580"/>
                        <a:pt x="116" y="581"/>
                        <a:pt x="115" y="581"/>
                      </a:cubicBezTo>
                      <a:cubicBezTo>
                        <a:pt x="179" y="644"/>
                        <a:pt x="242" y="707"/>
                        <a:pt x="306" y="770"/>
                      </a:cubicBezTo>
                      <a:close/>
                      <a:moveTo>
                        <a:pt x="110" y="225"/>
                      </a:moveTo>
                      <a:cubicBezTo>
                        <a:pt x="110" y="233"/>
                        <a:pt x="110" y="242"/>
                        <a:pt x="110" y="250"/>
                      </a:cubicBezTo>
                      <a:cubicBezTo>
                        <a:pt x="110" y="259"/>
                        <a:pt x="116" y="265"/>
                        <a:pt x="125" y="265"/>
                      </a:cubicBezTo>
                      <a:cubicBezTo>
                        <a:pt x="209" y="265"/>
                        <a:pt x="292" y="265"/>
                        <a:pt x="376" y="265"/>
                      </a:cubicBezTo>
                      <a:cubicBezTo>
                        <a:pt x="399" y="265"/>
                        <a:pt x="394" y="228"/>
                        <a:pt x="387" y="214"/>
                      </a:cubicBezTo>
                      <a:cubicBezTo>
                        <a:pt x="338" y="214"/>
                        <a:pt x="288" y="214"/>
                        <a:pt x="239" y="214"/>
                      </a:cubicBezTo>
                      <a:cubicBezTo>
                        <a:pt x="209" y="214"/>
                        <a:pt x="110" y="206"/>
                        <a:pt x="110" y="225"/>
                      </a:cubicBezTo>
                      <a:close/>
                      <a:moveTo>
                        <a:pt x="110" y="405"/>
                      </a:moveTo>
                      <a:cubicBezTo>
                        <a:pt x="110" y="416"/>
                        <a:pt x="110" y="427"/>
                        <a:pt x="110" y="439"/>
                      </a:cubicBezTo>
                      <a:cubicBezTo>
                        <a:pt x="110" y="447"/>
                        <a:pt x="113" y="450"/>
                        <a:pt x="121" y="450"/>
                      </a:cubicBezTo>
                      <a:cubicBezTo>
                        <a:pt x="211" y="450"/>
                        <a:pt x="301" y="450"/>
                        <a:pt x="390" y="450"/>
                      </a:cubicBezTo>
                      <a:cubicBezTo>
                        <a:pt x="392" y="440"/>
                        <a:pt x="400" y="402"/>
                        <a:pt x="379" y="402"/>
                      </a:cubicBezTo>
                      <a:cubicBezTo>
                        <a:pt x="296" y="402"/>
                        <a:pt x="212" y="402"/>
                        <a:pt x="129" y="402"/>
                      </a:cubicBezTo>
                      <a:cubicBezTo>
                        <a:pt x="123" y="402"/>
                        <a:pt x="115" y="404"/>
                        <a:pt x="110" y="405"/>
                      </a:cubicBezTo>
                      <a:close/>
                      <a:moveTo>
                        <a:pt x="110" y="328"/>
                      </a:moveTo>
                      <a:cubicBezTo>
                        <a:pt x="110" y="333"/>
                        <a:pt x="110" y="338"/>
                        <a:pt x="110" y="343"/>
                      </a:cubicBezTo>
                      <a:cubicBezTo>
                        <a:pt x="110" y="351"/>
                        <a:pt x="113" y="351"/>
                        <a:pt x="118" y="357"/>
                      </a:cubicBezTo>
                      <a:cubicBezTo>
                        <a:pt x="205" y="357"/>
                        <a:pt x="292" y="357"/>
                        <a:pt x="379" y="357"/>
                      </a:cubicBezTo>
                      <a:cubicBezTo>
                        <a:pt x="384" y="355"/>
                        <a:pt x="389" y="353"/>
                        <a:pt x="394" y="350"/>
                      </a:cubicBezTo>
                      <a:cubicBezTo>
                        <a:pt x="394" y="344"/>
                        <a:pt x="394" y="338"/>
                        <a:pt x="394" y="332"/>
                      </a:cubicBezTo>
                      <a:cubicBezTo>
                        <a:pt x="394" y="320"/>
                        <a:pt x="390" y="317"/>
                        <a:pt x="387" y="309"/>
                      </a:cubicBezTo>
                      <a:cubicBezTo>
                        <a:pt x="336" y="309"/>
                        <a:pt x="286" y="309"/>
                        <a:pt x="236" y="309"/>
                      </a:cubicBezTo>
                      <a:cubicBezTo>
                        <a:pt x="211" y="309"/>
                        <a:pt x="187" y="309"/>
                        <a:pt x="162" y="309"/>
                      </a:cubicBezTo>
                      <a:cubicBezTo>
                        <a:pt x="131" y="310"/>
                        <a:pt x="110" y="299"/>
                        <a:pt x="110" y="32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lnSpc>
                      <a:spcPct val="120000"/>
                    </a:lnSpc>
                    <a:spcBef>
                      <a:spcPct val="0"/>
                    </a:spcBef>
                    <a:spcAft>
                      <a:spcPct val="0"/>
                    </a:spcAft>
                  </a:pPr>
                  <a:endParaRPr lang="zh-CN" altLang="en-US" dirty="0">
                    <a:solidFill>
                      <a:srgbClr val="313D51"/>
                    </a:solidFill>
                    <a:latin typeface="思源黑体" panose="020B0500000000000000" pitchFamily="34" charset="-122"/>
                    <a:ea typeface="宋体" panose="02010600030101010101" pitchFamily="2" charset="-122"/>
                  </a:endParaRPr>
                </a:p>
              </p:txBody>
            </p:sp>
          </p:grpSp>
          <p:sp>
            <p:nvSpPr>
              <p:cNvPr id="65" name="Rectangle 14"/>
              <p:cNvSpPr>
                <a:spLocks noChangeArrowheads="1"/>
              </p:cNvSpPr>
              <p:nvPr>
                <p:custDataLst>
                  <p:tags r:id="rId12"/>
                </p:custDataLst>
              </p:nvPr>
            </p:nvSpPr>
            <p:spPr bwMode="auto">
              <a:xfrm>
                <a:off x="5581874" y="3017576"/>
                <a:ext cx="686726" cy="27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sz="1600" b="1" dirty="0" smtClean="0">
                    <a:solidFill>
                      <a:srgbClr val="313D51"/>
                    </a:solidFill>
                    <a:latin typeface="思源黑体" panose="020B0500000000000000" pitchFamily="34" charset="-122"/>
                    <a:ea typeface="思源黑体" panose="020B0500000000000000" pitchFamily="34" charset="-122"/>
                  </a:rPr>
                  <a:t>PART </a:t>
                </a:r>
                <a:r>
                  <a:rPr lang="en-US" altLang="zh-CN" sz="1600" b="1" dirty="0" smtClean="0">
                    <a:solidFill>
                      <a:srgbClr val="313D51"/>
                    </a:solidFill>
                    <a:latin typeface="思源黑体" panose="020B0500000000000000" pitchFamily="34" charset="-122"/>
                    <a:ea typeface="思源黑体" panose="020B0500000000000000" pitchFamily="34" charset="-122"/>
                  </a:rPr>
                  <a:t>2</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66" name="TextBox 59"/>
              <p:cNvSpPr txBox="1">
                <a:spLocks noChangeArrowheads="1"/>
              </p:cNvSpPr>
              <p:nvPr>
                <p:custDataLst>
                  <p:tags r:id="rId13"/>
                </p:custDataLst>
              </p:nvPr>
            </p:nvSpPr>
            <p:spPr bwMode="auto">
              <a:xfrm>
                <a:off x="6566161" y="2941376"/>
                <a:ext cx="2416175" cy="430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b="1" dirty="0">
                    <a:solidFill>
                      <a:srgbClr val="313D51"/>
                    </a:solidFill>
                    <a:latin typeface="思源黑体" panose="020B0500000000000000" pitchFamily="34" charset="-122"/>
                    <a:ea typeface="思源黑体" panose="020B0500000000000000" pitchFamily="34" charset="-122"/>
                  </a:rPr>
                  <a:t>研究思路与方法</a:t>
                </a:r>
                <a:endParaRPr lang="zh-CN" altLang="en-US" b="1" dirty="0">
                  <a:solidFill>
                    <a:srgbClr val="313D51"/>
                  </a:solidFill>
                  <a:latin typeface="思源黑体" panose="020B0500000000000000" pitchFamily="34" charset="-122"/>
                  <a:ea typeface="思源黑体" panose="020B0500000000000000" pitchFamily="34" charset="-122"/>
                </a:endParaRPr>
              </a:p>
            </p:txBody>
          </p:sp>
        </p:grpSp>
        <p:grpSp>
          <p:nvGrpSpPr>
            <p:cNvPr id="61" name="组合 60"/>
            <p:cNvGrpSpPr/>
            <p:nvPr/>
          </p:nvGrpSpPr>
          <p:grpSpPr>
            <a:xfrm flipH="1">
              <a:off x="6433491" y="3012031"/>
              <a:ext cx="4171535" cy="80892"/>
              <a:chOff x="2272062" y="2596259"/>
              <a:chExt cx="4173708" cy="80934"/>
            </a:xfrm>
          </p:grpSpPr>
          <p:cxnSp>
            <p:nvCxnSpPr>
              <p:cNvPr id="62" name="直接连接符 61"/>
              <p:cNvCxnSpPr/>
              <p:nvPr>
                <p:custDataLst>
                  <p:tags r:id="rId14"/>
                </p:custDataLst>
              </p:nvPr>
            </p:nvCxnSpPr>
            <p:spPr>
              <a:xfrm>
                <a:off x="2272062" y="2672770"/>
                <a:ext cx="4158716" cy="0"/>
              </a:xfrm>
              <a:prstGeom prst="line">
                <a:avLst/>
              </a:prstGeom>
              <a:noFill/>
              <a:ln w="19050" cap="flat" cmpd="sng" algn="ctr">
                <a:solidFill>
                  <a:sysClr val="window" lastClr="FFFFFF">
                    <a:lumMod val="75000"/>
                  </a:sysClr>
                </a:solidFill>
                <a:prstDash val="solid"/>
                <a:miter lim="800000"/>
              </a:ln>
              <a:effectLst/>
            </p:spPr>
          </p:cxnSp>
          <p:sp>
            <p:nvSpPr>
              <p:cNvPr id="63" name="矩形 62"/>
              <p:cNvSpPr/>
              <p:nvPr>
                <p:custDataLst>
                  <p:tags r:id="rId15"/>
                </p:custDataLst>
              </p:nvPr>
            </p:nvSpPr>
            <p:spPr>
              <a:xfrm>
                <a:off x="5494740" y="2596259"/>
                <a:ext cx="951030" cy="80934"/>
              </a:xfrm>
              <a:prstGeom prst="rect">
                <a:avLst/>
              </a:prstGeom>
              <a:solidFill>
                <a:srgbClr val="244C89"/>
              </a:solidFill>
              <a:ln w="12700" cap="flat" cmpd="sng" algn="ctr">
                <a:noFill/>
                <a:prstDash val="solid"/>
                <a:miter lim="800000"/>
              </a:ln>
              <a:effectLst/>
            </p:spPr>
            <p:txBody>
              <a:bodyPr rtlCol="0" anchor="ctr"/>
              <a:lstStyle/>
              <a:p>
                <a:pPr algn="ctr" defTabSz="913765">
                  <a:lnSpc>
                    <a:spcPct val="120000"/>
                  </a:lnSpc>
                  <a:defRPr/>
                </a:pPr>
                <a:endParaRPr lang="zh-CN" altLang="en-US" sz="1800" kern="0">
                  <a:solidFill>
                    <a:srgbClr val="313D51"/>
                  </a:solidFill>
                  <a:latin typeface="Calibri" panose="020F0502020204030204"/>
                  <a:ea typeface="宋体" panose="02010600030101010101" pitchFamily="2" charset="-122"/>
                </a:endParaRPr>
              </a:p>
            </p:txBody>
          </p:sp>
        </p:grpSp>
      </p:grpSp>
      <p:grpSp>
        <p:nvGrpSpPr>
          <p:cNvPr id="69" name="组合 68"/>
          <p:cNvGrpSpPr/>
          <p:nvPr>
            <p:custDataLst>
              <p:tags r:id="rId16"/>
            </p:custDataLst>
          </p:nvPr>
        </p:nvGrpSpPr>
        <p:grpSpPr>
          <a:xfrm>
            <a:off x="5714354" y="3382138"/>
            <a:ext cx="4968875" cy="576262"/>
            <a:chOff x="5714354" y="3382138"/>
            <a:chExt cx="4968875" cy="576262"/>
          </a:xfrm>
        </p:grpSpPr>
        <p:grpSp>
          <p:nvGrpSpPr>
            <p:cNvPr id="70" name="组合 69"/>
            <p:cNvGrpSpPr/>
            <p:nvPr/>
          </p:nvGrpSpPr>
          <p:grpSpPr>
            <a:xfrm>
              <a:off x="5714354" y="3382138"/>
              <a:ext cx="4968875" cy="576262"/>
              <a:chOff x="4753236" y="3654164"/>
              <a:chExt cx="4968875" cy="576262"/>
            </a:xfrm>
          </p:grpSpPr>
          <p:grpSp>
            <p:nvGrpSpPr>
              <p:cNvPr id="74" name="组合 23"/>
              <p:cNvGrpSpPr/>
              <p:nvPr/>
            </p:nvGrpSpPr>
            <p:grpSpPr bwMode="auto">
              <a:xfrm>
                <a:off x="4753236" y="3654164"/>
                <a:ext cx="576262" cy="576262"/>
                <a:chOff x="6170389" y="4163727"/>
                <a:chExt cx="576064" cy="576064"/>
              </a:xfrm>
            </p:grpSpPr>
            <p:sp>
              <p:nvSpPr>
                <p:cNvPr id="77" name="圆角矩形 12"/>
                <p:cNvSpPr>
                  <a:spLocks noChangeArrowheads="1"/>
                </p:cNvSpPr>
                <p:nvPr>
                  <p:custDataLst>
                    <p:tags r:id="rId17"/>
                  </p:custDataLst>
                </p:nvPr>
              </p:nvSpPr>
              <p:spPr bwMode="auto">
                <a:xfrm>
                  <a:off x="6170389" y="4163727"/>
                  <a:ext cx="576064" cy="576064"/>
                </a:xfrm>
                <a:prstGeom prst="roundRect">
                  <a:avLst>
                    <a:gd name="adj" fmla="val 16667"/>
                  </a:avLst>
                </a:prstGeom>
                <a:solidFill>
                  <a:srgbClr val="244C89"/>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endParaRPr lang="zh-CN" altLang="en-US" sz="1800" dirty="0">
                    <a:solidFill>
                      <a:srgbClr val="313D51"/>
                    </a:solidFill>
                    <a:latin typeface="思源黑体" panose="020B0500000000000000" pitchFamily="34" charset="-122"/>
                    <a:ea typeface="宋体" panose="02010600030101010101" pitchFamily="2" charset="-122"/>
                  </a:endParaRPr>
                </a:p>
              </p:txBody>
            </p:sp>
            <p:sp>
              <p:nvSpPr>
                <p:cNvPr id="78" name="Freeform 12"/>
                <p:cNvSpPr>
                  <a:spLocks noEditPoints="1"/>
                </p:cNvSpPr>
                <p:nvPr>
                  <p:custDataLst>
                    <p:tags r:id="rId18"/>
                  </p:custDataLst>
                </p:nvPr>
              </p:nvSpPr>
              <p:spPr bwMode="auto">
                <a:xfrm>
                  <a:off x="6278404" y="4253861"/>
                  <a:ext cx="378197" cy="364816"/>
                </a:xfrm>
                <a:custGeom>
                  <a:avLst/>
                  <a:gdLst>
                    <a:gd name="T0" fmla="*/ 2147483646 w 1022"/>
                    <a:gd name="T1" fmla="*/ 2147483646 h 973"/>
                    <a:gd name="T2" fmla="*/ 2147483646 w 1022"/>
                    <a:gd name="T3" fmla="*/ 2147483646 h 973"/>
                    <a:gd name="T4" fmla="*/ 2147483646 w 1022"/>
                    <a:gd name="T5" fmla="*/ 2147483646 h 973"/>
                    <a:gd name="T6" fmla="*/ 2147483646 w 1022"/>
                    <a:gd name="T7" fmla="*/ 2147483646 h 973"/>
                    <a:gd name="T8" fmla="*/ 2147483646 w 1022"/>
                    <a:gd name="T9" fmla="*/ 2147483646 h 973"/>
                    <a:gd name="T10" fmla="*/ 2147483646 w 1022"/>
                    <a:gd name="T11" fmla="*/ 2147483646 h 973"/>
                    <a:gd name="T12" fmla="*/ 2147483646 w 1022"/>
                    <a:gd name="T13" fmla="*/ 2147483646 h 973"/>
                    <a:gd name="T14" fmla="*/ 2147483646 w 1022"/>
                    <a:gd name="T15" fmla="*/ 2147483646 h 973"/>
                    <a:gd name="T16" fmla="*/ 2147483646 w 1022"/>
                    <a:gd name="T17" fmla="*/ 2147483646 h 973"/>
                    <a:gd name="T18" fmla="*/ 2147483646 w 1022"/>
                    <a:gd name="T19" fmla="*/ 2147483646 h 973"/>
                    <a:gd name="T20" fmla="*/ 2147483646 w 1022"/>
                    <a:gd name="T21" fmla="*/ 2147483646 h 973"/>
                    <a:gd name="T22" fmla="*/ 2147483646 w 1022"/>
                    <a:gd name="T23" fmla="*/ 2147483646 h 973"/>
                    <a:gd name="T24" fmla="*/ 2147483646 w 1022"/>
                    <a:gd name="T25" fmla="*/ 2147483646 h 973"/>
                    <a:gd name="T26" fmla="*/ 2147483646 w 1022"/>
                    <a:gd name="T27" fmla="*/ 2147483646 h 973"/>
                    <a:gd name="T28" fmla="*/ 2147483646 w 1022"/>
                    <a:gd name="T29" fmla="*/ 2147483646 h 973"/>
                    <a:gd name="T30" fmla="*/ 2147483646 w 1022"/>
                    <a:gd name="T31" fmla="*/ 2147483646 h 973"/>
                    <a:gd name="T32" fmla="*/ 2147483646 w 1022"/>
                    <a:gd name="T33" fmla="*/ 2147483646 h 973"/>
                    <a:gd name="T34" fmla="*/ 2147483646 w 1022"/>
                    <a:gd name="T35" fmla="*/ 2147483646 h 973"/>
                    <a:gd name="T36" fmla="*/ 2147483646 w 1022"/>
                    <a:gd name="T37" fmla="*/ 2147483646 h 973"/>
                    <a:gd name="T38" fmla="*/ 2147483646 w 1022"/>
                    <a:gd name="T39" fmla="*/ 2147483646 h 973"/>
                    <a:gd name="T40" fmla="*/ 2147483646 w 1022"/>
                    <a:gd name="T41" fmla="*/ 2147483646 h 973"/>
                    <a:gd name="T42" fmla="*/ 2147483646 w 1022"/>
                    <a:gd name="T43" fmla="*/ 2147483646 h 973"/>
                    <a:gd name="T44" fmla="*/ 2147483646 w 1022"/>
                    <a:gd name="T45" fmla="*/ 2147483646 h 973"/>
                    <a:gd name="T46" fmla="*/ 2147483646 w 1022"/>
                    <a:gd name="T47" fmla="*/ 2147483646 h 973"/>
                    <a:gd name="T48" fmla="*/ 2147483646 w 1022"/>
                    <a:gd name="T49" fmla="*/ 2147483646 h 973"/>
                    <a:gd name="T50" fmla="*/ 2147483646 w 1022"/>
                    <a:gd name="T51" fmla="*/ 2147483646 h 973"/>
                    <a:gd name="T52" fmla="*/ 2147483646 w 1022"/>
                    <a:gd name="T53" fmla="*/ 2147483646 h 973"/>
                    <a:gd name="T54" fmla="*/ 2147483646 w 1022"/>
                    <a:gd name="T55" fmla="*/ 2147483646 h 973"/>
                    <a:gd name="T56" fmla="*/ 2147483646 w 1022"/>
                    <a:gd name="T57" fmla="*/ 2147483646 h 973"/>
                    <a:gd name="T58" fmla="*/ 2147483646 w 1022"/>
                    <a:gd name="T59" fmla="*/ 2147483646 h 973"/>
                    <a:gd name="T60" fmla="*/ 2147483646 w 1022"/>
                    <a:gd name="T61" fmla="*/ 2147483646 h 973"/>
                    <a:gd name="T62" fmla="*/ 2147483646 w 1022"/>
                    <a:gd name="T63" fmla="*/ 2147483646 h 973"/>
                    <a:gd name="T64" fmla="*/ 2147483646 w 1022"/>
                    <a:gd name="T65" fmla="*/ 2147483646 h 973"/>
                    <a:gd name="T66" fmla="*/ 2147483646 w 1022"/>
                    <a:gd name="T67" fmla="*/ 2147483646 h 973"/>
                    <a:gd name="T68" fmla="*/ 2147483646 w 1022"/>
                    <a:gd name="T69" fmla="*/ 2147483646 h 973"/>
                    <a:gd name="T70" fmla="*/ 2147483646 w 1022"/>
                    <a:gd name="T71" fmla="*/ 2147483646 h 973"/>
                    <a:gd name="T72" fmla="*/ 2147483646 w 1022"/>
                    <a:gd name="T73" fmla="*/ 2147483646 h 973"/>
                    <a:gd name="T74" fmla="*/ 2147483646 w 1022"/>
                    <a:gd name="T75" fmla="*/ 2147483646 h 973"/>
                    <a:gd name="T76" fmla="*/ 2147483646 w 1022"/>
                    <a:gd name="T77" fmla="*/ 2147483646 h 973"/>
                    <a:gd name="T78" fmla="*/ 2147483646 w 1022"/>
                    <a:gd name="T79" fmla="*/ 2147483646 h 973"/>
                    <a:gd name="T80" fmla="*/ 2147483646 w 1022"/>
                    <a:gd name="T81" fmla="*/ 2147483646 h 973"/>
                    <a:gd name="T82" fmla="*/ 2147483646 w 1022"/>
                    <a:gd name="T83" fmla="*/ 2147483646 h 973"/>
                    <a:gd name="T84" fmla="*/ 2147483646 w 1022"/>
                    <a:gd name="T85" fmla="*/ 2147483646 h 973"/>
                    <a:gd name="T86" fmla="*/ 2147483646 w 1022"/>
                    <a:gd name="T87" fmla="*/ 2147483646 h 97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022" h="973">
                      <a:moveTo>
                        <a:pt x="596" y="882"/>
                      </a:moveTo>
                      <a:lnTo>
                        <a:pt x="426" y="882"/>
                      </a:lnTo>
                      <a:cubicBezTo>
                        <a:pt x="414" y="882"/>
                        <a:pt x="403" y="892"/>
                        <a:pt x="403" y="904"/>
                      </a:cubicBezTo>
                      <a:cubicBezTo>
                        <a:pt x="403" y="916"/>
                        <a:pt x="414" y="926"/>
                        <a:pt x="426" y="926"/>
                      </a:cubicBezTo>
                      <a:lnTo>
                        <a:pt x="596" y="926"/>
                      </a:lnTo>
                      <a:cubicBezTo>
                        <a:pt x="609" y="926"/>
                        <a:pt x="619" y="916"/>
                        <a:pt x="619" y="904"/>
                      </a:cubicBezTo>
                      <a:cubicBezTo>
                        <a:pt x="619" y="892"/>
                        <a:pt x="609" y="882"/>
                        <a:pt x="596" y="882"/>
                      </a:cubicBezTo>
                      <a:close/>
                      <a:moveTo>
                        <a:pt x="596" y="813"/>
                      </a:moveTo>
                      <a:lnTo>
                        <a:pt x="596" y="813"/>
                      </a:lnTo>
                      <a:lnTo>
                        <a:pt x="426" y="813"/>
                      </a:lnTo>
                      <a:cubicBezTo>
                        <a:pt x="414" y="813"/>
                        <a:pt x="403" y="823"/>
                        <a:pt x="403" y="835"/>
                      </a:cubicBezTo>
                      <a:cubicBezTo>
                        <a:pt x="403" y="848"/>
                        <a:pt x="414" y="858"/>
                        <a:pt x="426" y="858"/>
                      </a:cubicBezTo>
                      <a:lnTo>
                        <a:pt x="596" y="858"/>
                      </a:lnTo>
                      <a:cubicBezTo>
                        <a:pt x="609" y="858"/>
                        <a:pt x="619" y="848"/>
                        <a:pt x="619" y="835"/>
                      </a:cubicBezTo>
                      <a:cubicBezTo>
                        <a:pt x="619" y="823"/>
                        <a:pt x="609" y="813"/>
                        <a:pt x="596" y="813"/>
                      </a:cubicBezTo>
                      <a:close/>
                      <a:moveTo>
                        <a:pt x="511" y="973"/>
                      </a:moveTo>
                      <a:lnTo>
                        <a:pt x="511" y="973"/>
                      </a:lnTo>
                      <a:lnTo>
                        <a:pt x="585" y="946"/>
                      </a:lnTo>
                      <a:lnTo>
                        <a:pt x="437" y="946"/>
                      </a:lnTo>
                      <a:lnTo>
                        <a:pt x="511" y="973"/>
                      </a:lnTo>
                      <a:close/>
                      <a:moveTo>
                        <a:pt x="514" y="261"/>
                      </a:moveTo>
                      <a:lnTo>
                        <a:pt x="514" y="261"/>
                      </a:lnTo>
                      <a:lnTo>
                        <a:pt x="508" y="261"/>
                      </a:lnTo>
                      <a:cubicBezTo>
                        <a:pt x="384" y="261"/>
                        <a:pt x="272" y="362"/>
                        <a:pt x="272" y="486"/>
                      </a:cubicBezTo>
                      <a:cubicBezTo>
                        <a:pt x="272" y="611"/>
                        <a:pt x="377" y="682"/>
                        <a:pt x="388" y="721"/>
                      </a:cubicBezTo>
                      <a:cubicBezTo>
                        <a:pt x="398" y="759"/>
                        <a:pt x="388" y="778"/>
                        <a:pt x="416" y="787"/>
                      </a:cubicBezTo>
                      <a:cubicBezTo>
                        <a:pt x="444" y="796"/>
                        <a:pt x="508" y="794"/>
                        <a:pt x="508" y="794"/>
                      </a:cubicBezTo>
                      <a:lnTo>
                        <a:pt x="514" y="794"/>
                      </a:lnTo>
                      <a:cubicBezTo>
                        <a:pt x="514" y="794"/>
                        <a:pt x="578" y="796"/>
                        <a:pt x="606" y="787"/>
                      </a:cubicBezTo>
                      <a:cubicBezTo>
                        <a:pt x="634" y="778"/>
                        <a:pt x="624" y="759"/>
                        <a:pt x="634" y="721"/>
                      </a:cubicBezTo>
                      <a:cubicBezTo>
                        <a:pt x="645" y="682"/>
                        <a:pt x="750" y="611"/>
                        <a:pt x="750" y="486"/>
                      </a:cubicBezTo>
                      <a:cubicBezTo>
                        <a:pt x="750" y="362"/>
                        <a:pt x="638" y="261"/>
                        <a:pt x="514" y="261"/>
                      </a:cubicBezTo>
                      <a:close/>
                      <a:moveTo>
                        <a:pt x="201" y="527"/>
                      </a:moveTo>
                      <a:lnTo>
                        <a:pt x="201" y="527"/>
                      </a:lnTo>
                      <a:cubicBezTo>
                        <a:pt x="201" y="509"/>
                        <a:pt x="183" y="495"/>
                        <a:pt x="162" y="495"/>
                      </a:cubicBezTo>
                      <a:lnTo>
                        <a:pt x="39" y="495"/>
                      </a:lnTo>
                      <a:cubicBezTo>
                        <a:pt x="17" y="495"/>
                        <a:pt x="0" y="509"/>
                        <a:pt x="0" y="527"/>
                      </a:cubicBezTo>
                      <a:cubicBezTo>
                        <a:pt x="0" y="544"/>
                        <a:pt x="17" y="558"/>
                        <a:pt x="39" y="558"/>
                      </a:cubicBezTo>
                      <a:lnTo>
                        <a:pt x="162" y="558"/>
                      </a:lnTo>
                      <a:cubicBezTo>
                        <a:pt x="183" y="558"/>
                        <a:pt x="201" y="544"/>
                        <a:pt x="201" y="527"/>
                      </a:cubicBezTo>
                      <a:close/>
                      <a:moveTo>
                        <a:pt x="983" y="495"/>
                      </a:moveTo>
                      <a:lnTo>
                        <a:pt x="983" y="495"/>
                      </a:lnTo>
                      <a:lnTo>
                        <a:pt x="860" y="495"/>
                      </a:lnTo>
                      <a:cubicBezTo>
                        <a:pt x="839" y="495"/>
                        <a:pt x="822" y="509"/>
                        <a:pt x="822" y="527"/>
                      </a:cubicBezTo>
                      <a:cubicBezTo>
                        <a:pt x="822" y="544"/>
                        <a:pt x="839" y="558"/>
                        <a:pt x="860" y="558"/>
                      </a:cubicBezTo>
                      <a:lnTo>
                        <a:pt x="983" y="558"/>
                      </a:lnTo>
                      <a:cubicBezTo>
                        <a:pt x="1005" y="558"/>
                        <a:pt x="1022" y="544"/>
                        <a:pt x="1022" y="527"/>
                      </a:cubicBezTo>
                      <a:cubicBezTo>
                        <a:pt x="1022" y="509"/>
                        <a:pt x="1005" y="495"/>
                        <a:pt x="983" y="495"/>
                      </a:cubicBezTo>
                      <a:close/>
                      <a:moveTo>
                        <a:pt x="782" y="296"/>
                      </a:moveTo>
                      <a:lnTo>
                        <a:pt x="782" y="296"/>
                      </a:lnTo>
                      <a:lnTo>
                        <a:pt x="869" y="209"/>
                      </a:lnTo>
                      <a:cubicBezTo>
                        <a:pt x="885" y="194"/>
                        <a:pt x="887" y="172"/>
                        <a:pt x="874" y="159"/>
                      </a:cubicBezTo>
                      <a:cubicBezTo>
                        <a:pt x="862" y="147"/>
                        <a:pt x="839" y="149"/>
                        <a:pt x="824" y="164"/>
                      </a:cubicBezTo>
                      <a:lnTo>
                        <a:pt x="737" y="251"/>
                      </a:lnTo>
                      <a:cubicBezTo>
                        <a:pt x="722" y="266"/>
                        <a:pt x="720" y="289"/>
                        <a:pt x="732" y="301"/>
                      </a:cubicBezTo>
                      <a:cubicBezTo>
                        <a:pt x="745" y="314"/>
                        <a:pt x="767" y="311"/>
                        <a:pt x="782" y="296"/>
                      </a:cubicBezTo>
                      <a:close/>
                      <a:moveTo>
                        <a:pt x="508" y="201"/>
                      </a:moveTo>
                      <a:lnTo>
                        <a:pt x="508" y="201"/>
                      </a:lnTo>
                      <a:cubicBezTo>
                        <a:pt x="526" y="201"/>
                        <a:pt x="540" y="183"/>
                        <a:pt x="540" y="162"/>
                      </a:cubicBezTo>
                      <a:lnTo>
                        <a:pt x="540" y="39"/>
                      </a:lnTo>
                      <a:cubicBezTo>
                        <a:pt x="540" y="18"/>
                        <a:pt x="526" y="0"/>
                        <a:pt x="508" y="0"/>
                      </a:cubicBezTo>
                      <a:cubicBezTo>
                        <a:pt x="491" y="0"/>
                        <a:pt x="476" y="18"/>
                        <a:pt x="476" y="39"/>
                      </a:cubicBezTo>
                      <a:lnTo>
                        <a:pt x="476" y="162"/>
                      </a:lnTo>
                      <a:cubicBezTo>
                        <a:pt x="476" y="183"/>
                        <a:pt x="491" y="201"/>
                        <a:pt x="508" y="201"/>
                      </a:cubicBezTo>
                      <a:close/>
                      <a:moveTo>
                        <a:pt x="229" y="283"/>
                      </a:moveTo>
                      <a:lnTo>
                        <a:pt x="229" y="283"/>
                      </a:lnTo>
                      <a:cubicBezTo>
                        <a:pt x="244" y="299"/>
                        <a:pt x="267" y="301"/>
                        <a:pt x="279" y="288"/>
                      </a:cubicBezTo>
                      <a:cubicBezTo>
                        <a:pt x="292" y="276"/>
                        <a:pt x="289" y="254"/>
                        <a:pt x="274" y="238"/>
                      </a:cubicBezTo>
                      <a:lnTo>
                        <a:pt x="187" y="151"/>
                      </a:lnTo>
                      <a:cubicBezTo>
                        <a:pt x="172" y="136"/>
                        <a:pt x="149" y="134"/>
                        <a:pt x="137" y="146"/>
                      </a:cubicBezTo>
                      <a:cubicBezTo>
                        <a:pt x="125" y="159"/>
                        <a:pt x="127" y="181"/>
                        <a:pt x="142" y="196"/>
                      </a:cubicBezTo>
                      <a:lnTo>
                        <a:pt x="229" y="283"/>
                      </a:lnTo>
                      <a:close/>
                      <a:moveTo>
                        <a:pt x="240" y="756"/>
                      </a:moveTo>
                      <a:lnTo>
                        <a:pt x="240" y="756"/>
                      </a:lnTo>
                      <a:lnTo>
                        <a:pt x="153" y="843"/>
                      </a:lnTo>
                      <a:cubicBezTo>
                        <a:pt x="137" y="859"/>
                        <a:pt x="135" y="881"/>
                        <a:pt x="148" y="894"/>
                      </a:cubicBezTo>
                      <a:cubicBezTo>
                        <a:pt x="160" y="906"/>
                        <a:pt x="183" y="904"/>
                        <a:pt x="198" y="889"/>
                      </a:cubicBezTo>
                      <a:lnTo>
                        <a:pt x="285" y="802"/>
                      </a:lnTo>
                      <a:cubicBezTo>
                        <a:pt x="300" y="786"/>
                        <a:pt x="302" y="764"/>
                        <a:pt x="290" y="751"/>
                      </a:cubicBezTo>
                      <a:cubicBezTo>
                        <a:pt x="277" y="739"/>
                        <a:pt x="255" y="741"/>
                        <a:pt x="240" y="756"/>
                      </a:cubicBezTo>
                      <a:close/>
                      <a:moveTo>
                        <a:pt x="793" y="769"/>
                      </a:moveTo>
                      <a:lnTo>
                        <a:pt x="793" y="769"/>
                      </a:lnTo>
                      <a:cubicBezTo>
                        <a:pt x="778" y="754"/>
                        <a:pt x="755" y="752"/>
                        <a:pt x="743" y="764"/>
                      </a:cubicBezTo>
                      <a:cubicBezTo>
                        <a:pt x="731" y="777"/>
                        <a:pt x="733" y="799"/>
                        <a:pt x="748" y="814"/>
                      </a:cubicBezTo>
                      <a:lnTo>
                        <a:pt x="835" y="901"/>
                      </a:lnTo>
                      <a:cubicBezTo>
                        <a:pt x="850" y="916"/>
                        <a:pt x="873" y="919"/>
                        <a:pt x="885" y="906"/>
                      </a:cubicBezTo>
                      <a:cubicBezTo>
                        <a:pt x="897" y="894"/>
                        <a:pt x="895" y="871"/>
                        <a:pt x="880" y="856"/>
                      </a:cubicBezTo>
                      <a:lnTo>
                        <a:pt x="793" y="76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lnSpc>
                      <a:spcPct val="120000"/>
                    </a:lnSpc>
                    <a:spcBef>
                      <a:spcPct val="0"/>
                    </a:spcBef>
                    <a:spcAft>
                      <a:spcPct val="0"/>
                    </a:spcAft>
                  </a:pPr>
                  <a:endParaRPr lang="zh-CN" altLang="en-US" dirty="0">
                    <a:solidFill>
                      <a:srgbClr val="313D51"/>
                    </a:solidFill>
                    <a:latin typeface="思源黑体" panose="020B0500000000000000" pitchFamily="34" charset="-122"/>
                    <a:ea typeface="宋体" panose="02010600030101010101" pitchFamily="2" charset="-122"/>
                  </a:endParaRPr>
                </a:p>
              </p:txBody>
            </p:sp>
          </p:grpSp>
          <p:sp>
            <p:nvSpPr>
              <p:cNvPr id="75" name="Rectangle 14"/>
              <p:cNvSpPr>
                <a:spLocks noChangeArrowheads="1"/>
              </p:cNvSpPr>
              <p:nvPr>
                <p:custDataLst>
                  <p:tags r:id="rId19"/>
                </p:custDataLst>
              </p:nvPr>
            </p:nvSpPr>
            <p:spPr bwMode="auto">
              <a:xfrm>
                <a:off x="5581874" y="3809739"/>
                <a:ext cx="686726" cy="27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sz="1600" b="1" dirty="0" smtClean="0">
                    <a:solidFill>
                      <a:srgbClr val="313D51"/>
                    </a:solidFill>
                    <a:latin typeface="思源黑体" panose="020B0500000000000000" pitchFamily="34" charset="-122"/>
                    <a:ea typeface="思源黑体" panose="020B0500000000000000" pitchFamily="34" charset="-122"/>
                  </a:rPr>
                  <a:t>PART </a:t>
                </a:r>
                <a:r>
                  <a:rPr lang="en-US" altLang="zh-CN" sz="1600" b="1" dirty="0" smtClean="0">
                    <a:solidFill>
                      <a:srgbClr val="313D51"/>
                    </a:solidFill>
                    <a:latin typeface="思源黑体" panose="020B0500000000000000" pitchFamily="34" charset="-122"/>
                    <a:ea typeface="思源黑体" panose="020B0500000000000000" pitchFamily="34" charset="-122"/>
                  </a:rPr>
                  <a:t>3</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76" name="TextBox 59"/>
              <p:cNvSpPr txBox="1">
                <a:spLocks noChangeArrowheads="1"/>
              </p:cNvSpPr>
              <p:nvPr>
                <p:custDataLst>
                  <p:tags r:id="rId20"/>
                </p:custDataLst>
              </p:nvPr>
            </p:nvSpPr>
            <p:spPr bwMode="auto">
              <a:xfrm>
                <a:off x="6566161" y="3744651"/>
                <a:ext cx="3155950" cy="430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b="1" dirty="0">
                    <a:solidFill>
                      <a:srgbClr val="313D51"/>
                    </a:solidFill>
                    <a:latin typeface="思源黑体" panose="020B0500000000000000" pitchFamily="34" charset="-122"/>
                    <a:ea typeface="思源黑体" panose="020B0500000000000000" pitchFamily="34" charset="-122"/>
                  </a:rPr>
                  <a:t>关键技术与实践难点</a:t>
                </a:r>
                <a:endParaRPr lang="zh-CN" altLang="en-US" b="1" dirty="0">
                  <a:solidFill>
                    <a:srgbClr val="313D51"/>
                  </a:solidFill>
                  <a:latin typeface="思源黑体" panose="020B0500000000000000" pitchFamily="34" charset="-122"/>
                  <a:ea typeface="思源黑体" panose="020B0500000000000000" pitchFamily="34" charset="-122"/>
                </a:endParaRPr>
              </a:p>
            </p:txBody>
          </p:sp>
        </p:grpSp>
        <p:grpSp>
          <p:nvGrpSpPr>
            <p:cNvPr id="71" name="组合 70"/>
            <p:cNvGrpSpPr/>
            <p:nvPr/>
          </p:nvGrpSpPr>
          <p:grpSpPr>
            <a:xfrm flipH="1">
              <a:off x="6433491" y="3876848"/>
              <a:ext cx="4171535" cy="80892"/>
              <a:chOff x="2272062" y="2596259"/>
              <a:chExt cx="4173708" cy="80934"/>
            </a:xfrm>
          </p:grpSpPr>
          <p:cxnSp>
            <p:nvCxnSpPr>
              <p:cNvPr id="72" name="直接连接符 71"/>
              <p:cNvCxnSpPr/>
              <p:nvPr>
                <p:custDataLst>
                  <p:tags r:id="rId21"/>
                </p:custDataLst>
              </p:nvPr>
            </p:nvCxnSpPr>
            <p:spPr>
              <a:xfrm>
                <a:off x="2272062" y="2672770"/>
                <a:ext cx="4158716" cy="0"/>
              </a:xfrm>
              <a:prstGeom prst="line">
                <a:avLst/>
              </a:prstGeom>
              <a:noFill/>
              <a:ln w="19050" cap="flat" cmpd="sng" algn="ctr">
                <a:solidFill>
                  <a:sysClr val="window" lastClr="FFFFFF">
                    <a:lumMod val="75000"/>
                  </a:sysClr>
                </a:solidFill>
                <a:prstDash val="solid"/>
                <a:miter lim="800000"/>
              </a:ln>
              <a:effectLst/>
            </p:spPr>
          </p:cxnSp>
          <p:sp>
            <p:nvSpPr>
              <p:cNvPr id="73" name="矩形 72"/>
              <p:cNvSpPr/>
              <p:nvPr>
                <p:custDataLst>
                  <p:tags r:id="rId22"/>
                </p:custDataLst>
              </p:nvPr>
            </p:nvSpPr>
            <p:spPr>
              <a:xfrm>
                <a:off x="5494740" y="2596259"/>
                <a:ext cx="951030" cy="80934"/>
              </a:xfrm>
              <a:prstGeom prst="rect">
                <a:avLst/>
              </a:prstGeom>
              <a:solidFill>
                <a:srgbClr val="244C89"/>
              </a:solidFill>
              <a:ln w="12700" cap="flat" cmpd="sng" algn="ctr">
                <a:noFill/>
                <a:prstDash val="solid"/>
                <a:miter lim="800000"/>
              </a:ln>
              <a:effectLst/>
            </p:spPr>
            <p:txBody>
              <a:bodyPr rtlCol="0" anchor="ctr"/>
              <a:lstStyle/>
              <a:p>
                <a:pPr algn="ctr" defTabSz="913765">
                  <a:lnSpc>
                    <a:spcPct val="120000"/>
                  </a:lnSpc>
                  <a:defRPr/>
                </a:pPr>
                <a:endParaRPr lang="zh-CN" altLang="en-US" sz="1800" kern="0">
                  <a:solidFill>
                    <a:srgbClr val="313D51"/>
                  </a:solidFill>
                  <a:latin typeface="Calibri" panose="020F0502020204030204"/>
                  <a:ea typeface="宋体" panose="02010600030101010101" pitchFamily="2" charset="-122"/>
                </a:endParaRPr>
              </a:p>
            </p:txBody>
          </p:sp>
        </p:grpSp>
      </p:grpSp>
      <p:grpSp>
        <p:nvGrpSpPr>
          <p:cNvPr id="79" name="组合 78"/>
          <p:cNvGrpSpPr/>
          <p:nvPr>
            <p:custDataLst>
              <p:tags r:id="rId23"/>
            </p:custDataLst>
          </p:nvPr>
        </p:nvGrpSpPr>
        <p:grpSpPr>
          <a:xfrm>
            <a:off x="5714354" y="4244369"/>
            <a:ext cx="4890672" cy="578188"/>
            <a:chOff x="5714354" y="4244369"/>
            <a:chExt cx="4890672" cy="578188"/>
          </a:xfrm>
        </p:grpSpPr>
        <p:grpSp>
          <p:nvGrpSpPr>
            <p:cNvPr id="80" name="组合 79"/>
            <p:cNvGrpSpPr/>
            <p:nvPr/>
          </p:nvGrpSpPr>
          <p:grpSpPr>
            <a:xfrm>
              <a:off x="5714354" y="4244369"/>
              <a:ext cx="4845050" cy="576263"/>
              <a:chOff x="4753236" y="4446326"/>
              <a:chExt cx="4845050" cy="576263"/>
            </a:xfrm>
          </p:grpSpPr>
          <p:grpSp>
            <p:nvGrpSpPr>
              <p:cNvPr id="84" name="组合 24"/>
              <p:cNvGrpSpPr/>
              <p:nvPr/>
            </p:nvGrpSpPr>
            <p:grpSpPr bwMode="auto">
              <a:xfrm>
                <a:off x="4753236" y="4446326"/>
                <a:ext cx="576262" cy="576263"/>
                <a:chOff x="6170389" y="4955815"/>
                <a:chExt cx="576064" cy="576064"/>
              </a:xfrm>
            </p:grpSpPr>
            <p:sp>
              <p:nvSpPr>
                <p:cNvPr id="87" name="圆角矩形 13"/>
                <p:cNvSpPr>
                  <a:spLocks noChangeArrowheads="1"/>
                </p:cNvSpPr>
                <p:nvPr>
                  <p:custDataLst>
                    <p:tags r:id="rId24"/>
                  </p:custDataLst>
                </p:nvPr>
              </p:nvSpPr>
              <p:spPr bwMode="auto">
                <a:xfrm>
                  <a:off x="6170389" y="4955815"/>
                  <a:ext cx="576064" cy="576064"/>
                </a:xfrm>
                <a:prstGeom prst="roundRect">
                  <a:avLst>
                    <a:gd name="adj" fmla="val 16667"/>
                  </a:avLst>
                </a:prstGeom>
                <a:solidFill>
                  <a:srgbClr val="244C89"/>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endParaRPr lang="zh-CN" altLang="en-US" sz="1800" dirty="0">
                    <a:solidFill>
                      <a:srgbClr val="313D51"/>
                    </a:solidFill>
                    <a:latin typeface="思源黑体" panose="020B0500000000000000" pitchFamily="34" charset="-122"/>
                    <a:ea typeface="宋体" panose="02010600030101010101" pitchFamily="2" charset="-122"/>
                  </a:endParaRPr>
                </a:p>
              </p:txBody>
            </p:sp>
            <p:sp>
              <p:nvSpPr>
                <p:cNvPr id="88" name="Freeform 11"/>
                <p:cNvSpPr>
                  <a:spLocks noEditPoints="1"/>
                </p:cNvSpPr>
                <p:nvPr>
                  <p:custDataLst>
                    <p:tags r:id="rId25"/>
                  </p:custDataLst>
                </p:nvPr>
              </p:nvSpPr>
              <p:spPr bwMode="auto">
                <a:xfrm>
                  <a:off x="6298628" y="5092507"/>
                  <a:ext cx="315884" cy="273385"/>
                </a:xfrm>
                <a:custGeom>
                  <a:avLst/>
                  <a:gdLst>
                    <a:gd name="T0" fmla="*/ 2147483646 w 948"/>
                    <a:gd name="T1" fmla="*/ 2147483646 h 810"/>
                    <a:gd name="T2" fmla="*/ 2147483646 w 948"/>
                    <a:gd name="T3" fmla="*/ 2147483646 h 810"/>
                    <a:gd name="T4" fmla="*/ 2147483646 w 948"/>
                    <a:gd name="T5" fmla="*/ 2147483646 h 810"/>
                    <a:gd name="T6" fmla="*/ 2147483646 w 948"/>
                    <a:gd name="T7" fmla="*/ 2147483646 h 810"/>
                    <a:gd name="T8" fmla="*/ 2147483646 w 948"/>
                    <a:gd name="T9" fmla="*/ 2147483646 h 810"/>
                    <a:gd name="T10" fmla="*/ 2147483646 w 948"/>
                    <a:gd name="T11" fmla="*/ 2147483646 h 810"/>
                    <a:gd name="T12" fmla="*/ 2147483646 w 948"/>
                    <a:gd name="T13" fmla="*/ 2147483646 h 810"/>
                    <a:gd name="T14" fmla="*/ 2147483646 w 948"/>
                    <a:gd name="T15" fmla="*/ 2147483646 h 810"/>
                    <a:gd name="T16" fmla="*/ 2147483646 w 948"/>
                    <a:gd name="T17" fmla="*/ 2147483646 h 810"/>
                    <a:gd name="T18" fmla="*/ 2147483646 w 948"/>
                    <a:gd name="T19" fmla="*/ 2147483646 h 810"/>
                    <a:gd name="T20" fmla="*/ 2147483646 w 948"/>
                    <a:gd name="T21" fmla="*/ 2147483646 h 810"/>
                    <a:gd name="T22" fmla="*/ 2147483646 w 948"/>
                    <a:gd name="T23" fmla="*/ 2147483646 h 810"/>
                    <a:gd name="T24" fmla="*/ 2147483646 w 948"/>
                    <a:gd name="T25" fmla="*/ 2147483646 h 810"/>
                    <a:gd name="T26" fmla="*/ 2147483646 w 948"/>
                    <a:gd name="T27" fmla="*/ 2147483646 h 810"/>
                    <a:gd name="T28" fmla="*/ 2147483646 w 948"/>
                    <a:gd name="T29" fmla="*/ 2147483646 h 810"/>
                    <a:gd name="T30" fmla="*/ 2147483646 w 948"/>
                    <a:gd name="T31" fmla="*/ 2147483646 h 810"/>
                    <a:gd name="T32" fmla="*/ 2147483646 w 948"/>
                    <a:gd name="T33" fmla="*/ 2147483646 h 810"/>
                    <a:gd name="T34" fmla="*/ 2147483646 w 948"/>
                    <a:gd name="T35" fmla="*/ 2147483646 h 810"/>
                    <a:gd name="T36" fmla="*/ 2147483646 w 948"/>
                    <a:gd name="T37" fmla="*/ 2147483646 h 810"/>
                    <a:gd name="T38" fmla="*/ 2147483646 w 948"/>
                    <a:gd name="T39" fmla="*/ 2147483646 h 810"/>
                    <a:gd name="T40" fmla="*/ 2147483646 w 948"/>
                    <a:gd name="T41" fmla="*/ 2147483646 h 810"/>
                    <a:gd name="T42" fmla="*/ 2147483646 w 948"/>
                    <a:gd name="T43" fmla="*/ 2147483646 h 810"/>
                    <a:gd name="T44" fmla="*/ 2147483646 w 948"/>
                    <a:gd name="T45" fmla="*/ 2147483646 h 810"/>
                    <a:gd name="T46" fmla="*/ 2147483646 w 948"/>
                    <a:gd name="T47" fmla="*/ 2147483646 h 810"/>
                    <a:gd name="T48" fmla="*/ 2147483646 w 948"/>
                    <a:gd name="T49" fmla="*/ 2147483646 h 810"/>
                    <a:gd name="T50" fmla="*/ 2147483646 w 948"/>
                    <a:gd name="T51" fmla="*/ 2147483646 h 810"/>
                    <a:gd name="T52" fmla="*/ 2147483646 w 948"/>
                    <a:gd name="T53" fmla="*/ 2147483646 h 810"/>
                    <a:gd name="T54" fmla="*/ 2147483646 w 948"/>
                    <a:gd name="T55" fmla="*/ 2147483646 h 810"/>
                    <a:gd name="T56" fmla="*/ 2147483646 w 948"/>
                    <a:gd name="T57" fmla="*/ 2147483646 h 810"/>
                    <a:gd name="T58" fmla="*/ 2147483646 w 948"/>
                    <a:gd name="T59" fmla="*/ 2147483646 h 810"/>
                    <a:gd name="T60" fmla="*/ 2147483646 w 948"/>
                    <a:gd name="T61" fmla="*/ 2147483646 h 810"/>
                    <a:gd name="T62" fmla="*/ 2147483646 w 948"/>
                    <a:gd name="T63" fmla="*/ 2147483646 h 810"/>
                    <a:gd name="T64" fmla="*/ 2147483646 w 948"/>
                    <a:gd name="T65" fmla="*/ 2147483646 h 810"/>
                    <a:gd name="T66" fmla="*/ 2147483646 w 948"/>
                    <a:gd name="T67" fmla="*/ 2147483646 h 810"/>
                    <a:gd name="T68" fmla="*/ 2147483646 w 948"/>
                    <a:gd name="T69" fmla="*/ 2147483646 h 810"/>
                    <a:gd name="T70" fmla="*/ 2147483646 w 948"/>
                    <a:gd name="T71" fmla="*/ 2147483646 h 810"/>
                    <a:gd name="T72" fmla="*/ 2147483646 w 948"/>
                    <a:gd name="T73" fmla="*/ 2147483646 h 810"/>
                    <a:gd name="T74" fmla="*/ 2147483646 w 948"/>
                    <a:gd name="T75" fmla="*/ 2147483646 h 810"/>
                    <a:gd name="T76" fmla="*/ 2147483646 w 948"/>
                    <a:gd name="T77" fmla="*/ 2147483646 h 810"/>
                    <a:gd name="T78" fmla="*/ 2147483646 w 948"/>
                    <a:gd name="T79" fmla="*/ 2147483646 h 810"/>
                    <a:gd name="T80" fmla="*/ 2147483646 w 948"/>
                    <a:gd name="T81" fmla="*/ 2147483646 h 810"/>
                    <a:gd name="T82" fmla="*/ 2147483646 w 948"/>
                    <a:gd name="T83" fmla="*/ 2147483646 h 810"/>
                    <a:gd name="T84" fmla="*/ 2147483646 w 948"/>
                    <a:gd name="T85" fmla="*/ 2147483646 h 810"/>
                    <a:gd name="T86" fmla="*/ 2147483646 w 948"/>
                    <a:gd name="T87" fmla="*/ 2147483646 h 810"/>
                    <a:gd name="T88" fmla="*/ 2147483646 w 948"/>
                    <a:gd name="T89" fmla="*/ 2147483646 h 810"/>
                    <a:gd name="T90" fmla="*/ 2147483646 w 948"/>
                    <a:gd name="T91" fmla="*/ 2147483646 h 810"/>
                    <a:gd name="T92" fmla="*/ 2147483646 w 948"/>
                    <a:gd name="T93" fmla="*/ 2147483646 h 810"/>
                    <a:gd name="T94" fmla="*/ 2147483646 w 948"/>
                    <a:gd name="T95" fmla="*/ 2147483646 h 810"/>
                    <a:gd name="T96" fmla="*/ 2147483646 w 948"/>
                    <a:gd name="T97" fmla="*/ 2147483646 h 810"/>
                    <a:gd name="T98" fmla="*/ 2147483646 w 948"/>
                    <a:gd name="T99" fmla="*/ 2147483646 h 810"/>
                    <a:gd name="T100" fmla="*/ 2147483646 w 948"/>
                    <a:gd name="T101" fmla="*/ 2147483646 h 810"/>
                    <a:gd name="T102" fmla="*/ 2147483646 w 948"/>
                    <a:gd name="T103" fmla="*/ 2147483646 h 810"/>
                    <a:gd name="T104" fmla="*/ 2147483646 w 948"/>
                    <a:gd name="T105" fmla="*/ 2147483646 h 810"/>
                    <a:gd name="T106" fmla="*/ 2147483646 w 948"/>
                    <a:gd name="T107" fmla="*/ 2147483646 h 810"/>
                    <a:gd name="T108" fmla="*/ 2147483646 w 948"/>
                    <a:gd name="T109" fmla="*/ 2147483646 h 810"/>
                    <a:gd name="T110" fmla="*/ 2147483646 w 948"/>
                    <a:gd name="T111" fmla="*/ 2147483646 h 810"/>
                    <a:gd name="T112" fmla="*/ 2147483646 w 948"/>
                    <a:gd name="T113" fmla="*/ 2147483646 h 810"/>
                    <a:gd name="T114" fmla="*/ 2147483646 w 948"/>
                    <a:gd name="T115" fmla="*/ 2147483646 h 810"/>
                    <a:gd name="T116" fmla="*/ 2147483646 w 948"/>
                    <a:gd name="T117" fmla="*/ 2147483646 h 810"/>
                    <a:gd name="T118" fmla="*/ 2147483646 w 948"/>
                    <a:gd name="T119" fmla="*/ 2147483646 h 81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948" h="810">
                      <a:moveTo>
                        <a:pt x="588" y="151"/>
                      </a:moveTo>
                      <a:cubicBezTo>
                        <a:pt x="588" y="151"/>
                        <a:pt x="588" y="152"/>
                        <a:pt x="588" y="152"/>
                      </a:cubicBezTo>
                      <a:cubicBezTo>
                        <a:pt x="588" y="153"/>
                        <a:pt x="589" y="154"/>
                        <a:pt x="589" y="155"/>
                      </a:cubicBezTo>
                      <a:cubicBezTo>
                        <a:pt x="589" y="156"/>
                        <a:pt x="589" y="156"/>
                        <a:pt x="589" y="157"/>
                      </a:cubicBezTo>
                      <a:cubicBezTo>
                        <a:pt x="589" y="158"/>
                        <a:pt x="589" y="159"/>
                        <a:pt x="589" y="161"/>
                      </a:cubicBezTo>
                      <a:cubicBezTo>
                        <a:pt x="589" y="161"/>
                        <a:pt x="589" y="161"/>
                        <a:pt x="589" y="161"/>
                      </a:cubicBezTo>
                      <a:cubicBezTo>
                        <a:pt x="589" y="162"/>
                        <a:pt x="589" y="164"/>
                        <a:pt x="589" y="165"/>
                      </a:cubicBezTo>
                      <a:cubicBezTo>
                        <a:pt x="589" y="165"/>
                        <a:pt x="589" y="166"/>
                        <a:pt x="589" y="166"/>
                      </a:cubicBezTo>
                      <a:cubicBezTo>
                        <a:pt x="589" y="167"/>
                        <a:pt x="589" y="168"/>
                        <a:pt x="589" y="169"/>
                      </a:cubicBezTo>
                      <a:cubicBezTo>
                        <a:pt x="589" y="170"/>
                        <a:pt x="589" y="170"/>
                        <a:pt x="589" y="171"/>
                      </a:cubicBezTo>
                      <a:cubicBezTo>
                        <a:pt x="588" y="178"/>
                        <a:pt x="586" y="185"/>
                        <a:pt x="584" y="191"/>
                      </a:cubicBezTo>
                      <a:cubicBezTo>
                        <a:pt x="584" y="192"/>
                        <a:pt x="583" y="193"/>
                        <a:pt x="583" y="194"/>
                      </a:cubicBezTo>
                      <a:cubicBezTo>
                        <a:pt x="583" y="195"/>
                        <a:pt x="583" y="195"/>
                        <a:pt x="583" y="195"/>
                      </a:cubicBezTo>
                      <a:cubicBezTo>
                        <a:pt x="583" y="196"/>
                        <a:pt x="582" y="197"/>
                        <a:pt x="582" y="198"/>
                      </a:cubicBezTo>
                      <a:cubicBezTo>
                        <a:pt x="582" y="198"/>
                        <a:pt x="582" y="198"/>
                        <a:pt x="582" y="198"/>
                      </a:cubicBezTo>
                      <a:cubicBezTo>
                        <a:pt x="580" y="201"/>
                        <a:pt x="579" y="204"/>
                        <a:pt x="577" y="207"/>
                      </a:cubicBezTo>
                      <a:cubicBezTo>
                        <a:pt x="577" y="207"/>
                        <a:pt x="577" y="207"/>
                        <a:pt x="577" y="208"/>
                      </a:cubicBezTo>
                      <a:cubicBezTo>
                        <a:pt x="577" y="208"/>
                        <a:pt x="576" y="209"/>
                        <a:pt x="575" y="210"/>
                      </a:cubicBezTo>
                      <a:cubicBezTo>
                        <a:pt x="575" y="210"/>
                        <a:pt x="575" y="211"/>
                        <a:pt x="575" y="211"/>
                      </a:cubicBezTo>
                      <a:cubicBezTo>
                        <a:pt x="573" y="215"/>
                        <a:pt x="570" y="218"/>
                        <a:pt x="567" y="222"/>
                      </a:cubicBezTo>
                      <a:cubicBezTo>
                        <a:pt x="567" y="222"/>
                        <a:pt x="567" y="222"/>
                        <a:pt x="567" y="222"/>
                      </a:cubicBezTo>
                      <a:cubicBezTo>
                        <a:pt x="566" y="223"/>
                        <a:pt x="566" y="224"/>
                        <a:pt x="565" y="224"/>
                      </a:cubicBezTo>
                      <a:cubicBezTo>
                        <a:pt x="565" y="224"/>
                        <a:pt x="565" y="225"/>
                        <a:pt x="565" y="225"/>
                      </a:cubicBezTo>
                      <a:cubicBezTo>
                        <a:pt x="562" y="227"/>
                        <a:pt x="560" y="230"/>
                        <a:pt x="558" y="232"/>
                      </a:cubicBezTo>
                      <a:cubicBezTo>
                        <a:pt x="558" y="232"/>
                        <a:pt x="557" y="232"/>
                        <a:pt x="557" y="232"/>
                      </a:cubicBezTo>
                      <a:cubicBezTo>
                        <a:pt x="557" y="233"/>
                        <a:pt x="556" y="233"/>
                        <a:pt x="555" y="234"/>
                      </a:cubicBezTo>
                      <a:cubicBezTo>
                        <a:pt x="555" y="234"/>
                        <a:pt x="555" y="234"/>
                        <a:pt x="554" y="234"/>
                      </a:cubicBezTo>
                      <a:cubicBezTo>
                        <a:pt x="554" y="235"/>
                        <a:pt x="553" y="236"/>
                        <a:pt x="552" y="236"/>
                      </a:cubicBezTo>
                      <a:cubicBezTo>
                        <a:pt x="547" y="240"/>
                        <a:pt x="543" y="243"/>
                        <a:pt x="537" y="246"/>
                      </a:cubicBezTo>
                      <a:cubicBezTo>
                        <a:pt x="536" y="246"/>
                        <a:pt x="535" y="247"/>
                        <a:pt x="534" y="247"/>
                      </a:cubicBezTo>
                      <a:cubicBezTo>
                        <a:pt x="533" y="247"/>
                        <a:pt x="533" y="248"/>
                        <a:pt x="532" y="248"/>
                      </a:cubicBezTo>
                      <a:cubicBezTo>
                        <a:pt x="532" y="248"/>
                        <a:pt x="531" y="249"/>
                        <a:pt x="530" y="249"/>
                      </a:cubicBezTo>
                      <a:cubicBezTo>
                        <a:pt x="529" y="249"/>
                        <a:pt x="529" y="249"/>
                        <a:pt x="528" y="249"/>
                      </a:cubicBezTo>
                      <a:cubicBezTo>
                        <a:pt x="527" y="250"/>
                        <a:pt x="526" y="250"/>
                        <a:pt x="525" y="251"/>
                      </a:cubicBezTo>
                      <a:cubicBezTo>
                        <a:pt x="525" y="251"/>
                        <a:pt x="525" y="251"/>
                        <a:pt x="525" y="251"/>
                      </a:cubicBezTo>
                      <a:cubicBezTo>
                        <a:pt x="523" y="251"/>
                        <a:pt x="522" y="252"/>
                        <a:pt x="520" y="252"/>
                      </a:cubicBezTo>
                      <a:cubicBezTo>
                        <a:pt x="520" y="252"/>
                        <a:pt x="520" y="252"/>
                        <a:pt x="519" y="252"/>
                      </a:cubicBezTo>
                      <a:cubicBezTo>
                        <a:pt x="518" y="253"/>
                        <a:pt x="517" y="253"/>
                        <a:pt x="516" y="253"/>
                      </a:cubicBezTo>
                      <a:cubicBezTo>
                        <a:pt x="516" y="253"/>
                        <a:pt x="515" y="253"/>
                        <a:pt x="515" y="253"/>
                      </a:cubicBezTo>
                      <a:cubicBezTo>
                        <a:pt x="514" y="254"/>
                        <a:pt x="512" y="254"/>
                        <a:pt x="511" y="254"/>
                      </a:cubicBezTo>
                      <a:cubicBezTo>
                        <a:pt x="509" y="254"/>
                        <a:pt x="508" y="255"/>
                        <a:pt x="506" y="255"/>
                      </a:cubicBezTo>
                      <a:cubicBezTo>
                        <a:pt x="506" y="255"/>
                        <a:pt x="506" y="255"/>
                        <a:pt x="505" y="255"/>
                      </a:cubicBezTo>
                      <a:cubicBezTo>
                        <a:pt x="504" y="255"/>
                        <a:pt x="503" y="255"/>
                        <a:pt x="502" y="255"/>
                      </a:cubicBezTo>
                      <a:cubicBezTo>
                        <a:pt x="502" y="255"/>
                        <a:pt x="501" y="255"/>
                        <a:pt x="501" y="255"/>
                      </a:cubicBezTo>
                      <a:cubicBezTo>
                        <a:pt x="499" y="255"/>
                        <a:pt x="498" y="255"/>
                        <a:pt x="496" y="255"/>
                      </a:cubicBezTo>
                      <a:cubicBezTo>
                        <a:pt x="496" y="255"/>
                        <a:pt x="496" y="255"/>
                        <a:pt x="496" y="255"/>
                      </a:cubicBezTo>
                      <a:cubicBezTo>
                        <a:pt x="495" y="255"/>
                        <a:pt x="494" y="255"/>
                        <a:pt x="492" y="255"/>
                      </a:cubicBezTo>
                      <a:cubicBezTo>
                        <a:pt x="492" y="255"/>
                        <a:pt x="491" y="255"/>
                        <a:pt x="491" y="255"/>
                      </a:cubicBezTo>
                      <a:cubicBezTo>
                        <a:pt x="490" y="255"/>
                        <a:pt x="489" y="255"/>
                        <a:pt x="488" y="255"/>
                      </a:cubicBezTo>
                      <a:cubicBezTo>
                        <a:pt x="488" y="255"/>
                        <a:pt x="487" y="255"/>
                        <a:pt x="487" y="255"/>
                      </a:cubicBezTo>
                      <a:cubicBezTo>
                        <a:pt x="485" y="255"/>
                        <a:pt x="484" y="255"/>
                        <a:pt x="483" y="255"/>
                      </a:cubicBezTo>
                      <a:cubicBezTo>
                        <a:pt x="477" y="254"/>
                        <a:pt x="471" y="253"/>
                        <a:pt x="466" y="251"/>
                      </a:cubicBezTo>
                      <a:cubicBezTo>
                        <a:pt x="465" y="250"/>
                        <a:pt x="464" y="250"/>
                        <a:pt x="463" y="250"/>
                      </a:cubicBezTo>
                      <a:cubicBezTo>
                        <a:pt x="463" y="250"/>
                        <a:pt x="462" y="250"/>
                        <a:pt x="462" y="249"/>
                      </a:cubicBezTo>
                      <a:cubicBezTo>
                        <a:pt x="461" y="249"/>
                        <a:pt x="460" y="249"/>
                        <a:pt x="459" y="248"/>
                      </a:cubicBezTo>
                      <a:cubicBezTo>
                        <a:pt x="459" y="248"/>
                        <a:pt x="459" y="248"/>
                        <a:pt x="459" y="248"/>
                      </a:cubicBezTo>
                      <a:cubicBezTo>
                        <a:pt x="456" y="247"/>
                        <a:pt x="453" y="245"/>
                        <a:pt x="450" y="244"/>
                      </a:cubicBezTo>
                      <a:cubicBezTo>
                        <a:pt x="450" y="244"/>
                        <a:pt x="450" y="244"/>
                        <a:pt x="450" y="244"/>
                      </a:cubicBezTo>
                      <a:cubicBezTo>
                        <a:pt x="449" y="243"/>
                        <a:pt x="448" y="243"/>
                        <a:pt x="447" y="242"/>
                      </a:cubicBezTo>
                      <a:cubicBezTo>
                        <a:pt x="447" y="242"/>
                        <a:pt x="447" y="242"/>
                        <a:pt x="446" y="242"/>
                      </a:cubicBezTo>
                      <a:cubicBezTo>
                        <a:pt x="443" y="239"/>
                        <a:pt x="439" y="237"/>
                        <a:pt x="436" y="234"/>
                      </a:cubicBezTo>
                      <a:cubicBezTo>
                        <a:pt x="435" y="234"/>
                        <a:pt x="435" y="234"/>
                        <a:pt x="435" y="234"/>
                      </a:cubicBezTo>
                      <a:cubicBezTo>
                        <a:pt x="434" y="233"/>
                        <a:pt x="434" y="232"/>
                        <a:pt x="433" y="232"/>
                      </a:cubicBezTo>
                      <a:cubicBezTo>
                        <a:pt x="433" y="231"/>
                        <a:pt x="433" y="231"/>
                        <a:pt x="432" y="231"/>
                      </a:cubicBezTo>
                      <a:cubicBezTo>
                        <a:pt x="430" y="229"/>
                        <a:pt x="428" y="227"/>
                        <a:pt x="425" y="224"/>
                      </a:cubicBezTo>
                      <a:cubicBezTo>
                        <a:pt x="425" y="224"/>
                        <a:pt x="425" y="224"/>
                        <a:pt x="425" y="224"/>
                      </a:cubicBezTo>
                      <a:cubicBezTo>
                        <a:pt x="425" y="223"/>
                        <a:pt x="424" y="222"/>
                        <a:pt x="423" y="222"/>
                      </a:cubicBezTo>
                      <a:cubicBezTo>
                        <a:pt x="423" y="221"/>
                        <a:pt x="423" y="221"/>
                        <a:pt x="423" y="221"/>
                      </a:cubicBezTo>
                      <a:cubicBezTo>
                        <a:pt x="422" y="220"/>
                        <a:pt x="421" y="219"/>
                        <a:pt x="421" y="218"/>
                      </a:cubicBezTo>
                      <a:cubicBezTo>
                        <a:pt x="417" y="213"/>
                        <a:pt x="413" y="207"/>
                        <a:pt x="410" y="200"/>
                      </a:cubicBezTo>
                      <a:cubicBezTo>
                        <a:pt x="410" y="200"/>
                        <a:pt x="410" y="199"/>
                        <a:pt x="409" y="199"/>
                      </a:cubicBezTo>
                      <a:cubicBezTo>
                        <a:pt x="409" y="198"/>
                        <a:pt x="409" y="197"/>
                        <a:pt x="408" y="196"/>
                      </a:cubicBezTo>
                      <a:cubicBezTo>
                        <a:pt x="408" y="196"/>
                        <a:pt x="408" y="195"/>
                        <a:pt x="408" y="195"/>
                      </a:cubicBezTo>
                      <a:cubicBezTo>
                        <a:pt x="407" y="194"/>
                        <a:pt x="407" y="193"/>
                        <a:pt x="407" y="191"/>
                      </a:cubicBezTo>
                      <a:cubicBezTo>
                        <a:pt x="406" y="191"/>
                        <a:pt x="406" y="191"/>
                        <a:pt x="406" y="191"/>
                      </a:cubicBezTo>
                      <a:cubicBezTo>
                        <a:pt x="406" y="190"/>
                        <a:pt x="406" y="188"/>
                        <a:pt x="405" y="187"/>
                      </a:cubicBezTo>
                      <a:cubicBezTo>
                        <a:pt x="405" y="187"/>
                        <a:pt x="405" y="186"/>
                        <a:pt x="405" y="186"/>
                      </a:cubicBezTo>
                      <a:cubicBezTo>
                        <a:pt x="405" y="185"/>
                        <a:pt x="404" y="184"/>
                        <a:pt x="404" y="183"/>
                      </a:cubicBezTo>
                      <a:cubicBezTo>
                        <a:pt x="404" y="182"/>
                        <a:pt x="404" y="182"/>
                        <a:pt x="404" y="181"/>
                      </a:cubicBezTo>
                      <a:cubicBezTo>
                        <a:pt x="404" y="180"/>
                        <a:pt x="403" y="179"/>
                        <a:pt x="403" y="177"/>
                      </a:cubicBezTo>
                      <a:cubicBezTo>
                        <a:pt x="403" y="176"/>
                        <a:pt x="403" y="174"/>
                        <a:pt x="402" y="173"/>
                      </a:cubicBezTo>
                      <a:cubicBezTo>
                        <a:pt x="402" y="173"/>
                        <a:pt x="402" y="172"/>
                        <a:pt x="402" y="172"/>
                      </a:cubicBezTo>
                      <a:cubicBezTo>
                        <a:pt x="402" y="171"/>
                        <a:pt x="402" y="170"/>
                        <a:pt x="402" y="169"/>
                      </a:cubicBezTo>
                      <a:cubicBezTo>
                        <a:pt x="402" y="168"/>
                        <a:pt x="402" y="168"/>
                        <a:pt x="402" y="167"/>
                      </a:cubicBezTo>
                      <a:cubicBezTo>
                        <a:pt x="402" y="166"/>
                        <a:pt x="402" y="164"/>
                        <a:pt x="402" y="163"/>
                      </a:cubicBezTo>
                      <a:cubicBezTo>
                        <a:pt x="402" y="163"/>
                        <a:pt x="402" y="163"/>
                        <a:pt x="402" y="163"/>
                      </a:cubicBezTo>
                      <a:cubicBezTo>
                        <a:pt x="402" y="161"/>
                        <a:pt x="402" y="160"/>
                        <a:pt x="402" y="159"/>
                      </a:cubicBezTo>
                      <a:cubicBezTo>
                        <a:pt x="402" y="158"/>
                        <a:pt x="402" y="158"/>
                        <a:pt x="402" y="157"/>
                      </a:cubicBezTo>
                      <a:cubicBezTo>
                        <a:pt x="402" y="156"/>
                        <a:pt x="402" y="156"/>
                        <a:pt x="402" y="155"/>
                      </a:cubicBezTo>
                      <a:cubicBezTo>
                        <a:pt x="402" y="154"/>
                        <a:pt x="402" y="154"/>
                        <a:pt x="402" y="153"/>
                      </a:cubicBezTo>
                      <a:cubicBezTo>
                        <a:pt x="402" y="152"/>
                        <a:pt x="402" y="151"/>
                        <a:pt x="403" y="149"/>
                      </a:cubicBezTo>
                      <a:cubicBezTo>
                        <a:pt x="403" y="149"/>
                        <a:pt x="403" y="149"/>
                        <a:pt x="403" y="149"/>
                      </a:cubicBezTo>
                      <a:cubicBezTo>
                        <a:pt x="403" y="143"/>
                        <a:pt x="405" y="138"/>
                        <a:pt x="406" y="132"/>
                      </a:cubicBezTo>
                      <a:cubicBezTo>
                        <a:pt x="407" y="131"/>
                        <a:pt x="407" y="130"/>
                        <a:pt x="408" y="129"/>
                      </a:cubicBezTo>
                      <a:cubicBezTo>
                        <a:pt x="408" y="129"/>
                        <a:pt x="408" y="129"/>
                        <a:pt x="408" y="129"/>
                      </a:cubicBezTo>
                      <a:cubicBezTo>
                        <a:pt x="408" y="128"/>
                        <a:pt x="409" y="127"/>
                        <a:pt x="409" y="126"/>
                      </a:cubicBezTo>
                      <a:cubicBezTo>
                        <a:pt x="409" y="126"/>
                        <a:pt x="409" y="126"/>
                        <a:pt x="409" y="126"/>
                      </a:cubicBezTo>
                      <a:cubicBezTo>
                        <a:pt x="410" y="123"/>
                        <a:pt x="412" y="120"/>
                        <a:pt x="413" y="117"/>
                      </a:cubicBezTo>
                      <a:cubicBezTo>
                        <a:pt x="413" y="117"/>
                        <a:pt x="414" y="116"/>
                        <a:pt x="414" y="116"/>
                      </a:cubicBezTo>
                      <a:cubicBezTo>
                        <a:pt x="414" y="115"/>
                        <a:pt x="415" y="114"/>
                        <a:pt x="415" y="114"/>
                      </a:cubicBezTo>
                      <a:cubicBezTo>
                        <a:pt x="415" y="113"/>
                        <a:pt x="415" y="113"/>
                        <a:pt x="416" y="113"/>
                      </a:cubicBezTo>
                      <a:cubicBezTo>
                        <a:pt x="418" y="109"/>
                        <a:pt x="420" y="106"/>
                        <a:pt x="423" y="102"/>
                      </a:cubicBezTo>
                      <a:cubicBezTo>
                        <a:pt x="423" y="102"/>
                        <a:pt x="423" y="102"/>
                        <a:pt x="424" y="102"/>
                      </a:cubicBezTo>
                      <a:cubicBezTo>
                        <a:pt x="424" y="101"/>
                        <a:pt x="425" y="100"/>
                        <a:pt x="426" y="99"/>
                      </a:cubicBezTo>
                      <a:cubicBezTo>
                        <a:pt x="426" y="99"/>
                        <a:pt x="426" y="99"/>
                        <a:pt x="426" y="99"/>
                      </a:cubicBezTo>
                      <a:cubicBezTo>
                        <a:pt x="428" y="97"/>
                        <a:pt x="431" y="94"/>
                        <a:pt x="433" y="92"/>
                      </a:cubicBezTo>
                      <a:cubicBezTo>
                        <a:pt x="433" y="92"/>
                        <a:pt x="433" y="92"/>
                        <a:pt x="433" y="92"/>
                      </a:cubicBezTo>
                      <a:cubicBezTo>
                        <a:pt x="434" y="91"/>
                        <a:pt x="435" y="90"/>
                        <a:pt x="436" y="90"/>
                      </a:cubicBezTo>
                      <a:cubicBezTo>
                        <a:pt x="436" y="90"/>
                        <a:pt x="436" y="89"/>
                        <a:pt x="436" y="89"/>
                      </a:cubicBezTo>
                      <a:cubicBezTo>
                        <a:pt x="437" y="89"/>
                        <a:pt x="438" y="88"/>
                        <a:pt x="439" y="87"/>
                      </a:cubicBezTo>
                      <a:cubicBezTo>
                        <a:pt x="443" y="84"/>
                        <a:pt x="448" y="81"/>
                        <a:pt x="453" y="78"/>
                      </a:cubicBezTo>
                      <a:cubicBezTo>
                        <a:pt x="454" y="78"/>
                        <a:pt x="456" y="77"/>
                        <a:pt x="457" y="77"/>
                      </a:cubicBezTo>
                      <a:cubicBezTo>
                        <a:pt x="457" y="76"/>
                        <a:pt x="458" y="76"/>
                        <a:pt x="458" y="76"/>
                      </a:cubicBezTo>
                      <a:cubicBezTo>
                        <a:pt x="459" y="76"/>
                        <a:pt x="460" y="75"/>
                        <a:pt x="461" y="75"/>
                      </a:cubicBezTo>
                      <a:cubicBezTo>
                        <a:pt x="461" y="75"/>
                        <a:pt x="462" y="74"/>
                        <a:pt x="462" y="74"/>
                      </a:cubicBezTo>
                      <a:cubicBezTo>
                        <a:pt x="463" y="74"/>
                        <a:pt x="465" y="73"/>
                        <a:pt x="466" y="73"/>
                      </a:cubicBezTo>
                      <a:cubicBezTo>
                        <a:pt x="466" y="73"/>
                        <a:pt x="466" y="73"/>
                        <a:pt x="466" y="73"/>
                      </a:cubicBezTo>
                      <a:cubicBezTo>
                        <a:pt x="467" y="72"/>
                        <a:pt x="469" y="72"/>
                        <a:pt x="470" y="72"/>
                      </a:cubicBezTo>
                      <a:cubicBezTo>
                        <a:pt x="471" y="72"/>
                        <a:pt x="471" y="71"/>
                        <a:pt x="471" y="71"/>
                      </a:cubicBezTo>
                      <a:cubicBezTo>
                        <a:pt x="472" y="71"/>
                        <a:pt x="473" y="71"/>
                        <a:pt x="474" y="71"/>
                      </a:cubicBezTo>
                      <a:cubicBezTo>
                        <a:pt x="475" y="71"/>
                        <a:pt x="475" y="70"/>
                        <a:pt x="476" y="70"/>
                      </a:cubicBezTo>
                      <a:cubicBezTo>
                        <a:pt x="477" y="70"/>
                        <a:pt x="479" y="70"/>
                        <a:pt x="480" y="70"/>
                      </a:cubicBezTo>
                      <a:cubicBezTo>
                        <a:pt x="481" y="69"/>
                        <a:pt x="483" y="69"/>
                        <a:pt x="484" y="69"/>
                      </a:cubicBezTo>
                      <a:cubicBezTo>
                        <a:pt x="485" y="69"/>
                        <a:pt x="485" y="69"/>
                        <a:pt x="486" y="69"/>
                      </a:cubicBezTo>
                      <a:cubicBezTo>
                        <a:pt x="487" y="69"/>
                        <a:pt x="488" y="69"/>
                        <a:pt x="489" y="69"/>
                      </a:cubicBezTo>
                      <a:cubicBezTo>
                        <a:pt x="489" y="68"/>
                        <a:pt x="490" y="68"/>
                        <a:pt x="490" y="68"/>
                      </a:cubicBezTo>
                      <a:cubicBezTo>
                        <a:pt x="491" y="68"/>
                        <a:pt x="493" y="68"/>
                        <a:pt x="494" y="68"/>
                      </a:cubicBezTo>
                      <a:cubicBezTo>
                        <a:pt x="494" y="68"/>
                        <a:pt x="494" y="68"/>
                        <a:pt x="495" y="68"/>
                      </a:cubicBezTo>
                      <a:cubicBezTo>
                        <a:pt x="496" y="68"/>
                        <a:pt x="497" y="68"/>
                        <a:pt x="498" y="68"/>
                      </a:cubicBezTo>
                      <a:cubicBezTo>
                        <a:pt x="499" y="68"/>
                        <a:pt x="499" y="68"/>
                        <a:pt x="500" y="68"/>
                      </a:cubicBezTo>
                      <a:cubicBezTo>
                        <a:pt x="501" y="68"/>
                        <a:pt x="502" y="68"/>
                        <a:pt x="503" y="69"/>
                      </a:cubicBezTo>
                      <a:cubicBezTo>
                        <a:pt x="503" y="69"/>
                        <a:pt x="504" y="69"/>
                        <a:pt x="504" y="69"/>
                      </a:cubicBezTo>
                      <a:cubicBezTo>
                        <a:pt x="505" y="69"/>
                        <a:pt x="507" y="69"/>
                        <a:pt x="508" y="69"/>
                      </a:cubicBezTo>
                      <a:cubicBezTo>
                        <a:pt x="514" y="70"/>
                        <a:pt x="519" y="71"/>
                        <a:pt x="525" y="73"/>
                      </a:cubicBezTo>
                      <a:cubicBezTo>
                        <a:pt x="526" y="73"/>
                        <a:pt x="527" y="74"/>
                        <a:pt x="528" y="74"/>
                      </a:cubicBezTo>
                      <a:cubicBezTo>
                        <a:pt x="528" y="74"/>
                        <a:pt x="528" y="74"/>
                        <a:pt x="528" y="74"/>
                      </a:cubicBezTo>
                      <a:cubicBezTo>
                        <a:pt x="529" y="75"/>
                        <a:pt x="530" y="75"/>
                        <a:pt x="531" y="75"/>
                      </a:cubicBezTo>
                      <a:cubicBezTo>
                        <a:pt x="531" y="75"/>
                        <a:pt x="532" y="76"/>
                        <a:pt x="532" y="76"/>
                      </a:cubicBezTo>
                      <a:cubicBezTo>
                        <a:pt x="535" y="77"/>
                        <a:pt x="538" y="78"/>
                        <a:pt x="541" y="80"/>
                      </a:cubicBezTo>
                      <a:cubicBezTo>
                        <a:pt x="541" y="80"/>
                        <a:pt x="541" y="80"/>
                        <a:pt x="541" y="80"/>
                      </a:cubicBezTo>
                      <a:cubicBezTo>
                        <a:pt x="542" y="81"/>
                        <a:pt x="543" y="81"/>
                        <a:pt x="544" y="82"/>
                      </a:cubicBezTo>
                      <a:cubicBezTo>
                        <a:pt x="544" y="82"/>
                        <a:pt x="544" y="82"/>
                        <a:pt x="544" y="82"/>
                      </a:cubicBezTo>
                      <a:cubicBezTo>
                        <a:pt x="548" y="84"/>
                        <a:pt x="552" y="87"/>
                        <a:pt x="555" y="90"/>
                      </a:cubicBezTo>
                      <a:cubicBezTo>
                        <a:pt x="555" y="90"/>
                        <a:pt x="555" y="90"/>
                        <a:pt x="556" y="90"/>
                      </a:cubicBezTo>
                      <a:cubicBezTo>
                        <a:pt x="556" y="91"/>
                        <a:pt x="557" y="92"/>
                        <a:pt x="558" y="92"/>
                      </a:cubicBezTo>
                      <a:cubicBezTo>
                        <a:pt x="558" y="92"/>
                        <a:pt x="558" y="92"/>
                        <a:pt x="558" y="93"/>
                      </a:cubicBezTo>
                      <a:cubicBezTo>
                        <a:pt x="561" y="95"/>
                        <a:pt x="563" y="97"/>
                        <a:pt x="565" y="100"/>
                      </a:cubicBezTo>
                      <a:cubicBezTo>
                        <a:pt x="565" y="100"/>
                        <a:pt x="565" y="100"/>
                        <a:pt x="565" y="100"/>
                      </a:cubicBezTo>
                      <a:cubicBezTo>
                        <a:pt x="566" y="101"/>
                        <a:pt x="567" y="101"/>
                        <a:pt x="567" y="102"/>
                      </a:cubicBezTo>
                      <a:cubicBezTo>
                        <a:pt x="568" y="102"/>
                        <a:pt x="568" y="103"/>
                        <a:pt x="568" y="103"/>
                      </a:cubicBezTo>
                      <a:cubicBezTo>
                        <a:pt x="569" y="104"/>
                        <a:pt x="569" y="104"/>
                        <a:pt x="570" y="105"/>
                      </a:cubicBezTo>
                      <a:cubicBezTo>
                        <a:pt x="573" y="110"/>
                        <a:pt x="576" y="115"/>
                        <a:pt x="579" y="120"/>
                      </a:cubicBezTo>
                      <a:cubicBezTo>
                        <a:pt x="580" y="121"/>
                        <a:pt x="580" y="122"/>
                        <a:pt x="581" y="123"/>
                      </a:cubicBezTo>
                      <a:cubicBezTo>
                        <a:pt x="581" y="124"/>
                        <a:pt x="581" y="124"/>
                        <a:pt x="581" y="125"/>
                      </a:cubicBezTo>
                      <a:cubicBezTo>
                        <a:pt x="582" y="126"/>
                        <a:pt x="582" y="127"/>
                        <a:pt x="582" y="127"/>
                      </a:cubicBezTo>
                      <a:cubicBezTo>
                        <a:pt x="583" y="128"/>
                        <a:pt x="583" y="128"/>
                        <a:pt x="583" y="129"/>
                      </a:cubicBezTo>
                      <a:cubicBezTo>
                        <a:pt x="583" y="130"/>
                        <a:pt x="584" y="131"/>
                        <a:pt x="584" y="132"/>
                      </a:cubicBezTo>
                      <a:cubicBezTo>
                        <a:pt x="584" y="132"/>
                        <a:pt x="584" y="133"/>
                        <a:pt x="584" y="133"/>
                      </a:cubicBezTo>
                      <a:cubicBezTo>
                        <a:pt x="585" y="134"/>
                        <a:pt x="585" y="135"/>
                        <a:pt x="585" y="137"/>
                      </a:cubicBezTo>
                      <a:lnTo>
                        <a:pt x="586" y="138"/>
                      </a:lnTo>
                      <a:cubicBezTo>
                        <a:pt x="586" y="139"/>
                        <a:pt x="586" y="140"/>
                        <a:pt x="587" y="141"/>
                      </a:cubicBezTo>
                      <a:cubicBezTo>
                        <a:pt x="587" y="141"/>
                        <a:pt x="587" y="142"/>
                        <a:pt x="587" y="142"/>
                      </a:cubicBezTo>
                      <a:cubicBezTo>
                        <a:pt x="587" y="144"/>
                        <a:pt x="587" y="145"/>
                        <a:pt x="588" y="147"/>
                      </a:cubicBezTo>
                      <a:cubicBezTo>
                        <a:pt x="588" y="148"/>
                        <a:pt x="588" y="149"/>
                        <a:pt x="588" y="151"/>
                      </a:cubicBezTo>
                      <a:close/>
                      <a:moveTo>
                        <a:pt x="657" y="163"/>
                      </a:moveTo>
                      <a:lnTo>
                        <a:pt x="648" y="108"/>
                      </a:lnTo>
                      <a:lnTo>
                        <a:pt x="616" y="114"/>
                      </a:lnTo>
                      <a:cubicBezTo>
                        <a:pt x="611" y="99"/>
                        <a:pt x="602" y="86"/>
                        <a:pt x="592" y="74"/>
                      </a:cubicBezTo>
                      <a:lnTo>
                        <a:pt x="611" y="48"/>
                      </a:lnTo>
                      <a:lnTo>
                        <a:pt x="565" y="16"/>
                      </a:lnTo>
                      <a:lnTo>
                        <a:pt x="547" y="42"/>
                      </a:lnTo>
                      <a:cubicBezTo>
                        <a:pt x="533" y="36"/>
                        <a:pt x="518" y="32"/>
                        <a:pt x="502" y="32"/>
                      </a:cubicBezTo>
                      <a:lnTo>
                        <a:pt x="497" y="0"/>
                      </a:lnTo>
                      <a:lnTo>
                        <a:pt x="442" y="9"/>
                      </a:lnTo>
                      <a:lnTo>
                        <a:pt x="447" y="41"/>
                      </a:lnTo>
                      <a:cubicBezTo>
                        <a:pt x="432" y="47"/>
                        <a:pt x="419" y="55"/>
                        <a:pt x="408" y="65"/>
                      </a:cubicBezTo>
                      <a:lnTo>
                        <a:pt x="382" y="47"/>
                      </a:lnTo>
                      <a:lnTo>
                        <a:pt x="350" y="92"/>
                      </a:lnTo>
                      <a:lnTo>
                        <a:pt x="376" y="110"/>
                      </a:lnTo>
                      <a:cubicBezTo>
                        <a:pt x="370" y="124"/>
                        <a:pt x="366" y="140"/>
                        <a:pt x="365" y="155"/>
                      </a:cubicBezTo>
                      <a:lnTo>
                        <a:pt x="334" y="161"/>
                      </a:lnTo>
                      <a:lnTo>
                        <a:pt x="343" y="215"/>
                      </a:lnTo>
                      <a:lnTo>
                        <a:pt x="374" y="210"/>
                      </a:lnTo>
                      <a:cubicBezTo>
                        <a:pt x="380" y="225"/>
                        <a:pt x="388" y="238"/>
                        <a:pt x="399" y="249"/>
                      </a:cubicBezTo>
                      <a:lnTo>
                        <a:pt x="380" y="275"/>
                      </a:lnTo>
                      <a:lnTo>
                        <a:pt x="425" y="308"/>
                      </a:lnTo>
                      <a:lnTo>
                        <a:pt x="444" y="282"/>
                      </a:lnTo>
                      <a:cubicBezTo>
                        <a:pt x="458" y="288"/>
                        <a:pt x="473" y="291"/>
                        <a:pt x="489" y="292"/>
                      </a:cubicBezTo>
                      <a:lnTo>
                        <a:pt x="494" y="324"/>
                      </a:lnTo>
                      <a:lnTo>
                        <a:pt x="549" y="315"/>
                      </a:lnTo>
                      <a:lnTo>
                        <a:pt x="544" y="283"/>
                      </a:lnTo>
                      <a:cubicBezTo>
                        <a:pt x="558" y="277"/>
                        <a:pt x="571" y="269"/>
                        <a:pt x="583" y="258"/>
                      </a:cubicBezTo>
                      <a:lnTo>
                        <a:pt x="609" y="277"/>
                      </a:lnTo>
                      <a:lnTo>
                        <a:pt x="641" y="232"/>
                      </a:lnTo>
                      <a:lnTo>
                        <a:pt x="615" y="213"/>
                      </a:lnTo>
                      <a:cubicBezTo>
                        <a:pt x="621" y="199"/>
                        <a:pt x="625" y="184"/>
                        <a:pt x="625" y="168"/>
                      </a:cubicBezTo>
                      <a:lnTo>
                        <a:pt x="657" y="163"/>
                      </a:lnTo>
                      <a:close/>
                      <a:moveTo>
                        <a:pt x="453" y="544"/>
                      </a:moveTo>
                      <a:cubicBezTo>
                        <a:pt x="453" y="545"/>
                        <a:pt x="453" y="546"/>
                        <a:pt x="453" y="547"/>
                      </a:cubicBezTo>
                      <a:cubicBezTo>
                        <a:pt x="452" y="548"/>
                        <a:pt x="452" y="550"/>
                        <a:pt x="452" y="552"/>
                      </a:cubicBezTo>
                      <a:cubicBezTo>
                        <a:pt x="452" y="553"/>
                        <a:pt x="451" y="554"/>
                        <a:pt x="451" y="554"/>
                      </a:cubicBezTo>
                      <a:cubicBezTo>
                        <a:pt x="451" y="557"/>
                        <a:pt x="450" y="559"/>
                        <a:pt x="450" y="562"/>
                      </a:cubicBezTo>
                      <a:cubicBezTo>
                        <a:pt x="450" y="562"/>
                        <a:pt x="450" y="562"/>
                        <a:pt x="449" y="562"/>
                      </a:cubicBezTo>
                      <a:cubicBezTo>
                        <a:pt x="449" y="565"/>
                        <a:pt x="448" y="567"/>
                        <a:pt x="448" y="569"/>
                      </a:cubicBezTo>
                      <a:cubicBezTo>
                        <a:pt x="447" y="570"/>
                        <a:pt x="447" y="570"/>
                        <a:pt x="447" y="571"/>
                      </a:cubicBezTo>
                      <a:cubicBezTo>
                        <a:pt x="447" y="573"/>
                        <a:pt x="446" y="575"/>
                        <a:pt x="445" y="576"/>
                      </a:cubicBezTo>
                      <a:cubicBezTo>
                        <a:pt x="445" y="577"/>
                        <a:pt x="445" y="578"/>
                        <a:pt x="445" y="579"/>
                      </a:cubicBezTo>
                      <a:cubicBezTo>
                        <a:pt x="440" y="591"/>
                        <a:pt x="435" y="602"/>
                        <a:pt x="428" y="612"/>
                      </a:cubicBezTo>
                      <a:cubicBezTo>
                        <a:pt x="427" y="614"/>
                        <a:pt x="426" y="616"/>
                        <a:pt x="425" y="617"/>
                      </a:cubicBezTo>
                      <a:cubicBezTo>
                        <a:pt x="424" y="617"/>
                        <a:pt x="424" y="618"/>
                        <a:pt x="424" y="618"/>
                      </a:cubicBezTo>
                      <a:cubicBezTo>
                        <a:pt x="423" y="620"/>
                        <a:pt x="422" y="621"/>
                        <a:pt x="421" y="623"/>
                      </a:cubicBezTo>
                      <a:cubicBezTo>
                        <a:pt x="421" y="623"/>
                        <a:pt x="420" y="623"/>
                        <a:pt x="420" y="623"/>
                      </a:cubicBezTo>
                      <a:cubicBezTo>
                        <a:pt x="417" y="628"/>
                        <a:pt x="413" y="632"/>
                        <a:pt x="409" y="637"/>
                      </a:cubicBezTo>
                      <a:cubicBezTo>
                        <a:pt x="409" y="637"/>
                        <a:pt x="409" y="637"/>
                        <a:pt x="408" y="637"/>
                      </a:cubicBezTo>
                      <a:cubicBezTo>
                        <a:pt x="407" y="639"/>
                        <a:pt x="406" y="640"/>
                        <a:pt x="404" y="641"/>
                      </a:cubicBezTo>
                      <a:cubicBezTo>
                        <a:pt x="404" y="641"/>
                        <a:pt x="404" y="642"/>
                        <a:pt x="404" y="642"/>
                      </a:cubicBezTo>
                      <a:cubicBezTo>
                        <a:pt x="398" y="648"/>
                        <a:pt x="392" y="653"/>
                        <a:pt x="386" y="657"/>
                      </a:cubicBezTo>
                      <a:cubicBezTo>
                        <a:pt x="385" y="657"/>
                        <a:pt x="385" y="658"/>
                        <a:pt x="385" y="658"/>
                      </a:cubicBezTo>
                      <a:cubicBezTo>
                        <a:pt x="383" y="659"/>
                        <a:pt x="382" y="660"/>
                        <a:pt x="380" y="661"/>
                      </a:cubicBezTo>
                      <a:cubicBezTo>
                        <a:pt x="380" y="661"/>
                        <a:pt x="379" y="661"/>
                        <a:pt x="379" y="662"/>
                      </a:cubicBezTo>
                      <a:cubicBezTo>
                        <a:pt x="374" y="665"/>
                        <a:pt x="369" y="668"/>
                        <a:pt x="364" y="670"/>
                      </a:cubicBezTo>
                      <a:cubicBezTo>
                        <a:pt x="364" y="671"/>
                        <a:pt x="364" y="671"/>
                        <a:pt x="363" y="671"/>
                      </a:cubicBezTo>
                      <a:cubicBezTo>
                        <a:pt x="362" y="672"/>
                        <a:pt x="360" y="672"/>
                        <a:pt x="358" y="673"/>
                      </a:cubicBezTo>
                      <a:cubicBezTo>
                        <a:pt x="358" y="673"/>
                        <a:pt x="358" y="674"/>
                        <a:pt x="357" y="674"/>
                      </a:cubicBezTo>
                      <a:cubicBezTo>
                        <a:pt x="356" y="675"/>
                        <a:pt x="354" y="675"/>
                        <a:pt x="352" y="676"/>
                      </a:cubicBezTo>
                      <a:cubicBezTo>
                        <a:pt x="343" y="680"/>
                        <a:pt x="333" y="683"/>
                        <a:pt x="323" y="685"/>
                      </a:cubicBezTo>
                      <a:cubicBezTo>
                        <a:pt x="321" y="686"/>
                        <a:pt x="318" y="686"/>
                        <a:pt x="316" y="687"/>
                      </a:cubicBezTo>
                      <a:cubicBezTo>
                        <a:pt x="315" y="687"/>
                        <a:pt x="314" y="687"/>
                        <a:pt x="313" y="687"/>
                      </a:cubicBezTo>
                      <a:cubicBezTo>
                        <a:pt x="312" y="687"/>
                        <a:pt x="310" y="688"/>
                        <a:pt x="308" y="688"/>
                      </a:cubicBezTo>
                      <a:cubicBezTo>
                        <a:pt x="307" y="688"/>
                        <a:pt x="307" y="688"/>
                        <a:pt x="306" y="688"/>
                      </a:cubicBezTo>
                      <a:cubicBezTo>
                        <a:pt x="304" y="688"/>
                        <a:pt x="301" y="689"/>
                        <a:pt x="299" y="689"/>
                      </a:cubicBezTo>
                      <a:cubicBezTo>
                        <a:pt x="299" y="689"/>
                        <a:pt x="299" y="689"/>
                        <a:pt x="298" y="689"/>
                      </a:cubicBezTo>
                      <a:cubicBezTo>
                        <a:pt x="296" y="689"/>
                        <a:pt x="293" y="689"/>
                        <a:pt x="291" y="689"/>
                      </a:cubicBezTo>
                      <a:cubicBezTo>
                        <a:pt x="290" y="689"/>
                        <a:pt x="289" y="689"/>
                        <a:pt x="289" y="689"/>
                      </a:cubicBezTo>
                      <a:cubicBezTo>
                        <a:pt x="287" y="689"/>
                        <a:pt x="285" y="689"/>
                        <a:pt x="283" y="689"/>
                      </a:cubicBezTo>
                      <a:cubicBezTo>
                        <a:pt x="282" y="689"/>
                        <a:pt x="281" y="689"/>
                        <a:pt x="281" y="689"/>
                      </a:cubicBezTo>
                      <a:cubicBezTo>
                        <a:pt x="278" y="689"/>
                        <a:pt x="276" y="689"/>
                        <a:pt x="273" y="689"/>
                      </a:cubicBezTo>
                      <a:cubicBezTo>
                        <a:pt x="270" y="688"/>
                        <a:pt x="268" y="688"/>
                        <a:pt x="265" y="688"/>
                      </a:cubicBezTo>
                      <a:cubicBezTo>
                        <a:pt x="265" y="688"/>
                        <a:pt x="264" y="687"/>
                        <a:pt x="263" y="687"/>
                      </a:cubicBezTo>
                      <a:cubicBezTo>
                        <a:pt x="261" y="687"/>
                        <a:pt x="259" y="687"/>
                        <a:pt x="257" y="686"/>
                      </a:cubicBezTo>
                      <a:cubicBezTo>
                        <a:pt x="257" y="686"/>
                        <a:pt x="256" y="686"/>
                        <a:pt x="255" y="686"/>
                      </a:cubicBezTo>
                      <a:cubicBezTo>
                        <a:pt x="253" y="686"/>
                        <a:pt x="250" y="685"/>
                        <a:pt x="248" y="684"/>
                      </a:cubicBezTo>
                      <a:cubicBezTo>
                        <a:pt x="248" y="684"/>
                        <a:pt x="247" y="684"/>
                        <a:pt x="247" y="684"/>
                      </a:cubicBezTo>
                      <a:cubicBezTo>
                        <a:pt x="245" y="684"/>
                        <a:pt x="243" y="683"/>
                        <a:pt x="241" y="683"/>
                      </a:cubicBezTo>
                      <a:cubicBezTo>
                        <a:pt x="240" y="682"/>
                        <a:pt x="239" y="682"/>
                        <a:pt x="238" y="682"/>
                      </a:cubicBezTo>
                      <a:cubicBezTo>
                        <a:pt x="237" y="681"/>
                        <a:pt x="235" y="681"/>
                        <a:pt x="233" y="680"/>
                      </a:cubicBezTo>
                      <a:cubicBezTo>
                        <a:pt x="233" y="680"/>
                        <a:pt x="232" y="680"/>
                        <a:pt x="231" y="679"/>
                      </a:cubicBezTo>
                      <a:cubicBezTo>
                        <a:pt x="229" y="679"/>
                        <a:pt x="226" y="678"/>
                        <a:pt x="224" y="677"/>
                      </a:cubicBezTo>
                      <a:cubicBezTo>
                        <a:pt x="215" y="673"/>
                        <a:pt x="206" y="668"/>
                        <a:pt x="197" y="663"/>
                      </a:cubicBezTo>
                      <a:cubicBezTo>
                        <a:pt x="196" y="662"/>
                        <a:pt x="194" y="661"/>
                        <a:pt x="192" y="660"/>
                      </a:cubicBezTo>
                      <a:cubicBezTo>
                        <a:pt x="192" y="659"/>
                        <a:pt x="192" y="659"/>
                        <a:pt x="191" y="659"/>
                      </a:cubicBezTo>
                      <a:cubicBezTo>
                        <a:pt x="190" y="658"/>
                        <a:pt x="188" y="657"/>
                        <a:pt x="187" y="656"/>
                      </a:cubicBezTo>
                      <a:cubicBezTo>
                        <a:pt x="187" y="655"/>
                        <a:pt x="187" y="655"/>
                        <a:pt x="186" y="655"/>
                      </a:cubicBezTo>
                      <a:cubicBezTo>
                        <a:pt x="182" y="652"/>
                        <a:pt x="177" y="648"/>
                        <a:pt x="173" y="644"/>
                      </a:cubicBezTo>
                      <a:cubicBezTo>
                        <a:pt x="173" y="644"/>
                        <a:pt x="172" y="643"/>
                        <a:pt x="172" y="643"/>
                      </a:cubicBezTo>
                      <a:cubicBezTo>
                        <a:pt x="171" y="642"/>
                        <a:pt x="170" y="641"/>
                        <a:pt x="168" y="639"/>
                      </a:cubicBezTo>
                      <a:cubicBezTo>
                        <a:pt x="168" y="639"/>
                        <a:pt x="168" y="639"/>
                        <a:pt x="167" y="638"/>
                      </a:cubicBezTo>
                      <a:cubicBezTo>
                        <a:pt x="162" y="633"/>
                        <a:pt x="157" y="627"/>
                        <a:pt x="152" y="620"/>
                      </a:cubicBezTo>
                      <a:cubicBezTo>
                        <a:pt x="152" y="620"/>
                        <a:pt x="152" y="620"/>
                        <a:pt x="151" y="619"/>
                      </a:cubicBezTo>
                      <a:cubicBezTo>
                        <a:pt x="150" y="618"/>
                        <a:pt x="149" y="616"/>
                        <a:pt x="148" y="615"/>
                      </a:cubicBezTo>
                      <a:cubicBezTo>
                        <a:pt x="148" y="615"/>
                        <a:pt x="148" y="614"/>
                        <a:pt x="148" y="614"/>
                      </a:cubicBezTo>
                      <a:cubicBezTo>
                        <a:pt x="145" y="609"/>
                        <a:pt x="142" y="604"/>
                        <a:pt x="139" y="599"/>
                      </a:cubicBezTo>
                      <a:cubicBezTo>
                        <a:pt x="139" y="599"/>
                        <a:pt x="139" y="598"/>
                        <a:pt x="139" y="598"/>
                      </a:cubicBezTo>
                      <a:cubicBezTo>
                        <a:pt x="138" y="597"/>
                        <a:pt x="137" y="595"/>
                        <a:pt x="136" y="593"/>
                      </a:cubicBezTo>
                      <a:cubicBezTo>
                        <a:pt x="136" y="593"/>
                        <a:pt x="136" y="592"/>
                        <a:pt x="136" y="592"/>
                      </a:cubicBezTo>
                      <a:cubicBezTo>
                        <a:pt x="135" y="590"/>
                        <a:pt x="134" y="589"/>
                        <a:pt x="133" y="587"/>
                      </a:cubicBezTo>
                      <a:cubicBezTo>
                        <a:pt x="129" y="575"/>
                        <a:pt x="125" y="563"/>
                        <a:pt x="123" y="551"/>
                      </a:cubicBezTo>
                      <a:cubicBezTo>
                        <a:pt x="123" y="550"/>
                        <a:pt x="122" y="549"/>
                        <a:pt x="122" y="548"/>
                      </a:cubicBezTo>
                      <a:cubicBezTo>
                        <a:pt x="122" y="547"/>
                        <a:pt x="122" y="545"/>
                        <a:pt x="122" y="543"/>
                      </a:cubicBezTo>
                      <a:cubicBezTo>
                        <a:pt x="122" y="542"/>
                        <a:pt x="121" y="541"/>
                        <a:pt x="121" y="541"/>
                      </a:cubicBezTo>
                      <a:cubicBezTo>
                        <a:pt x="121" y="538"/>
                        <a:pt x="121" y="536"/>
                        <a:pt x="121" y="534"/>
                      </a:cubicBezTo>
                      <a:cubicBezTo>
                        <a:pt x="121" y="534"/>
                        <a:pt x="121" y="533"/>
                        <a:pt x="121" y="533"/>
                      </a:cubicBezTo>
                      <a:cubicBezTo>
                        <a:pt x="120" y="531"/>
                        <a:pt x="120" y="528"/>
                        <a:pt x="120" y="526"/>
                      </a:cubicBezTo>
                      <a:cubicBezTo>
                        <a:pt x="120" y="525"/>
                        <a:pt x="120" y="524"/>
                        <a:pt x="120" y="523"/>
                      </a:cubicBezTo>
                      <a:cubicBezTo>
                        <a:pt x="120" y="522"/>
                        <a:pt x="120" y="520"/>
                        <a:pt x="120" y="518"/>
                      </a:cubicBezTo>
                      <a:cubicBezTo>
                        <a:pt x="120" y="517"/>
                        <a:pt x="120" y="516"/>
                        <a:pt x="120" y="515"/>
                      </a:cubicBezTo>
                      <a:cubicBezTo>
                        <a:pt x="121" y="513"/>
                        <a:pt x="121" y="510"/>
                        <a:pt x="121" y="508"/>
                      </a:cubicBezTo>
                      <a:cubicBezTo>
                        <a:pt x="121" y="505"/>
                        <a:pt x="121" y="503"/>
                        <a:pt x="122" y="500"/>
                      </a:cubicBezTo>
                      <a:cubicBezTo>
                        <a:pt x="122" y="499"/>
                        <a:pt x="122" y="499"/>
                        <a:pt x="122" y="498"/>
                      </a:cubicBezTo>
                      <a:cubicBezTo>
                        <a:pt x="122" y="496"/>
                        <a:pt x="123" y="494"/>
                        <a:pt x="123" y="492"/>
                      </a:cubicBezTo>
                      <a:cubicBezTo>
                        <a:pt x="123" y="492"/>
                        <a:pt x="123" y="491"/>
                        <a:pt x="123" y="490"/>
                      </a:cubicBezTo>
                      <a:cubicBezTo>
                        <a:pt x="124" y="488"/>
                        <a:pt x="124" y="485"/>
                        <a:pt x="125" y="483"/>
                      </a:cubicBezTo>
                      <a:cubicBezTo>
                        <a:pt x="125" y="482"/>
                        <a:pt x="125" y="482"/>
                        <a:pt x="125" y="482"/>
                      </a:cubicBezTo>
                      <a:cubicBezTo>
                        <a:pt x="126" y="480"/>
                        <a:pt x="126" y="478"/>
                        <a:pt x="127" y="475"/>
                      </a:cubicBezTo>
                      <a:cubicBezTo>
                        <a:pt x="127" y="475"/>
                        <a:pt x="127" y="474"/>
                        <a:pt x="128" y="473"/>
                      </a:cubicBezTo>
                      <a:cubicBezTo>
                        <a:pt x="128" y="471"/>
                        <a:pt x="129" y="470"/>
                        <a:pt x="129" y="468"/>
                      </a:cubicBezTo>
                      <a:cubicBezTo>
                        <a:pt x="130" y="467"/>
                        <a:pt x="130" y="467"/>
                        <a:pt x="130" y="466"/>
                      </a:cubicBezTo>
                      <a:cubicBezTo>
                        <a:pt x="131" y="464"/>
                        <a:pt x="132" y="461"/>
                        <a:pt x="133" y="459"/>
                      </a:cubicBezTo>
                      <a:cubicBezTo>
                        <a:pt x="133" y="459"/>
                        <a:pt x="133" y="459"/>
                        <a:pt x="133" y="459"/>
                      </a:cubicBezTo>
                      <a:cubicBezTo>
                        <a:pt x="136" y="450"/>
                        <a:pt x="141" y="440"/>
                        <a:pt x="147" y="432"/>
                      </a:cubicBezTo>
                      <a:cubicBezTo>
                        <a:pt x="148" y="430"/>
                        <a:pt x="149" y="429"/>
                        <a:pt x="150" y="427"/>
                      </a:cubicBezTo>
                      <a:cubicBezTo>
                        <a:pt x="150" y="427"/>
                        <a:pt x="150" y="426"/>
                        <a:pt x="151" y="426"/>
                      </a:cubicBezTo>
                      <a:cubicBezTo>
                        <a:pt x="152" y="425"/>
                        <a:pt x="153" y="423"/>
                        <a:pt x="154" y="422"/>
                      </a:cubicBezTo>
                      <a:cubicBezTo>
                        <a:pt x="154" y="422"/>
                        <a:pt x="154" y="421"/>
                        <a:pt x="154" y="421"/>
                      </a:cubicBezTo>
                      <a:cubicBezTo>
                        <a:pt x="158" y="416"/>
                        <a:pt x="162" y="412"/>
                        <a:pt x="166" y="408"/>
                      </a:cubicBezTo>
                      <a:cubicBezTo>
                        <a:pt x="166" y="407"/>
                        <a:pt x="166" y="407"/>
                        <a:pt x="166" y="407"/>
                      </a:cubicBezTo>
                      <a:cubicBezTo>
                        <a:pt x="168" y="406"/>
                        <a:pt x="169" y="404"/>
                        <a:pt x="170" y="403"/>
                      </a:cubicBezTo>
                      <a:cubicBezTo>
                        <a:pt x="170" y="403"/>
                        <a:pt x="171" y="403"/>
                        <a:pt x="171" y="402"/>
                      </a:cubicBezTo>
                      <a:cubicBezTo>
                        <a:pt x="177" y="397"/>
                        <a:pt x="183" y="392"/>
                        <a:pt x="189" y="387"/>
                      </a:cubicBezTo>
                      <a:cubicBezTo>
                        <a:pt x="189" y="387"/>
                        <a:pt x="190" y="387"/>
                        <a:pt x="190" y="386"/>
                      </a:cubicBezTo>
                      <a:cubicBezTo>
                        <a:pt x="192" y="385"/>
                        <a:pt x="193" y="384"/>
                        <a:pt x="195" y="383"/>
                      </a:cubicBezTo>
                      <a:cubicBezTo>
                        <a:pt x="195" y="383"/>
                        <a:pt x="195" y="383"/>
                        <a:pt x="195" y="383"/>
                      </a:cubicBezTo>
                      <a:cubicBezTo>
                        <a:pt x="200" y="379"/>
                        <a:pt x="205" y="377"/>
                        <a:pt x="211" y="374"/>
                      </a:cubicBezTo>
                      <a:cubicBezTo>
                        <a:pt x="211" y="374"/>
                        <a:pt x="211" y="374"/>
                        <a:pt x="211" y="373"/>
                      </a:cubicBezTo>
                      <a:cubicBezTo>
                        <a:pt x="213" y="373"/>
                        <a:pt x="215" y="372"/>
                        <a:pt x="216" y="371"/>
                      </a:cubicBezTo>
                      <a:cubicBezTo>
                        <a:pt x="217" y="371"/>
                        <a:pt x="217" y="371"/>
                        <a:pt x="217" y="371"/>
                      </a:cubicBezTo>
                      <a:cubicBezTo>
                        <a:pt x="219" y="370"/>
                        <a:pt x="221" y="369"/>
                        <a:pt x="223" y="368"/>
                      </a:cubicBezTo>
                      <a:cubicBezTo>
                        <a:pt x="232" y="364"/>
                        <a:pt x="242" y="361"/>
                        <a:pt x="252" y="359"/>
                      </a:cubicBezTo>
                      <a:cubicBezTo>
                        <a:pt x="254" y="358"/>
                        <a:pt x="256" y="358"/>
                        <a:pt x="259" y="358"/>
                      </a:cubicBezTo>
                      <a:cubicBezTo>
                        <a:pt x="260" y="357"/>
                        <a:pt x="260" y="357"/>
                        <a:pt x="261" y="357"/>
                      </a:cubicBezTo>
                      <a:cubicBezTo>
                        <a:pt x="263" y="357"/>
                        <a:pt x="265" y="357"/>
                        <a:pt x="266" y="356"/>
                      </a:cubicBezTo>
                      <a:cubicBezTo>
                        <a:pt x="267" y="356"/>
                        <a:pt x="268" y="356"/>
                        <a:pt x="269" y="356"/>
                      </a:cubicBezTo>
                      <a:cubicBezTo>
                        <a:pt x="271" y="356"/>
                        <a:pt x="273" y="356"/>
                        <a:pt x="276" y="356"/>
                      </a:cubicBezTo>
                      <a:cubicBezTo>
                        <a:pt x="276" y="355"/>
                        <a:pt x="276" y="355"/>
                        <a:pt x="276" y="355"/>
                      </a:cubicBezTo>
                      <a:cubicBezTo>
                        <a:pt x="279" y="355"/>
                        <a:pt x="281" y="355"/>
                        <a:pt x="284" y="355"/>
                      </a:cubicBezTo>
                      <a:cubicBezTo>
                        <a:pt x="285" y="355"/>
                        <a:pt x="285" y="355"/>
                        <a:pt x="286" y="355"/>
                      </a:cubicBezTo>
                      <a:cubicBezTo>
                        <a:pt x="288" y="355"/>
                        <a:pt x="290" y="355"/>
                        <a:pt x="292" y="355"/>
                      </a:cubicBezTo>
                      <a:cubicBezTo>
                        <a:pt x="292" y="355"/>
                        <a:pt x="293" y="355"/>
                        <a:pt x="294" y="355"/>
                      </a:cubicBezTo>
                      <a:cubicBezTo>
                        <a:pt x="297" y="355"/>
                        <a:pt x="299" y="356"/>
                        <a:pt x="302" y="356"/>
                      </a:cubicBezTo>
                      <a:cubicBezTo>
                        <a:pt x="304" y="356"/>
                        <a:pt x="307" y="356"/>
                        <a:pt x="309" y="357"/>
                      </a:cubicBezTo>
                      <a:cubicBezTo>
                        <a:pt x="310" y="357"/>
                        <a:pt x="311" y="357"/>
                        <a:pt x="312" y="357"/>
                      </a:cubicBezTo>
                      <a:cubicBezTo>
                        <a:pt x="314" y="357"/>
                        <a:pt x="315" y="357"/>
                        <a:pt x="317" y="358"/>
                      </a:cubicBezTo>
                      <a:cubicBezTo>
                        <a:pt x="318" y="358"/>
                        <a:pt x="319" y="358"/>
                        <a:pt x="319" y="358"/>
                      </a:cubicBezTo>
                      <a:cubicBezTo>
                        <a:pt x="322" y="359"/>
                        <a:pt x="324" y="359"/>
                        <a:pt x="327" y="360"/>
                      </a:cubicBezTo>
                      <a:cubicBezTo>
                        <a:pt x="327" y="360"/>
                        <a:pt x="327" y="360"/>
                        <a:pt x="328" y="360"/>
                      </a:cubicBezTo>
                      <a:cubicBezTo>
                        <a:pt x="330" y="361"/>
                        <a:pt x="332" y="361"/>
                        <a:pt x="334" y="362"/>
                      </a:cubicBezTo>
                      <a:cubicBezTo>
                        <a:pt x="335" y="362"/>
                        <a:pt x="336" y="362"/>
                        <a:pt x="336" y="363"/>
                      </a:cubicBezTo>
                      <a:cubicBezTo>
                        <a:pt x="338" y="363"/>
                        <a:pt x="340" y="363"/>
                        <a:pt x="341" y="364"/>
                      </a:cubicBezTo>
                      <a:cubicBezTo>
                        <a:pt x="342" y="364"/>
                        <a:pt x="343" y="365"/>
                        <a:pt x="344" y="365"/>
                      </a:cubicBezTo>
                      <a:cubicBezTo>
                        <a:pt x="346" y="366"/>
                        <a:pt x="348" y="367"/>
                        <a:pt x="350" y="367"/>
                      </a:cubicBezTo>
                      <a:cubicBezTo>
                        <a:pt x="360" y="371"/>
                        <a:pt x="369" y="376"/>
                        <a:pt x="378" y="382"/>
                      </a:cubicBezTo>
                      <a:cubicBezTo>
                        <a:pt x="379" y="383"/>
                        <a:pt x="381" y="384"/>
                        <a:pt x="382" y="385"/>
                      </a:cubicBezTo>
                      <a:cubicBezTo>
                        <a:pt x="383" y="385"/>
                        <a:pt x="383" y="385"/>
                        <a:pt x="383" y="385"/>
                      </a:cubicBezTo>
                      <a:cubicBezTo>
                        <a:pt x="385" y="387"/>
                        <a:pt x="386" y="388"/>
                        <a:pt x="388" y="389"/>
                      </a:cubicBezTo>
                      <a:cubicBezTo>
                        <a:pt x="388" y="389"/>
                        <a:pt x="388" y="389"/>
                        <a:pt x="388" y="389"/>
                      </a:cubicBezTo>
                      <a:cubicBezTo>
                        <a:pt x="393" y="393"/>
                        <a:pt x="398" y="397"/>
                        <a:pt x="402" y="401"/>
                      </a:cubicBezTo>
                      <a:cubicBezTo>
                        <a:pt x="402" y="401"/>
                        <a:pt x="402" y="401"/>
                        <a:pt x="402" y="401"/>
                      </a:cubicBezTo>
                      <a:cubicBezTo>
                        <a:pt x="404" y="402"/>
                        <a:pt x="405" y="404"/>
                        <a:pt x="406" y="405"/>
                      </a:cubicBezTo>
                      <a:cubicBezTo>
                        <a:pt x="407" y="405"/>
                        <a:pt x="407" y="406"/>
                        <a:pt x="407" y="406"/>
                      </a:cubicBezTo>
                      <a:cubicBezTo>
                        <a:pt x="413" y="412"/>
                        <a:pt x="418" y="418"/>
                        <a:pt x="422" y="424"/>
                      </a:cubicBezTo>
                      <a:cubicBezTo>
                        <a:pt x="423" y="424"/>
                        <a:pt x="423" y="425"/>
                        <a:pt x="423" y="425"/>
                      </a:cubicBezTo>
                      <a:cubicBezTo>
                        <a:pt x="424" y="426"/>
                        <a:pt x="425" y="428"/>
                        <a:pt x="426" y="429"/>
                      </a:cubicBezTo>
                      <a:cubicBezTo>
                        <a:pt x="426" y="430"/>
                        <a:pt x="427" y="430"/>
                        <a:pt x="427" y="430"/>
                      </a:cubicBezTo>
                      <a:cubicBezTo>
                        <a:pt x="430" y="435"/>
                        <a:pt x="433" y="440"/>
                        <a:pt x="436" y="445"/>
                      </a:cubicBezTo>
                      <a:cubicBezTo>
                        <a:pt x="436" y="446"/>
                        <a:pt x="436" y="446"/>
                        <a:pt x="436" y="446"/>
                      </a:cubicBezTo>
                      <a:cubicBezTo>
                        <a:pt x="437" y="448"/>
                        <a:pt x="438" y="449"/>
                        <a:pt x="438" y="451"/>
                      </a:cubicBezTo>
                      <a:cubicBezTo>
                        <a:pt x="439" y="451"/>
                        <a:pt x="439" y="452"/>
                        <a:pt x="439" y="452"/>
                      </a:cubicBezTo>
                      <a:cubicBezTo>
                        <a:pt x="440" y="454"/>
                        <a:pt x="441" y="456"/>
                        <a:pt x="441" y="457"/>
                      </a:cubicBezTo>
                      <a:cubicBezTo>
                        <a:pt x="445" y="467"/>
                        <a:pt x="448" y="476"/>
                        <a:pt x="451" y="487"/>
                      </a:cubicBezTo>
                      <a:cubicBezTo>
                        <a:pt x="451" y="489"/>
                        <a:pt x="452" y="491"/>
                        <a:pt x="452" y="494"/>
                      </a:cubicBezTo>
                      <a:cubicBezTo>
                        <a:pt x="452" y="494"/>
                        <a:pt x="452" y="495"/>
                        <a:pt x="452" y="496"/>
                      </a:cubicBezTo>
                      <a:cubicBezTo>
                        <a:pt x="453" y="498"/>
                        <a:pt x="453" y="499"/>
                        <a:pt x="453" y="501"/>
                      </a:cubicBezTo>
                      <a:cubicBezTo>
                        <a:pt x="453" y="502"/>
                        <a:pt x="453" y="503"/>
                        <a:pt x="453" y="504"/>
                      </a:cubicBezTo>
                      <a:cubicBezTo>
                        <a:pt x="454" y="506"/>
                        <a:pt x="454" y="508"/>
                        <a:pt x="454" y="510"/>
                      </a:cubicBezTo>
                      <a:cubicBezTo>
                        <a:pt x="454" y="511"/>
                        <a:pt x="454" y="511"/>
                        <a:pt x="454" y="511"/>
                      </a:cubicBezTo>
                      <a:cubicBezTo>
                        <a:pt x="454" y="514"/>
                        <a:pt x="454" y="516"/>
                        <a:pt x="454" y="519"/>
                      </a:cubicBezTo>
                      <a:lnTo>
                        <a:pt x="454" y="521"/>
                      </a:lnTo>
                      <a:cubicBezTo>
                        <a:pt x="454" y="523"/>
                        <a:pt x="454" y="525"/>
                        <a:pt x="454" y="527"/>
                      </a:cubicBezTo>
                      <a:cubicBezTo>
                        <a:pt x="454" y="527"/>
                        <a:pt x="454" y="528"/>
                        <a:pt x="454" y="529"/>
                      </a:cubicBezTo>
                      <a:cubicBezTo>
                        <a:pt x="454" y="531"/>
                        <a:pt x="454" y="534"/>
                        <a:pt x="454" y="537"/>
                      </a:cubicBezTo>
                      <a:cubicBezTo>
                        <a:pt x="454" y="539"/>
                        <a:pt x="453" y="542"/>
                        <a:pt x="453" y="544"/>
                      </a:cubicBezTo>
                      <a:close/>
                      <a:moveTo>
                        <a:pt x="566" y="596"/>
                      </a:moveTo>
                      <a:lnTo>
                        <a:pt x="575" y="497"/>
                      </a:lnTo>
                      <a:lnTo>
                        <a:pt x="518" y="492"/>
                      </a:lnTo>
                      <a:cubicBezTo>
                        <a:pt x="514" y="464"/>
                        <a:pt x="506" y="438"/>
                        <a:pt x="493" y="414"/>
                      </a:cubicBezTo>
                      <a:lnTo>
                        <a:pt x="537" y="377"/>
                      </a:lnTo>
                      <a:lnTo>
                        <a:pt x="473" y="301"/>
                      </a:lnTo>
                      <a:lnTo>
                        <a:pt x="429" y="338"/>
                      </a:lnTo>
                      <a:cubicBezTo>
                        <a:pt x="408" y="321"/>
                        <a:pt x="383" y="308"/>
                        <a:pt x="356" y="300"/>
                      </a:cubicBezTo>
                      <a:lnTo>
                        <a:pt x="361" y="243"/>
                      </a:lnTo>
                      <a:lnTo>
                        <a:pt x="262" y="235"/>
                      </a:lnTo>
                      <a:lnTo>
                        <a:pt x="258" y="291"/>
                      </a:lnTo>
                      <a:cubicBezTo>
                        <a:pt x="230" y="295"/>
                        <a:pt x="203" y="304"/>
                        <a:pt x="179" y="316"/>
                      </a:cubicBezTo>
                      <a:lnTo>
                        <a:pt x="142" y="273"/>
                      </a:lnTo>
                      <a:lnTo>
                        <a:pt x="66" y="336"/>
                      </a:lnTo>
                      <a:lnTo>
                        <a:pt x="103" y="380"/>
                      </a:lnTo>
                      <a:cubicBezTo>
                        <a:pt x="87" y="402"/>
                        <a:pt x="73" y="426"/>
                        <a:pt x="65" y="453"/>
                      </a:cubicBezTo>
                      <a:lnTo>
                        <a:pt x="8" y="448"/>
                      </a:lnTo>
                      <a:lnTo>
                        <a:pt x="0" y="547"/>
                      </a:lnTo>
                      <a:lnTo>
                        <a:pt x="57" y="552"/>
                      </a:lnTo>
                      <a:cubicBezTo>
                        <a:pt x="60" y="580"/>
                        <a:pt x="69" y="606"/>
                        <a:pt x="82" y="631"/>
                      </a:cubicBezTo>
                      <a:lnTo>
                        <a:pt x="38" y="667"/>
                      </a:lnTo>
                      <a:lnTo>
                        <a:pt x="102" y="743"/>
                      </a:lnTo>
                      <a:lnTo>
                        <a:pt x="145" y="706"/>
                      </a:lnTo>
                      <a:cubicBezTo>
                        <a:pt x="167" y="723"/>
                        <a:pt x="192" y="736"/>
                        <a:pt x="219" y="744"/>
                      </a:cubicBezTo>
                      <a:lnTo>
                        <a:pt x="214" y="801"/>
                      </a:lnTo>
                      <a:lnTo>
                        <a:pt x="312" y="810"/>
                      </a:lnTo>
                      <a:lnTo>
                        <a:pt x="317" y="753"/>
                      </a:lnTo>
                      <a:cubicBezTo>
                        <a:pt x="345" y="749"/>
                        <a:pt x="372" y="741"/>
                        <a:pt x="396" y="728"/>
                      </a:cubicBezTo>
                      <a:lnTo>
                        <a:pt x="432" y="772"/>
                      </a:lnTo>
                      <a:lnTo>
                        <a:pt x="508" y="708"/>
                      </a:lnTo>
                      <a:lnTo>
                        <a:pt x="471" y="664"/>
                      </a:lnTo>
                      <a:cubicBezTo>
                        <a:pt x="488" y="643"/>
                        <a:pt x="501" y="618"/>
                        <a:pt x="509" y="591"/>
                      </a:cubicBezTo>
                      <a:lnTo>
                        <a:pt x="566" y="596"/>
                      </a:lnTo>
                      <a:close/>
                      <a:moveTo>
                        <a:pt x="863" y="462"/>
                      </a:moveTo>
                      <a:cubicBezTo>
                        <a:pt x="863" y="462"/>
                        <a:pt x="862" y="463"/>
                        <a:pt x="862" y="463"/>
                      </a:cubicBezTo>
                      <a:cubicBezTo>
                        <a:pt x="862" y="465"/>
                        <a:pt x="862" y="466"/>
                        <a:pt x="862" y="467"/>
                      </a:cubicBezTo>
                      <a:cubicBezTo>
                        <a:pt x="862" y="468"/>
                        <a:pt x="862" y="468"/>
                        <a:pt x="861" y="469"/>
                      </a:cubicBezTo>
                      <a:cubicBezTo>
                        <a:pt x="861" y="470"/>
                        <a:pt x="861" y="472"/>
                        <a:pt x="860" y="474"/>
                      </a:cubicBezTo>
                      <a:cubicBezTo>
                        <a:pt x="860" y="474"/>
                        <a:pt x="860" y="474"/>
                        <a:pt x="860" y="474"/>
                      </a:cubicBezTo>
                      <a:cubicBezTo>
                        <a:pt x="860" y="476"/>
                        <a:pt x="859" y="477"/>
                        <a:pt x="859" y="479"/>
                      </a:cubicBezTo>
                      <a:cubicBezTo>
                        <a:pt x="859" y="479"/>
                        <a:pt x="859" y="480"/>
                        <a:pt x="858" y="481"/>
                      </a:cubicBezTo>
                      <a:cubicBezTo>
                        <a:pt x="858" y="482"/>
                        <a:pt x="858" y="483"/>
                        <a:pt x="857" y="484"/>
                      </a:cubicBezTo>
                      <a:cubicBezTo>
                        <a:pt x="857" y="485"/>
                        <a:pt x="857" y="485"/>
                        <a:pt x="857" y="486"/>
                      </a:cubicBezTo>
                      <a:cubicBezTo>
                        <a:pt x="854" y="494"/>
                        <a:pt x="850" y="502"/>
                        <a:pt x="845" y="510"/>
                      </a:cubicBezTo>
                      <a:cubicBezTo>
                        <a:pt x="844" y="511"/>
                        <a:pt x="844" y="512"/>
                        <a:pt x="843" y="513"/>
                      </a:cubicBezTo>
                      <a:cubicBezTo>
                        <a:pt x="843" y="513"/>
                        <a:pt x="842" y="513"/>
                        <a:pt x="842" y="513"/>
                      </a:cubicBezTo>
                      <a:cubicBezTo>
                        <a:pt x="842" y="515"/>
                        <a:pt x="841" y="516"/>
                        <a:pt x="840" y="517"/>
                      </a:cubicBezTo>
                      <a:cubicBezTo>
                        <a:pt x="840" y="517"/>
                        <a:pt x="840" y="517"/>
                        <a:pt x="840" y="517"/>
                      </a:cubicBezTo>
                      <a:cubicBezTo>
                        <a:pt x="837" y="520"/>
                        <a:pt x="835" y="524"/>
                        <a:pt x="832" y="527"/>
                      </a:cubicBezTo>
                      <a:cubicBezTo>
                        <a:pt x="832" y="527"/>
                        <a:pt x="831" y="527"/>
                        <a:pt x="831" y="527"/>
                      </a:cubicBezTo>
                      <a:cubicBezTo>
                        <a:pt x="830" y="528"/>
                        <a:pt x="829" y="529"/>
                        <a:pt x="829" y="530"/>
                      </a:cubicBezTo>
                      <a:cubicBezTo>
                        <a:pt x="828" y="530"/>
                        <a:pt x="828" y="530"/>
                        <a:pt x="828" y="530"/>
                      </a:cubicBezTo>
                      <a:cubicBezTo>
                        <a:pt x="824" y="534"/>
                        <a:pt x="820" y="538"/>
                        <a:pt x="815" y="541"/>
                      </a:cubicBezTo>
                      <a:cubicBezTo>
                        <a:pt x="815" y="541"/>
                        <a:pt x="815" y="541"/>
                        <a:pt x="815" y="541"/>
                      </a:cubicBezTo>
                      <a:cubicBezTo>
                        <a:pt x="814" y="542"/>
                        <a:pt x="812" y="543"/>
                        <a:pt x="811" y="544"/>
                      </a:cubicBezTo>
                      <a:cubicBezTo>
                        <a:pt x="811" y="544"/>
                        <a:pt x="811" y="544"/>
                        <a:pt x="811" y="544"/>
                      </a:cubicBezTo>
                      <a:cubicBezTo>
                        <a:pt x="807" y="546"/>
                        <a:pt x="804" y="548"/>
                        <a:pt x="800" y="550"/>
                      </a:cubicBezTo>
                      <a:cubicBezTo>
                        <a:pt x="800" y="550"/>
                        <a:pt x="800" y="550"/>
                        <a:pt x="800" y="551"/>
                      </a:cubicBezTo>
                      <a:cubicBezTo>
                        <a:pt x="799" y="551"/>
                        <a:pt x="797" y="552"/>
                        <a:pt x="796" y="552"/>
                      </a:cubicBezTo>
                      <a:cubicBezTo>
                        <a:pt x="796" y="552"/>
                        <a:pt x="796" y="552"/>
                        <a:pt x="795" y="553"/>
                      </a:cubicBezTo>
                      <a:cubicBezTo>
                        <a:pt x="794" y="553"/>
                        <a:pt x="793" y="554"/>
                        <a:pt x="792" y="554"/>
                      </a:cubicBezTo>
                      <a:cubicBezTo>
                        <a:pt x="785" y="557"/>
                        <a:pt x="778" y="559"/>
                        <a:pt x="771" y="561"/>
                      </a:cubicBezTo>
                      <a:cubicBezTo>
                        <a:pt x="770" y="561"/>
                        <a:pt x="768" y="561"/>
                        <a:pt x="766" y="562"/>
                      </a:cubicBezTo>
                      <a:cubicBezTo>
                        <a:pt x="766" y="562"/>
                        <a:pt x="765" y="562"/>
                        <a:pt x="765" y="562"/>
                      </a:cubicBezTo>
                      <a:cubicBezTo>
                        <a:pt x="763" y="562"/>
                        <a:pt x="762" y="562"/>
                        <a:pt x="761" y="562"/>
                      </a:cubicBezTo>
                      <a:cubicBezTo>
                        <a:pt x="760" y="563"/>
                        <a:pt x="760" y="563"/>
                        <a:pt x="759" y="563"/>
                      </a:cubicBezTo>
                      <a:cubicBezTo>
                        <a:pt x="758" y="563"/>
                        <a:pt x="756" y="563"/>
                        <a:pt x="755" y="563"/>
                      </a:cubicBezTo>
                      <a:cubicBezTo>
                        <a:pt x="754" y="563"/>
                        <a:pt x="754" y="563"/>
                        <a:pt x="754" y="563"/>
                      </a:cubicBezTo>
                      <a:cubicBezTo>
                        <a:pt x="752" y="563"/>
                        <a:pt x="751" y="563"/>
                        <a:pt x="749" y="563"/>
                      </a:cubicBezTo>
                      <a:cubicBezTo>
                        <a:pt x="748" y="563"/>
                        <a:pt x="748" y="563"/>
                        <a:pt x="747" y="563"/>
                      </a:cubicBezTo>
                      <a:cubicBezTo>
                        <a:pt x="746" y="563"/>
                        <a:pt x="745" y="563"/>
                        <a:pt x="743" y="563"/>
                      </a:cubicBezTo>
                      <a:cubicBezTo>
                        <a:pt x="743" y="563"/>
                        <a:pt x="742" y="563"/>
                        <a:pt x="742" y="563"/>
                      </a:cubicBezTo>
                      <a:cubicBezTo>
                        <a:pt x="740" y="563"/>
                        <a:pt x="738" y="563"/>
                        <a:pt x="736" y="563"/>
                      </a:cubicBezTo>
                      <a:cubicBezTo>
                        <a:pt x="734" y="563"/>
                        <a:pt x="733" y="563"/>
                        <a:pt x="731" y="562"/>
                      </a:cubicBezTo>
                      <a:cubicBezTo>
                        <a:pt x="730" y="562"/>
                        <a:pt x="730" y="562"/>
                        <a:pt x="729" y="562"/>
                      </a:cubicBezTo>
                      <a:cubicBezTo>
                        <a:pt x="728" y="562"/>
                        <a:pt x="727" y="562"/>
                        <a:pt x="725" y="562"/>
                      </a:cubicBezTo>
                      <a:cubicBezTo>
                        <a:pt x="725" y="561"/>
                        <a:pt x="724" y="561"/>
                        <a:pt x="724" y="561"/>
                      </a:cubicBezTo>
                      <a:cubicBezTo>
                        <a:pt x="722" y="561"/>
                        <a:pt x="720" y="561"/>
                        <a:pt x="719" y="560"/>
                      </a:cubicBezTo>
                      <a:cubicBezTo>
                        <a:pt x="718" y="560"/>
                        <a:pt x="718" y="560"/>
                        <a:pt x="718" y="560"/>
                      </a:cubicBezTo>
                      <a:cubicBezTo>
                        <a:pt x="717" y="560"/>
                        <a:pt x="715" y="559"/>
                        <a:pt x="714" y="559"/>
                      </a:cubicBezTo>
                      <a:cubicBezTo>
                        <a:pt x="713" y="559"/>
                        <a:pt x="712" y="558"/>
                        <a:pt x="712" y="558"/>
                      </a:cubicBezTo>
                      <a:cubicBezTo>
                        <a:pt x="711" y="558"/>
                        <a:pt x="710" y="558"/>
                        <a:pt x="708" y="557"/>
                      </a:cubicBezTo>
                      <a:cubicBezTo>
                        <a:pt x="708" y="557"/>
                        <a:pt x="707" y="557"/>
                        <a:pt x="707" y="557"/>
                      </a:cubicBezTo>
                      <a:cubicBezTo>
                        <a:pt x="705" y="556"/>
                        <a:pt x="704" y="555"/>
                        <a:pt x="702" y="555"/>
                      </a:cubicBezTo>
                      <a:cubicBezTo>
                        <a:pt x="695" y="552"/>
                        <a:pt x="689" y="549"/>
                        <a:pt x="683" y="545"/>
                      </a:cubicBezTo>
                      <a:cubicBezTo>
                        <a:pt x="682" y="544"/>
                        <a:pt x="681" y="543"/>
                        <a:pt x="680" y="543"/>
                      </a:cubicBezTo>
                      <a:cubicBezTo>
                        <a:pt x="679" y="542"/>
                        <a:pt x="679" y="542"/>
                        <a:pt x="679" y="542"/>
                      </a:cubicBezTo>
                      <a:cubicBezTo>
                        <a:pt x="678" y="541"/>
                        <a:pt x="677" y="541"/>
                        <a:pt x="676" y="540"/>
                      </a:cubicBezTo>
                      <a:cubicBezTo>
                        <a:pt x="676" y="540"/>
                        <a:pt x="676" y="540"/>
                        <a:pt x="675" y="539"/>
                      </a:cubicBezTo>
                      <a:cubicBezTo>
                        <a:pt x="672" y="537"/>
                        <a:pt x="669" y="534"/>
                        <a:pt x="666" y="531"/>
                      </a:cubicBezTo>
                      <a:cubicBezTo>
                        <a:pt x="666" y="531"/>
                        <a:pt x="666" y="531"/>
                        <a:pt x="665" y="531"/>
                      </a:cubicBezTo>
                      <a:cubicBezTo>
                        <a:pt x="665" y="530"/>
                        <a:pt x="664" y="529"/>
                        <a:pt x="663" y="528"/>
                      </a:cubicBezTo>
                      <a:cubicBezTo>
                        <a:pt x="663" y="528"/>
                        <a:pt x="662" y="528"/>
                        <a:pt x="662" y="528"/>
                      </a:cubicBezTo>
                      <a:cubicBezTo>
                        <a:pt x="658" y="524"/>
                        <a:pt x="655" y="520"/>
                        <a:pt x="651" y="515"/>
                      </a:cubicBezTo>
                      <a:cubicBezTo>
                        <a:pt x="651" y="515"/>
                        <a:pt x="651" y="515"/>
                        <a:pt x="651" y="514"/>
                      </a:cubicBezTo>
                      <a:cubicBezTo>
                        <a:pt x="650" y="513"/>
                        <a:pt x="649" y="512"/>
                        <a:pt x="649" y="511"/>
                      </a:cubicBezTo>
                      <a:cubicBezTo>
                        <a:pt x="649" y="511"/>
                        <a:pt x="649" y="511"/>
                        <a:pt x="648" y="511"/>
                      </a:cubicBezTo>
                      <a:cubicBezTo>
                        <a:pt x="646" y="507"/>
                        <a:pt x="644" y="504"/>
                        <a:pt x="642" y="500"/>
                      </a:cubicBezTo>
                      <a:cubicBezTo>
                        <a:pt x="642" y="500"/>
                        <a:pt x="642" y="500"/>
                        <a:pt x="642" y="500"/>
                      </a:cubicBezTo>
                      <a:cubicBezTo>
                        <a:pt x="641" y="498"/>
                        <a:pt x="641" y="497"/>
                        <a:pt x="640" y="496"/>
                      </a:cubicBezTo>
                      <a:cubicBezTo>
                        <a:pt x="640" y="496"/>
                        <a:pt x="640" y="495"/>
                        <a:pt x="640" y="495"/>
                      </a:cubicBezTo>
                      <a:cubicBezTo>
                        <a:pt x="639" y="494"/>
                        <a:pt x="639" y="493"/>
                        <a:pt x="638" y="492"/>
                      </a:cubicBezTo>
                      <a:cubicBezTo>
                        <a:pt x="635" y="484"/>
                        <a:pt x="632" y="475"/>
                        <a:pt x="631" y="466"/>
                      </a:cubicBezTo>
                      <a:cubicBezTo>
                        <a:pt x="631" y="466"/>
                        <a:pt x="631" y="465"/>
                        <a:pt x="630" y="464"/>
                      </a:cubicBezTo>
                      <a:cubicBezTo>
                        <a:pt x="630" y="463"/>
                        <a:pt x="630" y="462"/>
                        <a:pt x="630" y="461"/>
                      </a:cubicBezTo>
                      <a:cubicBezTo>
                        <a:pt x="630" y="460"/>
                        <a:pt x="630" y="460"/>
                        <a:pt x="630" y="459"/>
                      </a:cubicBezTo>
                      <a:cubicBezTo>
                        <a:pt x="630" y="458"/>
                        <a:pt x="629" y="456"/>
                        <a:pt x="629" y="454"/>
                      </a:cubicBezTo>
                      <a:cubicBezTo>
                        <a:pt x="629" y="454"/>
                        <a:pt x="629" y="454"/>
                        <a:pt x="629" y="454"/>
                      </a:cubicBezTo>
                      <a:cubicBezTo>
                        <a:pt x="629" y="452"/>
                        <a:pt x="629" y="450"/>
                        <a:pt x="629" y="449"/>
                      </a:cubicBezTo>
                      <a:cubicBezTo>
                        <a:pt x="629" y="448"/>
                        <a:pt x="629" y="448"/>
                        <a:pt x="629" y="447"/>
                      </a:cubicBezTo>
                      <a:cubicBezTo>
                        <a:pt x="629" y="446"/>
                        <a:pt x="629" y="444"/>
                        <a:pt x="629" y="443"/>
                      </a:cubicBezTo>
                      <a:cubicBezTo>
                        <a:pt x="629" y="443"/>
                        <a:pt x="629" y="442"/>
                        <a:pt x="629" y="441"/>
                      </a:cubicBezTo>
                      <a:cubicBezTo>
                        <a:pt x="629" y="440"/>
                        <a:pt x="629" y="438"/>
                        <a:pt x="629" y="436"/>
                      </a:cubicBezTo>
                      <a:cubicBezTo>
                        <a:pt x="630" y="434"/>
                        <a:pt x="630" y="432"/>
                        <a:pt x="630" y="431"/>
                      </a:cubicBezTo>
                      <a:cubicBezTo>
                        <a:pt x="630" y="430"/>
                        <a:pt x="630" y="430"/>
                        <a:pt x="630" y="429"/>
                      </a:cubicBezTo>
                      <a:cubicBezTo>
                        <a:pt x="630" y="428"/>
                        <a:pt x="631" y="426"/>
                        <a:pt x="631" y="425"/>
                      </a:cubicBezTo>
                      <a:cubicBezTo>
                        <a:pt x="631" y="425"/>
                        <a:pt x="631" y="424"/>
                        <a:pt x="631" y="424"/>
                      </a:cubicBezTo>
                      <a:cubicBezTo>
                        <a:pt x="632" y="422"/>
                        <a:pt x="632" y="420"/>
                        <a:pt x="632" y="418"/>
                      </a:cubicBezTo>
                      <a:cubicBezTo>
                        <a:pt x="632" y="418"/>
                        <a:pt x="632" y="418"/>
                        <a:pt x="632" y="418"/>
                      </a:cubicBezTo>
                      <a:cubicBezTo>
                        <a:pt x="633" y="416"/>
                        <a:pt x="633" y="415"/>
                        <a:pt x="634" y="413"/>
                      </a:cubicBezTo>
                      <a:cubicBezTo>
                        <a:pt x="634" y="413"/>
                        <a:pt x="634" y="412"/>
                        <a:pt x="634" y="412"/>
                      </a:cubicBezTo>
                      <a:cubicBezTo>
                        <a:pt x="635" y="410"/>
                        <a:pt x="635" y="409"/>
                        <a:pt x="635" y="408"/>
                      </a:cubicBezTo>
                      <a:cubicBezTo>
                        <a:pt x="635" y="408"/>
                        <a:pt x="636" y="407"/>
                        <a:pt x="636" y="407"/>
                      </a:cubicBezTo>
                      <a:cubicBezTo>
                        <a:pt x="636" y="405"/>
                        <a:pt x="637" y="403"/>
                        <a:pt x="638" y="402"/>
                      </a:cubicBezTo>
                      <a:cubicBezTo>
                        <a:pt x="638" y="402"/>
                        <a:pt x="638" y="402"/>
                        <a:pt x="638" y="402"/>
                      </a:cubicBezTo>
                      <a:cubicBezTo>
                        <a:pt x="640" y="395"/>
                        <a:pt x="644" y="389"/>
                        <a:pt x="648" y="383"/>
                      </a:cubicBezTo>
                      <a:cubicBezTo>
                        <a:pt x="648" y="382"/>
                        <a:pt x="649" y="380"/>
                        <a:pt x="650" y="379"/>
                      </a:cubicBezTo>
                      <a:cubicBezTo>
                        <a:pt x="650" y="379"/>
                        <a:pt x="650" y="379"/>
                        <a:pt x="650" y="379"/>
                      </a:cubicBezTo>
                      <a:cubicBezTo>
                        <a:pt x="651" y="378"/>
                        <a:pt x="652" y="377"/>
                        <a:pt x="653" y="376"/>
                      </a:cubicBezTo>
                      <a:cubicBezTo>
                        <a:pt x="653" y="375"/>
                        <a:pt x="653" y="375"/>
                        <a:pt x="653" y="375"/>
                      </a:cubicBezTo>
                      <a:cubicBezTo>
                        <a:pt x="655" y="372"/>
                        <a:pt x="658" y="369"/>
                        <a:pt x="661" y="366"/>
                      </a:cubicBezTo>
                      <a:cubicBezTo>
                        <a:pt x="661" y="366"/>
                        <a:pt x="661" y="365"/>
                        <a:pt x="661" y="365"/>
                      </a:cubicBezTo>
                      <a:cubicBezTo>
                        <a:pt x="662" y="364"/>
                        <a:pt x="663" y="363"/>
                        <a:pt x="664" y="363"/>
                      </a:cubicBezTo>
                      <a:cubicBezTo>
                        <a:pt x="664" y="362"/>
                        <a:pt x="664" y="362"/>
                        <a:pt x="665" y="362"/>
                      </a:cubicBezTo>
                      <a:cubicBezTo>
                        <a:pt x="669" y="358"/>
                        <a:pt x="673" y="355"/>
                        <a:pt x="677" y="351"/>
                      </a:cubicBezTo>
                      <a:cubicBezTo>
                        <a:pt x="678" y="351"/>
                        <a:pt x="678" y="351"/>
                        <a:pt x="678" y="351"/>
                      </a:cubicBezTo>
                      <a:cubicBezTo>
                        <a:pt x="679" y="350"/>
                        <a:pt x="680" y="349"/>
                        <a:pt x="681" y="349"/>
                      </a:cubicBezTo>
                      <a:cubicBezTo>
                        <a:pt x="681" y="348"/>
                        <a:pt x="682" y="348"/>
                        <a:pt x="682" y="348"/>
                      </a:cubicBezTo>
                      <a:cubicBezTo>
                        <a:pt x="685" y="346"/>
                        <a:pt x="689" y="344"/>
                        <a:pt x="692" y="342"/>
                      </a:cubicBezTo>
                      <a:cubicBezTo>
                        <a:pt x="693" y="342"/>
                        <a:pt x="693" y="342"/>
                        <a:pt x="693" y="342"/>
                      </a:cubicBezTo>
                      <a:cubicBezTo>
                        <a:pt x="694" y="341"/>
                        <a:pt x="695" y="341"/>
                        <a:pt x="696" y="340"/>
                      </a:cubicBezTo>
                      <a:cubicBezTo>
                        <a:pt x="697" y="340"/>
                        <a:pt x="697" y="340"/>
                        <a:pt x="697" y="340"/>
                      </a:cubicBezTo>
                      <a:cubicBezTo>
                        <a:pt x="698" y="339"/>
                        <a:pt x="700" y="339"/>
                        <a:pt x="701" y="338"/>
                      </a:cubicBezTo>
                      <a:cubicBezTo>
                        <a:pt x="707" y="335"/>
                        <a:pt x="714" y="333"/>
                        <a:pt x="721" y="331"/>
                      </a:cubicBezTo>
                      <a:cubicBezTo>
                        <a:pt x="723" y="331"/>
                        <a:pt x="725" y="331"/>
                        <a:pt x="726" y="331"/>
                      </a:cubicBezTo>
                      <a:cubicBezTo>
                        <a:pt x="727" y="330"/>
                        <a:pt x="727" y="330"/>
                        <a:pt x="728" y="330"/>
                      </a:cubicBezTo>
                      <a:cubicBezTo>
                        <a:pt x="729" y="330"/>
                        <a:pt x="730" y="330"/>
                        <a:pt x="732" y="330"/>
                      </a:cubicBezTo>
                      <a:cubicBezTo>
                        <a:pt x="732" y="330"/>
                        <a:pt x="733" y="330"/>
                        <a:pt x="733" y="330"/>
                      </a:cubicBezTo>
                      <a:cubicBezTo>
                        <a:pt x="735" y="329"/>
                        <a:pt x="736" y="329"/>
                        <a:pt x="738" y="329"/>
                      </a:cubicBezTo>
                      <a:cubicBezTo>
                        <a:pt x="738" y="329"/>
                        <a:pt x="738" y="329"/>
                        <a:pt x="739" y="329"/>
                      </a:cubicBezTo>
                      <a:cubicBezTo>
                        <a:pt x="740" y="329"/>
                        <a:pt x="742" y="329"/>
                        <a:pt x="744" y="329"/>
                      </a:cubicBezTo>
                      <a:cubicBezTo>
                        <a:pt x="744" y="329"/>
                        <a:pt x="745" y="329"/>
                        <a:pt x="745" y="329"/>
                      </a:cubicBezTo>
                      <a:cubicBezTo>
                        <a:pt x="747" y="329"/>
                        <a:pt x="748" y="329"/>
                        <a:pt x="749" y="329"/>
                      </a:cubicBezTo>
                      <a:cubicBezTo>
                        <a:pt x="750" y="329"/>
                        <a:pt x="750" y="329"/>
                        <a:pt x="751" y="329"/>
                      </a:cubicBezTo>
                      <a:cubicBezTo>
                        <a:pt x="753" y="329"/>
                        <a:pt x="755" y="329"/>
                        <a:pt x="756" y="329"/>
                      </a:cubicBezTo>
                      <a:cubicBezTo>
                        <a:pt x="758" y="329"/>
                        <a:pt x="760" y="330"/>
                        <a:pt x="762" y="330"/>
                      </a:cubicBezTo>
                      <a:cubicBezTo>
                        <a:pt x="762" y="330"/>
                        <a:pt x="763" y="330"/>
                        <a:pt x="763" y="330"/>
                      </a:cubicBezTo>
                      <a:cubicBezTo>
                        <a:pt x="765" y="330"/>
                        <a:pt x="766" y="330"/>
                        <a:pt x="767" y="331"/>
                      </a:cubicBezTo>
                      <a:cubicBezTo>
                        <a:pt x="768" y="331"/>
                        <a:pt x="768" y="331"/>
                        <a:pt x="769" y="331"/>
                      </a:cubicBezTo>
                      <a:cubicBezTo>
                        <a:pt x="771" y="331"/>
                        <a:pt x="772" y="332"/>
                        <a:pt x="774" y="332"/>
                      </a:cubicBezTo>
                      <a:cubicBezTo>
                        <a:pt x="774" y="332"/>
                        <a:pt x="774" y="332"/>
                        <a:pt x="775" y="332"/>
                      </a:cubicBezTo>
                      <a:cubicBezTo>
                        <a:pt x="776" y="333"/>
                        <a:pt x="778" y="333"/>
                        <a:pt x="779" y="333"/>
                      </a:cubicBezTo>
                      <a:cubicBezTo>
                        <a:pt x="780" y="334"/>
                        <a:pt x="780" y="334"/>
                        <a:pt x="781" y="334"/>
                      </a:cubicBezTo>
                      <a:cubicBezTo>
                        <a:pt x="782" y="334"/>
                        <a:pt x="783" y="335"/>
                        <a:pt x="784" y="335"/>
                      </a:cubicBezTo>
                      <a:cubicBezTo>
                        <a:pt x="785" y="335"/>
                        <a:pt x="785" y="335"/>
                        <a:pt x="786" y="336"/>
                      </a:cubicBezTo>
                      <a:cubicBezTo>
                        <a:pt x="787" y="336"/>
                        <a:pt x="789" y="337"/>
                        <a:pt x="791" y="337"/>
                      </a:cubicBezTo>
                      <a:cubicBezTo>
                        <a:pt x="797" y="340"/>
                        <a:pt x="804" y="344"/>
                        <a:pt x="810" y="347"/>
                      </a:cubicBezTo>
                      <a:cubicBezTo>
                        <a:pt x="811" y="348"/>
                        <a:pt x="812" y="349"/>
                        <a:pt x="813" y="350"/>
                      </a:cubicBezTo>
                      <a:cubicBezTo>
                        <a:pt x="813" y="350"/>
                        <a:pt x="813" y="350"/>
                        <a:pt x="814" y="350"/>
                      </a:cubicBezTo>
                      <a:cubicBezTo>
                        <a:pt x="815" y="351"/>
                        <a:pt x="816" y="352"/>
                        <a:pt x="817" y="352"/>
                      </a:cubicBezTo>
                      <a:cubicBezTo>
                        <a:pt x="817" y="353"/>
                        <a:pt x="817" y="353"/>
                        <a:pt x="817" y="353"/>
                      </a:cubicBezTo>
                      <a:cubicBezTo>
                        <a:pt x="821" y="355"/>
                        <a:pt x="824" y="358"/>
                        <a:pt x="827" y="361"/>
                      </a:cubicBezTo>
                      <a:cubicBezTo>
                        <a:pt x="827" y="361"/>
                        <a:pt x="827" y="361"/>
                        <a:pt x="827" y="361"/>
                      </a:cubicBezTo>
                      <a:cubicBezTo>
                        <a:pt x="828" y="362"/>
                        <a:pt x="829" y="363"/>
                        <a:pt x="830" y="364"/>
                      </a:cubicBezTo>
                      <a:cubicBezTo>
                        <a:pt x="830" y="364"/>
                        <a:pt x="830" y="364"/>
                        <a:pt x="831" y="364"/>
                      </a:cubicBezTo>
                      <a:cubicBezTo>
                        <a:pt x="834" y="368"/>
                        <a:pt x="838" y="373"/>
                        <a:pt x="841" y="377"/>
                      </a:cubicBezTo>
                      <a:cubicBezTo>
                        <a:pt x="841" y="377"/>
                        <a:pt x="842" y="378"/>
                        <a:pt x="842" y="378"/>
                      </a:cubicBezTo>
                      <a:cubicBezTo>
                        <a:pt x="842" y="379"/>
                        <a:pt x="843" y="380"/>
                        <a:pt x="844" y="381"/>
                      </a:cubicBezTo>
                      <a:cubicBezTo>
                        <a:pt x="844" y="381"/>
                        <a:pt x="844" y="381"/>
                        <a:pt x="844" y="382"/>
                      </a:cubicBezTo>
                      <a:cubicBezTo>
                        <a:pt x="847" y="385"/>
                        <a:pt x="849" y="389"/>
                        <a:pt x="851" y="392"/>
                      </a:cubicBezTo>
                      <a:cubicBezTo>
                        <a:pt x="851" y="392"/>
                        <a:pt x="851" y="393"/>
                        <a:pt x="851" y="393"/>
                      </a:cubicBezTo>
                      <a:cubicBezTo>
                        <a:pt x="851" y="394"/>
                        <a:pt x="852" y="395"/>
                        <a:pt x="852" y="396"/>
                      </a:cubicBezTo>
                      <a:cubicBezTo>
                        <a:pt x="853" y="396"/>
                        <a:pt x="853" y="397"/>
                        <a:pt x="853" y="397"/>
                      </a:cubicBezTo>
                      <a:cubicBezTo>
                        <a:pt x="853" y="398"/>
                        <a:pt x="854" y="399"/>
                        <a:pt x="854" y="401"/>
                      </a:cubicBezTo>
                      <a:cubicBezTo>
                        <a:pt x="857" y="407"/>
                        <a:pt x="859" y="414"/>
                        <a:pt x="861" y="421"/>
                      </a:cubicBezTo>
                      <a:cubicBezTo>
                        <a:pt x="861" y="423"/>
                        <a:pt x="862" y="424"/>
                        <a:pt x="862" y="426"/>
                      </a:cubicBezTo>
                      <a:cubicBezTo>
                        <a:pt x="862" y="427"/>
                        <a:pt x="862" y="427"/>
                        <a:pt x="862" y="428"/>
                      </a:cubicBezTo>
                      <a:cubicBezTo>
                        <a:pt x="862" y="429"/>
                        <a:pt x="863" y="430"/>
                        <a:pt x="863" y="431"/>
                      </a:cubicBezTo>
                      <a:cubicBezTo>
                        <a:pt x="863" y="432"/>
                        <a:pt x="863" y="433"/>
                        <a:pt x="863" y="433"/>
                      </a:cubicBezTo>
                      <a:cubicBezTo>
                        <a:pt x="863" y="435"/>
                        <a:pt x="863" y="436"/>
                        <a:pt x="863" y="438"/>
                      </a:cubicBezTo>
                      <a:cubicBezTo>
                        <a:pt x="863" y="438"/>
                        <a:pt x="863" y="438"/>
                        <a:pt x="863" y="438"/>
                      </a:cubicBezTo>
                      <a:cubicBezTo>
                        <a:pt x="863" y="440"/>
                        <a:pt x="864" y="442"/>
                        <a:pt x="864" y="444"/>
                      </a:cubicBezTo>
                      <a:lnTo>
                        <a:pt x="864" y="445"/>
                      </a:lnTo>
                      <a:cubicBezTo>
                        <a:pt x="864" y="447"/>
                        <a:pt x="864" y="448"/>
                        <a:pt x="864" y="449"/>
                      </a:cubicBezTo>
                      <a:cubicBezTo>
                        <a:pt x="864" y="450"/>
                        <a:pt x="864" y="450"/>
                        <a:pt x="864" y="451"/>
                      </a:cubicBezTo>
                      <a:cubicBezTo>
                        <a:pt x="863" y="453"/>
                        <a:pt x="863" y="454"/>
                        <a:pt x="863" y="456"/>
                      </a:cubicBezTo>
                      <a:cubicBezTo>
                        <a:pt x="863" y="458"/>
                        <a:pt x="863" y="460"/>
                        <a:pt x="863" y="462"/>
                      </a:cubicBezTo>
                      <a:close/>
                      <a:moveTo>
                        <a:pt x="942" y="498"/>
                      </a:moveTo>
                      <a:lnTo>
                        <a:pt x="948" y="429"/>
                      </a:lnTo>
                      <a:lnTo>
                        <a:pt x="908" y="425"/>
                      </a:lnTo>
                      <a:cubicBezTo>
                        <a:pt x="906" y="406"/>
                        <a:pt x="900" y="387"/>
                        <a:pt x="891" y="370"/>
                      </a:cubicBezTo>
                      <a:lnTo>
                        <a:pt x="922" y="344"/>
                      </a:lnTo>
                      <a:lnTo>
                        <a:pt x="877" y="291"/>
                      </a:lnTo>
                      <a:lnTo>
                        <a:pt x="846" y="317"/>
                      </a:lnTo>
                      <a:cubicBezTo>
                        <a:pt x="831" y="305"/>
                        <a:pt x="814" y="296"/>
                        <a:pt x="795" y="290"/>
                      </a:cubicBezTo>
                      <a:lnTo>
                        <a:pt x="798" y="250"/>
                      </a:lnTo>
                      <a:lnTo>
                        <a:pt x="729" y="244"/>
                      </a:lnTo>
                      <a:lnTo>
                        <a:pt x="725" y="284"/>
                      </a:lnTo>
                      <a:cubicBezTo>
                        <a:pt x="706" y="287"/>
                        <a:pt x="687" y="293"/>
                        <a:pt x="670" y="302"/>
                      </a:cubicBezTo>
                      <a:lnTo>
                        <a:pt x="644" y="271"/>
                      </a:lnTo>
                      <a:lnTo>
                        <a:pt x="591" y="316"/>
                      </a:lnTo>
                      <a:lnTo>
                        <a:pt x="617" y="346"/>
                      </a:lnTo>
                      <a:cubicBezTo>
                        <a:pt x="605" y="362"/>
                        <a:pt x="596" y="379"/>
                        <a:pt x="590" y="398"/>
                      </a:cubicBezTo>
                      <a:lnTo>
                        <a:pt x="550" y="394"/>
                      </a:lnTo>
                      <a:lnTo>
                        <a:pt x="544" y="464"/>
                      </a:lnTo>
                      <a:lnTo>
                        <a:pt x="584" y="467"/>
                      </a:lnTo>
                      <a:cubicBezTo>
                        <a:pt x="587" y="487"/>
                        <a:pt x="593" y="505"/>
                        <a:pt x="602" y="522"/>
                      </a:cubicBezTo>
                      <a:lnTo>
                        <a:pt x="571" y="548"/>
                      </a:lnTo>
                      <a:lnTo>
                        <a:pt x="616" y="601"/>
                      </a:lnTo>
                      <a:lnTo>
                        <a:pt x="647" y="575"/>
                      </a:lnTo>
                      <a:cubicBezTo>
                        <a:pt x="662" y="587"/>
                        <a:pt x="679" y="596"/>
                        <a:pt x="698" y="602"/>
                      </a:cubicBezTo>
                      <a:lnTo>
                        <a:pt x="694" y="642"/>
                      </a:lnTo>
                      <a:lnTo>
                        <a:pt x="764" y="648"/>
                      </a:lnTo>
                      <a:lnTo>
                        <a:pt x="767" y="608"/>
                      </a:lnTo>
                      <a:cubicBezTo>
                        <a:pt x="787" y="606"/>
                        <a:pt x="805" y="600"/>
                        <a:pt x="822" y="591"/>
                      </a:cubicBezTo>
                      <a:lnTo>
                        <a:pt x="848" y="621"/>
                      </a:lnTo>
                      <a:lnTo>
                        <a:pt x="901" y="577"/>
                      </a:lnTo>
                      <a:lnTo>
                        <a:pt x="876" y="546"/>
                      </a:lnTo>
                      <a:cubicBezTo>
                        <a:pt x="887" y="531"/>
                        <a:pt x="896" y="513"/>
                        <a:pt x="902" y="494"/>
                      </a:cubicBezTo>
                      <a:lnTo>
                        <a:pt x="942" y="49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lnSpc>
                      <a:spcPct val="120000"/>
                    </a:lnSpc>
                    <a:spcBef>
                      <a:spcPct val="0"/>
                    </a:spcBef>
                    <a:spcAft>
                      <a:spcPct val="0"/>
                    </a:spcAft>
                  </a:pPr>
                  <a:endParaRPr lang="zh-CN" altLang="en-US" dirty="0">
                    <a:solidFill>
                      <a:srgbClr val="313D51"/>
                    </a:solidFill>
                    <a:latin typeface="思源黑体" panose="020B0500000000000000" pitchFamily="34" charset="-122"/>
                    <a:ea typeface="宋体" panose="02010600030101010101" pitchFamily="2" charset="-122"/>
                  </a:endParaRPr>
                </a:p>
              </p:txBody>
            </p:sp>
          </p:grpSp>
          <p:sp>
            <p:nvSpPr>
              <p:cNvPr id="85" name="Rectangle 14"/>
              <p:cNvSpPr>
                <a:spLocks noChangeArrowheads="1"/>
              </p:cNvSpPr>
              <p:nvPr>
                <p:custDataLst>
                  <p:tags r:id="rId26"/>
                </p:custDataLst>
              </p:nvPr>
            </p:nvSpPr>
            <p:spPr bwMode="auto">
              <a:xfrm>
                <a:off x="5581874" y="4613014"/>
                <a:ext cx="686726" cy="27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sz="1600" b="1" dirty="0" smtClean="0">
                    <a:solidFill>
                      <a:srgbClr val="313D51"/>
                    </a:solidFill>
                    <a:latin typeface="思源黑体" panose="020B0500000000000000" pitchFamily="34" charset="-122"/>
                    <a:ea typeface="思源黑体" panose="020B0500000000000000" pitchFamily="34" charset="-122"/>
                  </a:rPr>
                  <a:t>PART </a:t>
                </a:r>
                <a:r>
                  <a:rPr lang="en-US" altLang="zh-CN" sz="1600" b="1" dirty="0" smtClean="0">
                    <a:solidFill>
                      <a:srgbClr val="313D51"/>
                    </a:solidFill>
                    <a:latin typeface="思源黑体" panose="020B0500000000000000" pitchFamily="34" charset="-122"/>
                    <a:ea typeface="思源黑体" panose="020B0500000000000000" pitchFamily="34" charset="-122"/>
                  </a:rPr>
                  <a:t>4</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86" name="TextBox 59"/>
              <p:cNvSpPr txBox="1">
                <a:spLocks noChangeArrowheads="1"/>
              </p:cNvSpPr>
              <p:nvPr>
                <p:custDataLst>
                  <p:tags r:id="rId27"/>
                </p:custDataLst>
              </p:nvPr>
            </p:nvSpPr>
            <p:spPr bwMode="auto">
              <a:xfrm>
                <a:off x="6566161" y="4535226"/>
                <a:ext cx="3032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b="1" dirty="0">
                    <a:solidFill>
                      <a:srgbClr val="313D51"/>
                    </a:solidFill>
                    <a:latin typeface="思源黑体" panose="020B0500000000000000" pitchFamily="34" charset="-122"/>
                    <a:ea typeface="思源黑体" panose="020B0500000000000000" pitchFamily="34" charset="-122"/>
                  </a:rPr>
                  <a:t>预期研究成果与</a:t>
                </a:r>
                <a:r>
                  <a:rPr lang="zh-CN" altLang="en-US" b="1" dirty="0">
                    <a:solidFill>
                      <a:srgbClr val="313D51"/>
                    </a:solidFill>
                    <a:latin typeface="思源黑体" panose="020B0500000000000000" pitchFamily="34" charset="-122"/>
                    <a:ea typeface="思源黑体" panose="020B0500000000000000" pitchFamily="34" charset="-122"/>
                  </a:rPr>
                  <a:t>应用</a:t>
                </a:r>
                <a:endParaRPr lang="zh-CN" altLang="en-US" b="1" dirty="0">
                  <a:solidFill>
                    <a:srgbClr val="313D51"/>
                  </a:solidFill>
                  <a:latin typeface="思源黑体" panose="020B0500000000000000" pitchFamily="34" charset="-122"/>
                  <a:ea typeface="思源黑体" panose="020B0500000000000000" pitchFamily="34" charset="-122"/>
                </a:endParaRPr>
              </a:p>
            </p:txBody>
          </p:sp>
        </p:grpSp>
        <p:grpSp>
          <p:nvGrpSpPr>
            <p:cNvPr id="81" name="组合 80"/>
            <p:cNvGrpSpPr/>
            <p:nvPr/>
          </p:nvGrpSpPr>
          <p:grpSpPr>
            <a:xfrm flipH="1">
              <a:off x="6433491" y="4741665"/>
              <a:ext cx="4171535" cy="80892"/>
              <a:chOff x="2272062" y="2596259"/>
              <a:chExt cx="4173708" cy="80934"/>
            </a:xfrm>
          </p:grpSpPr>
          <p:cxnSp>
            <p:nvCxnSpPr>
              <p:cNvPr id="82" name="直接连接符 81"/>
              <p:cNvCxnSpPr/>
              <p:nvPr>
                <p:custDataLst>
                  <p:tags r:id="rId28"/>
                </p:custDataLst>
              </p:nvPr>
            </p:nvCxnSpPr>
            <p:spPr>
              <a:xfrm>
                <a:off x="2272062" y="2672770"/>
                <a:ext cx="4158716" cy="0"/>
              </a:xfrm>
              <a:prstGeom prst="line">
                <a:avLst/>
              </a:prstGeom>
              <a:noFill/>
              <a:ln w="19050" cap="flat" cmpd="sng" algn="ctr">
                <a:solidFill>
                  <a:sysClr val="window" lastClr="FFFFFF">
                    <a:lumMod val="75000"/>
                  </a:sysClr>
                </a:solidFill>
                <a:prstDash val="solid"/>
                <a:miter lim="800000"/>
              </a:ln>
              <a:effectLst/>
            </p:spPr>
          </p:cxnSp>
          <p:sp>
            <p:nvSpPr>
              <p:cNvPr id="83" name="矩形 82"/>
              <p:cNvSpPr/>
              <p:nvPr>
                <p:custDataLst>
                  <p:tags r:id="rId29"/>
                </p:custDataLst>
              </p:nvPr>
            </p:nvSpPr>
            <p:spPr>
              <a:xfrm>
                <a:off x="5494740" y="2596259"/>
                <a:ext cx="951030" cy="80934"/>
              </a:xfrm>
              <a:prstGeom prst="rect">
                <a:avLst/>
              </a:prstGeom>
              <a:solidFill>
                <a:srgbClr val="244C89"/>
              </a:solidFill>
              <a:ln w="12700" cap="flat" cmpd="sng" algn="ctr">
                <a:noFill/>
                <a:prstDash val="solid"/>
                <a:miter lim="800000"/>
              </a:ln>
              <a:effectLst/>
            </p:spPr>
            <p:txBody>
              <a:bodyPr rtlCol="0" anchor="ctr"/>
              <a:lstStyle/>
              <a:p>
                <a:pPr algn="ctr" defTabSz="913765">
                  <a:lnSpc>
                    <a:spcPct val="120000"/>
                  </a:lnSpc>
                  <a:defRPr/>
                </a:pPr>
                <a:endParaRPr lang="zh-CN" altLang="en-US" sz="1800" kern="0">
                  <a:solidFill>
                    <a:srgbClr val="313D51"/>
                  </a:solidFill>
                  <a:latin typeface="Calibri" panose="020F0502020204030204"/>
                  <a:ea typeface="宋体" panose="02010600030101010101" pitchFamily="2" charset="-122"/>
                </a:endParaRPr>
              </a:p>
            </p:txBody>
          </p:sp>
        </p:grpSp>
      </p:grpSp>
      <p:grpSp>
        <p:nvGrpSpPr>
          <p:cNvPr id="90" name="组合 89"/>
          <p:cNvGrpSpPr/>
          <p:nvPr>
            <p:custDataLst>
              <p:tags r:id="rId30"/>
            </p:custDataLst>
          </p:nvPr>
        </p:nvGrpSpPr>
        <p:grpSpPr>
          <a:xfrm rot="0">
            <a:off x="5837555" y="5179695"/>
            <a:ext cx="4629785" cy="460375"/>
            <a:chOff x="4876272" y="5309926"/>
            <a:chExt cx="4629939" cy="460375"/>
          </a:xfrm>
        </p:grpSpPr>
        <p:sp>
          <p:nvSpPr>
            <p:cNvPr id="98" name="Freeform 28"/>
            <p:cNvSpPr>
              <a:spLocks noEditPoints="1"/>
            </p:cNvSpPr>
            <p:nvPr>
              <p:custDataLst>
                <p:tags r:id="rId31"/>
              </p:custDataLst>
            </p:nvPr>
          </p:nvSpPr>
          <p:spPr bwMode="auto">
            <a:xfrm>
              <a:off x="4876272" y="5401503"/>
              <a:ext cx="296009" cy="250234"/>
            </a:xfrm>
            <a:custGeom>
              <a:avLst/>
              <a:gdLst>
                <a:gd name="T0" fmla="*/ 2147483646 w 923"/>
                <a:gd name="T1" fmla="*/ 0 h 771"/>
                <a:gd name="T2" fmla="*/ 2147483646 w 923"/>
                <a:gd name="T3" fmla="*/ 2147483646 h 771"/>
                <a:gd name="T4" fmla="*/ 2147483646 w 923"/>
                <a:gd name="T5" fmla="*/ 2147483646 h 771"/>
                <a:gd name="T6" fmla="*/ 2147483646 w 923"/>
                <a:gd name="T7" fmla="*/ 2147483646 h 771"/>
                <a:gd name="T8" fmla="*/ 2147483646 w 923"/>
                <a:gd name="T9" fmla="*/ 2147483646 h 771"/>
                <a:gd name="T10" fmla="*/ 2147483646 w 923"/>
                <a:gd name="T11" fmla="*/ 2147483646 h 771"/>
                <a:gd name="T12" fmla="*/ 2147483646 w 923"/>
                <a:gd name="T13" fmla="*/ 2147483646 h 771"/>
                <a:gd name="T14" fmla="*/ 2147483646 w 923"/>
                <a:gd name="T15" fmla="*/ 2147483646 h 771"/>
                <a:gd name="T16" fmla="*/ 2147483646 w 923"/>
                <a:gd name="T17" fmla="*/ 2147483646 h 771"/>
                <a:gd name="T18" fmla="*/ 2147483646 w 923"/>
                <a:gd name="T19" fmla="*/ 2147483646 h 771"/>
                <a:gd name="T20" fmla="*/ 2147483646 w 923"/>
                <a:gd name="T21" fmla="*/ 2147483646 h 771"/>
                <a:gd name="T22" fmla="*/ 2147483646 w 923"/>
                <a:gd name="T23" fmla="*/ 2147483646 h 771"/>
                <a:gd name="T24" fmla="*/ 2147483646 w 923"/>
                <a:gd name="T25" fmla="*/ 2147483646 h 771"/>
                <a:gd name="T26" fmla="*/ 2147483646 w 923"/>
                <a:gd name="T27" fmla="*/ 2147483646 h 771"/>
                <a:gd name="T28" fmla="*/ 2147483646 w 923"/>
                <a:gd name="T29" fmla="*/ 2147483646 h 771"/>
                <a:gd name="T30" fmla="*/ 2147483646 w 923"/>
                <a:gd name="T31" fmla="*/ 2147483646 h 771"/>
                <a:gd name="T32" fmla="*/ 2147483646 w 923"/>
                <a:gd name="T33" fmla="*/ 2147483646 h 771"/>
                <a:gd name="T34" fmla="*/ 2147483646 w 923"/>
                <a:gd name="T35" fmla="*/ 2147483646 h 771"/>
                <a:gd name="T36" fmla="*/ 2147483646 w 923"/>
                <a:gd name="T37" fmla="*/ 2147483646 h 771"/>
                <a:gd name="T38" fmla="*/ 2147483646 w 923"/>
                <a:gd name="T39" fmla="*/ 2147483646 h 771"/>
                <a:gd name="T40" fmla="*/ 2147483646 w 923"/>
                <a:gd name="T41" fmla="*/ 2147483646 h 771"/>
                <a:gd name="T42" fmla="*/ 2147483646 w 923"/>
                <a:gd name="T43" fmla="*/ 2147483646 h 771"/>
                <a:gd name="T44" fmla="*/ 2147483646 w 923"/>
                <a:gd name="T45" fmla="*/ 2147483646 h 771"/>
                <a:gd name="T46" fmla="*/ 2147483646 w 923"/>
                <a:gd name="T47" fmla="*/ 2147483646 h 771"/>
                <a:gd name="T48" fmla="*/ 2147483646 w 923"/>
                <a:gd name="T49" fmla="*/ 2147483646 h 771"/>
                <a:gd name="T50" fmla="*/ 2147483646 w 923"/>
                <a:gd name="T51" fmla="*/ 2147483646 h 771"/>
                <a:gd name="T52" fmla="*/ 2147483646 w 923"/>
                <a:gd name="T53" fmla="*/ 2147483646 h 771"/>
                <a:gd name="T54" fmla="*/ 2147483646 w 923"/>
                <a:gd name="T55" fmla="*/ 2147483646 h 771"/>
                <a:gd name="T56" fmla="*/ 2147483646 w 923"/>
                <a:gd name="T57" fmla="*/ 2147483646 h 771"/>
                <a:gd name="T58" fmla="*/ 2147483646 w 923"/>
                <a:gd name="T59" fmla="*/ 2147483646 h 771"/>
                <a:gd name="T60" fmla="*/ 2147483646 w 923"/>
                <a:gd name="T61" fmla="*/ 2147483646 h 771"/>
                <a:gd name="T62" fmla="*/ 2147483646 w 923"/>
                <a:gd name="T63" fmla="*/ 2147483646 h 771"/>
                <a:gd name="T64" fmla="*/ 2147483646 w 923"/>
                <a:gd name="T65" fmla="*/ 2147483646 h 771"/>
                <a:gd name="T66" fmla="*/ 2147483646 w 923"/>
                <a:gd name="T67" fmla="*/ 2147483646 h 771"/>
                <a:gd name="T68" fmla="*/ 2147483646 w 923"/>
                <a:gd name="T69" fmla="*/ 2147483646 h 771"/>
                <a:gd name="T70" fmla="*/ 2147483646 w 923"/>
                <a:gd name="T71" fmla="*/ 2147483646 h 771"/>
                <a:gd name="T72" fmla="*/ 2147483646 w 923"/>
                <a:gd name="T73" fmla="*/ 2147483646 h 771"/>
                <a:gd name="T74" fmla="*/ 2147483646 w 923"/>
                <a:gd name="T75" fmla="*/ 2147483646 h 771"/>
                <a:gd name="T76" fmla="*/ 0 w 923"/>
                <a:gd name="T77" fmla="*/ 2147483646 h 771"/>
                <a:gd name="T78" fmla="*/ 2147483646 w 923"/>
                <a:gd name="T79" fmla="*/ 2147483646 h 77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923" h="771">
                  <a:moveTo>
                    <a:pt x="303" y="0"/>
                  </a:moveTo>
                  <a:lnTo>
                    <a:pt x="819" y="0"/>
                  </a:lnTo>
                  <a:cubicBezTo>
                    <a:pt x="848" y="0"/>
                    <a:pt x="873" y="12"/>
                    <a:pt x="892" y="31"/>
                  </a:cubicBezTo>
                  <a:cubicBezTo>
                    <a:pt x="911" y="50"/>
                    <a:pt x="923" y="76"/>
                    <a:pt x="923" y="104"/>
                  </a:cubicBezTo>
                  <a:lnTo>
                    <a:pt x="923" y="313"/>
                  </a:lnTo>
                  <a:cubicBezTo>
                    <a:pt x="923" y="341"/>
                    <a:pt x="911" y="367"/>
                    <a:pt x="892" y="386"/>
                  </a:cubicBezTo>
                  <a:cubicBezTo>
                    <a:pt x="873" y="405"/>
                    <a:pt x="848" y="416"/>
                    <a:pt x="819" y="416"/>
                  </a:cubicBezTo>
                  <a:lnTo>
                    <a:pt x="737" y="416"/>
                  </a:lnTo>
                  <a:lnTo>
                    <a:pt x="626" y="553"/>
                  </a:lnTo>
                  <a:lnTo>
                    <a:pt x="584" y="605"/>
                  </a:lnTo>
                  <a:lnTo>
                    <a:pt x="584" y="537"/>
                  </a:lnTo>
                  <a:lnTo>
                    <a:pt x="584" y="416"/>
                  </a:lnTo>
                  <a:lnTo>
                    <a:pt x="494" y="416"/>
                  </a:lnTo>
                  <a:cubicBezTo>
                    <a:pt x="499" y="401"/>
                    <a:pt x="502" y="385"/>
                    <a:pt x="502" y="368"/>
                  </a:cubicBezTo>
                  <a:lnTo>
                    <a:pt x="608" y="368"/>
                  </a:lnTo>
                  <a:lnTo>
                    <a:pt x="632" y="368"/>
                  </a:lnTo>
                  <a:lnTo>
                    <a:pt x="632" y="392"/>
                  </a:lnTo>
                  <a:lnTo>
                    <a:pt x="632" y="470"/>
                  </a:lnTo>
                  <a:lnTo>
                    <a:pt x="707" y="377"/>
                  </a:lnTo>
                  <a:lnTo>
                    <a:pt x="714" y="368"/>
                  </a:lnTo>
                  <a:lnTo>
                    <a:pt x="726" y="368"/>
                  </a:lnTo>
                  <a:lnTo>
                    <a:pt x="819" y="368"/>
                  </a:lnTo>
                  <a:cubicBezTo>
                    <a:pt x="834" y="368"/>
                    <a:pt x="848" y="362"/>
                    <a:pt x="858" y="352"/>
                  </a:cubicBezTo>
                  <a:cubicBezTo>
                    <a:pt x="868" y="342"/>
                    <a:pt x="875" y="328"/>
                    <a:pt x="875" y="313"/>
                  </a:cubicBezTo>
                  <a:lnTo>
                    <a:pt x="875" y="104"/>
                  </a:lnTo>
                  <a:cubicBezTo>
                    <a:pt x="875" y="89"/>
                    <a:pt x="868" y="75"/>
                    <a:pt x="858" y="65"/>
                  </a:cubicBezTo>
                  <a:cubicBezTo>
                    <a:pt x="848" y="55"/>
                    <a:pt x="834" y="48"/>
                    <a:pt x="819" y="48"/>
                  </a:cubicBezTo>
                  <a:lnTo>
                    <a:pt x="303" y="48"/>
                  </a:lnTo>
                  <a:cubicBezTo>
                    <a:pt x="288" y="48"/>
                    <a:pt x="274" y="55"/>
                    <a:pt x="264" y="65"/>
                  </a:cubicBezTo>
                  <a:cubicBezTo>
                    <a:pt x="253" y="75"/>
                    <a:pt x="247" y="89"/>
                    <a:pt x="247" y="104"/>
                  </a:cubicBezTo>
                  <a:lnTo>
                    <a:pt x="247" y="293"/>
                  </a:lnTo>
                  <a:cubicBezTo>
                    <a:pt x="235" y="311"/>
                    <a:pt x="228" y="333"/>
                    <a:pt x="226" y="356"/>
                  </a:cubicBezTo>
                  <a:cubicBezTo>
                    <a:pt x="219" y="347"/>
                    <a:pt x="210" y="338"/>
                    <a:pt x="201" y="332"/>
                  </a:cubicBezTo>
                  <a:cubicBezTo>
                    <a:pt x="200" y="325"/>
                    <a:pt x="199" y="319"/>
                    <a:pt x="199" y="313"/>
                  </a:cubicBezTo>
                  <a:lnTo>
                    <a:pt x="199" y="104"/>
                  </a:lnTo>
                  <a:cubicBezTo>
                    <a:pt x="199" y="76"/>
                    <a:pt x="211" y="50"/>
                    <a:pt x="230" y="31"/>
                  </a:cubicBezTo>
                  <a:cubicBezTo>
                    <a:pt x="248" y="12"/>
                    <a:pt x="274" y="0"/>
                    <a:pt x="303" y="0"/>
                  </a:cubicBezTo>
                  <a:close/>
                  <a:moveTo>
                    <a:pt x="130" y="344"/>
                  </a:moveTo>
                  <a:lnTo>
                    <a:pt x="130" y="344"/>
                  </a:lnTo>
                  <a:cubicBezTo>
                    <a:pt x="83" y="344"/>
                    <a:pt x="45" y="382"/>
                    <a:pt x="45" y="429"/>
                  </a:cubicBezTo>
                  <a:cubicBezTo>
                    <a:pt x="45" y="476"/>
                    <a:pt x="83" y="514"/>
                    <a:pt x="130" y="514"/>
                  </a:cubicBezTo>
                  <a:cubicBezTo>
                    <a:pt x="177" y="514"/>
                    <a:pt x="215" y="476"/>
                    <a:pt x="215" y="429"/>
                  </a:cubicBezTo>
                  <a:cubicBezTo>
                    <a:pt x="215" y="382"/>
                    <a:pt x="177" y="344"/>
                    <a:pt x="130" y="344"/>
                  </a:cubicBezTo>
                  <a:close/>
                  <a:moveTo>
                    <a:pt x="364" y="265"/>
                  </a:moveTo>
                  <a:lnTo>
                    <a:pt x="364" y="265"/>
                  </a:lnTo>
                  <a:cubicBezTo>
                    <a:pt x="307" y="265"/>
                    <a:pt x="261" y="311"/>
                    <a:pt x="261" y="368"/>
                  </a:cubicBezTo>
                  <a:cubicBezTo>
                    <a:pt x="261" y="425"/>
                    <a:pt x="307" y="471"/>
                    <a:pt x="364" y="471"/>
                  </a:cubicBezTo>
                  <a:cubicBezTo>
                    <a:pt x="420" y="471"/>
                    <a:pt x="466" y="425"/>
                    <a:pt x="466" y="368"/>
                  </a:cubicBezTo>
                  <a:cubicBezTo>
                    <a:pt x="466" y="311"/>
                    <a:pt x="420" y="265"/>
                    <a:pt x="364" y="265"/>
                  </a:cubicBezTo>
                  <a:close/>
                  <a:moveTo>
                    <a:pt x="274" y="748"/>
                  </a:moveTo>
                  <a:lnTo>
                    <a:pt x="274" y="748"/>
                  </a:lnTo>
                  <a:lnTo>
                    <a:pt x="274" y="601"/>
                  </a:lnTo>
                  <a:lnTo>
                    <a:pt x="285" y="601"/>
                  </a:lnTo>
                  <a:lnTo>
                    <a:pt x="285" y="748"/>
                  </a:lnTo>
                  <a:lnTo>
                    <a:pt x="285" y="771"/>
                  </a:lnTo>
                  <a:lnTo>
                    <a:pt x="446" y="771"/>
                  </a:lnTo>
                  <a:lnTo>
                    <a:pt x="446" y="748"/>
                  </a:lnTo>
                  <a:lnTo>
                    <a:pt x="446" y="601"/>
                  </a:lnTo>
                  <a:lnTo>
                    <a:pt x="457" y="601"/>
                  </a:lnTo>
                  <a:lnTo>
                    <a:pt x="457" y="748"/>
                  </a:lnTo>
                  <a:lnTo>
                    <a:pt x="522" y="748"/>
                  </a:lnTo>
                  <a:lnTo>
                    <a:pt x="522" y="548"/>
                  </a:lnTo>
                  <a:cubicBezTo>
                    <a:pt x="522" y="512"/>
                    <a:pt x="493" y="483"/>
                    <a:pt x="458" y="483"/>
                  </a:cubicBezTo>
                  <a:cubicBezTo>
                    <a:pt x="262" y="483"/>
                    <a:pt x="468" y="483"/>
                    <a:pt x="271" y="483"/>
                  </a:cubicBezTo>
                  <a:cubicBezTo>
                    <a:pt x="236" y="483"/>
                    <a:pt x="207" y="512"/>
                    <a:pt x="207" y="548"/>
                  </a:cubicBezTo>
                  <a:lnTo>
                    <a:pt x="207" y="748"/>
                  </a:lnTo>
                  <a:cubicBezTo>
                    <a:pt x="218" y="748"/>
                    <a:pt x="245" y="748"/>
                    <a:pt x="274" y="748"/>
                  </a:cubicBezTo>
                  <a:close/>
                  <a:moveTo>
                    <a:pt x="55" y="743"/>
                  </a:moveTo>
                  <a:lnTo>
                    <a:pt x="55" y="743"/>
                  </a:lnTo>
                  <a:lnTo>
                    <a:pt x="55" y="622"/>
                  </a:lnTo>
                  <a:lnTo>
                    <a:pt x="65" y="622"/>
                  </a:lnTo>
                  <a:lnTo>
                    <a:pt x="65" y="743"/>
                  </a:lnTo>
                  <a:lnTo>
                    <a:pt x="65" y="757"/>
                  </a:lnTo>
                  <a:lnTo>
                    <a:pt x="174" y="757"/>
                  </a:lnTo>
                  <a:lnTo>
                    <a:pt x="174" y="548"/>
                  </a:lnTo>
                  <a:cubicBezTo>
                    <a:pt x="174" y="540"/>
                    <a:pt x="175" y="532"/>
                    <a:pt x="177" y="524"/>
                  </a:cubicBezTo>
                  <a:lnTo>
                    <a:pt x="53" y="524"/>
                  </a:lnTo>
                  <a:cubicBezTo>
                    <a:pt x="24" y="524"/>
                    <a:pt x="0" y="548"/>
                    <a:pt x="0" y="577"/>
                  </a:cubicBezTo>
                  <a:lnTo>
                    <a:pt x="0" y="743"/>
                  </a:lnTo>
                  <a:cubicBezTo>
                    <a:pt x="10" y="743"/>
                    <a:pt x="32" y="743"/>
                    <a:pt x="55" y="74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lnSpc>
                  <a:spcPct val="120000"/>
                </a:lnSpc>
                <a:spcBef>
                  <a:spcPct val="0"/>
                </a:spcBef>
                <a:spcAft>
                  <a:spcPct val="0"/>
                </a:spcAft>
              </a:pPr>
              <a:endParaRPr lang="zh-CN" altLang="en-US" dirty="0">
                <a:solidFill>
                  <a:srgbClr val="313D51"/>
                </a:solidFill>
                <a:latin typeface="思源黑体" panose="020B0500000000000000" pitchFamily="34" charset="-122"/>
                <a:ea typeface="宋体" panose="02010600030101010101" pitchFamily="2" charset="-122"/>
              </a:endParaRPr>
            </a:p>
          </p:txBody>
        </p:sp>
        <p:sp>
          <p:nvSpPr>
            <p:cNvPr id="95" name="Rectangle 14"/>
            <p:cNvSpPr>
              <a:spLocks noChangeArrowheads="1"/>
            </p:cNvSpPr>
            <p:nvPr>
              <p:custDataLst>
                <p:tags r:id="rId32"/>
              </p:custDataLst>
            </p:nvPr>
          </p:nvSpPr>
          <p:spPr bwMode="auto">
            <a:xfrm>
              <a:off x="5581874" y="5405176"/>
              <a:ext cx="127000" cy="33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96" name="TextBox 59"/>
            <p:cNvSpPr txBox="1">
              <a:spLocks noChangeArrowheads="1"/>
            </p:cNvSpPr>
            <p:nvPr>
              <p:custDataLst>
                <p:tags r:id="rId33"/>
              </p:custDataLst>
            </p:nvPr>
          </p:nvSpPr>
          <p:spPr bwMode="auto">
            <a:xfrm>
              <a:off x="6566161" y="5309926"/>
              <a:ext cx="29400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endParaRPr lang="zh-CN" altLang="en-US" b="1" dirty="0">
                <a:solidFill>
                  <a:srgbClr val="313D51"/>
                </a:solidFill>
                <a:latin typeface="思源黑体" panose="020B0500000000000000" pitchFamily="34" charset="-122"/>
                <a:ea typeface="思源黑体" panose="020B0500000000000000" pitchFamily="34" charset="-122"/>
              </a:endParaRPr>
            </a:p>
          </p:txBody>
        </p:sp>
      </p:grpSp>
      <p:sp>
        <p:nvSpPr>
          <p:cNvPr id="99" name="Rectangle 3"/>
          <p:cNvSpPr txBox="1">
            <a:spLocks noChangeArrowheads="1"/>
          </p:cNvSpPr>
          <p:nvPr/>
        </p:nvSpPr>
        <p:spPr bwMode="auto">
          <a:xfrm>
            <a:off x="1150999" y="3031500"/>
            <a:ext cx="3636962"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2" name="文本框 1"/>
          <p:cNvSpPr txBox="1"/>
          <p:nvPr/>
        </p:nvSpPr>
        <p:spPr>
          <a:xfrm>
            <a:off x="7384026" y="827314"/>
            <a:ext cx="3144637" cy="369332"/>
          </a:xfrm>
          <a:prstGeom prst="rect">
            <a:avLst/>
          </a:prstGeom>
          <a:noFill/>
        </p:spPr>
        <p:txBody>
          <a:bodyPr wrap="square" rtlCol="0">
            <a:spAutoFit/>
          </a:bodyPr>
          <a:lstStyle/>
          <a:p>
            <a:r>
              <a:rPr lang="en-US" altLang="zh-CN" dirty="0">
                <a:solidFill>
                  <a:srgbClr val="FFFFFF"/>
                </a:solidFill>
              </a:rPr>
              <a:t>https://www.ypppt.com/</a:t>
            </a:r>
            <a:endParaRPr lang="zh-CN" altLang="en-US" dirty="0">
              <a:solidFill>
                <a:srgbClr val="FFFFFF"/>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airplane"/>
      </p:transition>
    </mc:Choice>
    <mc:Fallback>
      <p:transition spd="slow">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14:presetBounceEnd="40000">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14:bounceEnd="40000">
                                          <p:cBhvr additive="base">
                                            <p:cTn id="7" dur="1000" fill="hold"/>
                                            <p:tgtEl>
                                              <p:spTgt spid="54"/>
                                            </p:tgtEl>
                                            <p:attrNameLst>
                                              <p:attrName>ppt_x</p:attrName>
                                            </p:attrNameLst>
                                          </p:cBhvr>
                                          <p:tavLst>
                                            <p:tav tm="0">
                                              <p:val>
                                                <p:strVal val="1+#ppt_w/2"/>
                                              </p:val>
                                            </p:tav>
                                            <p:tav tm="100000">
                                              <p:val>
                                                <p:strVal val="#ppt_x"/>
                                              </p:val>
                                            </p:tav>
                                          </p:tavLst>
                                        </p:anim>
                                        <p:anim calcmode="lin" valueType="num" p14:bounceEnd="40000">
                                          <p:cBhvr additive="base">
                                            <p:cTn id="8" dur="1000" fill="hold"/>
                                            <p:tgtEl>
                                              <p:spTgt spid="54"/>
                                            </p:tgtEl>
                                            <p:attrNameLst>
                                              <p:attrName>ppt_y</p:attrName>
                                            </p:attrNameLst>
                                          </p:cBhvr>
                                          <p:tavLst>
                                            <p:tav tm="0">
                                              <p:val>
                                                <p:strVal val="#ppt_y"/>
                                              </p:val>
                                            </p:tav>
                                            <p:tav tm="100000">
                                              <p:val>
                                                <p:strVal val="#ppt_y"/>
                                              </p:val>
                                            </p:tav>
                                          </p:tavLst>
                                        </p:anim>
                                      </p:childTnLst>
                                    </p:cTn>
                                  </p:par>
                                  <p:par>
                                    <p:cTn id="9" presetID="56" presetClass="entr" presetSubtype="0" fill="hold" grpId="0" nodeType="withEffect">
                                      <p:stCondLst>
                                        <p:cond delay="0"/>
                                      </p:stCondLst>
                                      <p:iterate type="lt">
                                        <p:tmPct val="10000"/>
                                      </p:iterate>
                                      <p:childTnLst>
                                        <p:set>
                                          <p:cBhvr>
                                            <p:cTn id="10" dur="1" fill="hold">
                                              <p:stCondLst>
                                                <p:cond delay="0"/>
                                              </p:stCondLst>
                                            </p:cTn>
                                            <p:tgtEl>
                                              <p:spTgt spid="99"/>
                                            </p:tgtEl>
                                            <p:attrNameLst>
                                              <p:attrName>style.visibility</p:attrName>
                                            </p:attrNameLst>
                                          </p:cBhvr>
                                          <p:to>
                                            <p:strVal val="visible"/>
                                          </p:to>
                                        </p:set>
                                        <p:anim by="(-#ppt_w*2)" calcmode="lin" valueType="num">
                                          <p:cBhvr rctx="PPT">
                                            <p:cTn id="11" dur="500" autoRev="1" fill="hold">
                                              <p:stCondLst>
                                                <p:cond delay="0"/>
                                              </p:stCondLst>
                                            </p:cTn>
                                            <p:tgtEl>
                                              <p:spTgt spid="99"/>
                                            </p:tgtEl>
                                            <p:attrNameLst>
                                              <p:attrName>ppt_w</p:attrName>
                                            </p:attrNameLst>
                                          </p:cBhvr>
                                        </p:anim>
                                        <p:anim by="(#ppt_w*0.50)" calcmode="lin" valueType="num">
                                          <p:cBhvr>
                                            <p:cTn id="12" dur="500" decel="50000" autoRev="1" fill="hold">
                                              <p:stCondLst>
                                                <p:cond delay="0"/>
                                              </p:stCondLst>
                                            </p:cTn>
                                            <p:tgtEl>
                                              <p:spTgt spid="99"/>
                                            </p:tgtEl>
                                            <p:attrNameLst>
                                              <p:attrName>ppt_x</p:attrName>
                                            </p:attrNameLst>
                                          </p:cBhvr>
                                        </p:anim>
                                        <p:anim from="(-#ppt_h/2)" to="(#ppt_y)" calcmode="lin" valueType="num">
                                          <p:cBhvr>
                                            <p:cTn id="13" dur="1000" fill="hold">
                                              <p:stCondLst>
                                                <p:cond delay="0"/>
                                              </p:stCondLst>
                                            </p:cTn>
                                            <p:tgtEl>
                                              <p:spTgt spid="99"/>
                                            </p:tgtEl>
                                            <p:attrNameLst>
                                              <p:attrName>ppt_y</p:attrName>
                                            </p:attrNameLst>
                                          </p:cBhvr>
                                        </p:anim>
                                        <p:animRot by="21600000">
                                          <p:cBhvr>
                                            <p:cTn id="14" dur="1000" fill="hold">
                                              <p:stCondLst>
                                                <p:cond delay="0"/>
                                              </p:stCondLst>
                                            </p:cTn>
                                            <p:tgtEl>
                                              <p:spTgt spid="99"/>
                                            </p:tgtEl>
                                            <p:attrNameLst>
                                              <p:attrName>r</p:attrName>
                                            </p:attrNameLst>
                                          </p:cBhvr>
                                        </p:animRot>
                                      </p:childTnLst>
                                    </p:cTn>
                                  </p:par>
                                  <p:par>
                                    <p:cTn id="15" presetID="2" presetClass="entr" presetSubtype="1" fill="hold" nodeType="withEffect" p14:presetBounceEnd="40000">
                                      <p:stCondLst>
                                        <p:cond delay="0"/>
                                      </p:stCondLst>
                                      <p:childTnLst>
                                        <p:set>
                                          <p:cBhvr>
                                            <p:cTn id="16" dur="1" fill="hold">
                                              <p:stCondLst>
                                                <p:cond delay="0"/>
                                              </p:stCondLst>
                                            </p:cTn>
                                            <p:tgtEl>
                                              <p:spTgt spid="26"/>
                                            </p:tgtEl>
                                            <p:attrNameLst>
                                              <p:attrName>style.visibility</p:attrName>
                                            </p:attrNameLst>
                                          </p:cBhvr>
                                          <p:to>
                                            <p:strVal val="visible"/>
                                          </p:to>
                                        </p:set>
                                        <p:anim calcmode="lin" valueType="num" p14:bounceEnd="40000">
                                          <p:cBhvr additive="base">
                                            <p:cTn id="17" dur="1000" fill="hold"/>
                                            <p:tgtEl>
                                              <p:spTgt spid="26"/>
                                            </p:tgtEl>
                                            <p:attrNameLst>
                                              <p:attrName>ppt_x</p:attrName>
                                            </p:attrNameLst>
                                          </p:cBhvr>
                                          <p:tavLst>
                                            <p:tav tm="0">
                                              <p:val>
                                                <p:strVal val="#ppt_x"/>
                                              </p:val>
                                            </p:tav>
                                            <p:tav tm="100000">
                                              <p:val>
                                                <p:strVal val="#ppt_x"/>
                                              </p:val>
                                            </p:tav>
                                          </p:tavLst>
                                        </p:anim>
                                        <p:anim calcmode="lin" valueType="num" p14:bounceEnd="40000">
                                          <p:cBhvr additive="base">
                                            <p:cTn id="18" dur="1000" fill="hold"/>
                                            <p:tgtEl>
                                              <p:spTgt spid="26"/>
                                            </p:tgtEl>
                                            <p:attrNameLst>
                                              <p:attrName>ppt_y</p:attrName>
                                            </p:attrNameLst>
                                          </p:cBhvr>
                                          <p:tavLst>
                                            <p:tav tm="0">
                                              <p:val>
                                                <p:strVal val="0-#ppt_h/2"/>
                                              </p:val>
                                            </p:tav>
                                            <p:tav tm="100000">
                                              <p:val>
                                                <p:strVal val="#ppt_y"/>
                                              </p:val>
                                            </p:tav>
                                          </p:tavLst>
                                        </p:anim>
                                      </p:childTnLst>
                                    </p:cTn>
                                  </p:par>
                                </p:childTnLst>
                              </p:cTn>
                            </p:par>
                            <p:par>
                              <p:cTn id="19" fill="hold">
                                <p:stCondLst>
                                  <p:cond delay="0"/>
                                </p:stCondLst>
                                <p:childTnLst>
                                  <p:par>
                                    <p:cTn id="20" presetID="2" presetClass="entr" presetSubtype="2" fill="hold" nodeType="afterEffect">
                                      <p:stCondLst>
                                        <p:cond delay="0"/>
                                      </p:stCondLst>
                                      <p:childTnLst>
                                        <p:set>
                                          <p:cBhvr>
                                            <p:cTn id="21" dur="1" fill="hold">
                                              <p:stCondLst>
                                                <p:cond delay="0"/>
                                              </p:stCondLst>
                                            </p:cTn>
                                            <p:tgtEl>
                                              <p:spTgt spid="30"/>
                                            </p:tgtEl>
                                            <p:attrNameLst>
                                              <p:attrName>style.visibility</p:attrName>
                                            </p:attrNameLst>
                                          </p:cBhvr>
                                          <p:to>
                                            <p:strVal val="visible"/>
                                          </p:to>
                                        </p:set>
                                        <p:anim calcmode="lin" valueType="num">
                                          <p:cBhvr additive="base">
                                            <p:cTn id="22" dur="500" fill="hold"/>
                                            <p:tgtEl>
                                              <p:spTgt spid="30"/>
                                            </p:tgtEl>
                                            <p:attrNameLst>
                                              <p:attrName>ppt_x</p:attrName>
                                            </p:attrNameLst>
                                          </p:cBhvr>
                                          <p:tavLst>
                                            <p:tav tm="0">
                                              <p:val>
                                                <p:strVal val="1+#ppt_w/2"/>
                                              </p:val>
                                            </p:tav>
                                            <p:tav tm="100000">
                                              <p:val>
                                                <p:strVal val="#ppt_x"/>
                                              </p:val>
                                            </p:tav>
                                          </p:tavLst>
                                        </p:anim>
                                        <p:anim calcmode="lin" valueType="num">
                                          <p:cBhvr additive="base">
                                            <p:cTn id="23" dur="500" fill="hold"/>
                                            <p:tgtEl>
                                              <p:spTgt spid="30"/>
                                            </p:tgtEl>
                                            <p:attrNameLst>
                                              <p:attrName>ppt_y</p:attrName>
                                            </p:attrNameLst>
                                          </p:cBhvr>
                                          <p:tavLst>
                                            <p:tav tm="0">
                                              <p:val>
                                                <p:strVal val="#ppt_y"/>
                                              </p:val>
                                            </p:tav>
                                            <p:tav tm="100000">
                                              <p:val>
                                                <p:strVal val="#ppt_y"/>
                                              </p:val>
                                            </p:tav>
                                          </p:tavLst>
                                        </p:anim>
                                      </p:childTnLst>
                                    </p:cTn>
                                  </p:par>
                                </p:childTnLst>
                              </p:cTn>
                            </p:par>
                            <p:par>
                              <p:cTn id="24" fill="hold">
                                <p:stCondLst>
                                  <p:cond delay="500"/>
                                </p:stCondLst>
                                <p:childTnLst>
                                  <p:par>
                                    <p:cTn id="25" presetID="2" presetClass="entr" presetSubtype="2" fill="hold" nodeType="afterEffect">
                                      <p:stCondLst>
                                        <p:cond delay="0"/>
                                      </p:stCondLst>
                                      <p:childTnLst>
                                        <p:set>
                                          <p:cBhvr>
                                            <p:cTn id="26" dur="1" fill="hold">
                                              <p:stCondLst>
                                                <p:cond delay="0"/>
                                              </p:stCondLst>
                                            </p:cTn>
                                            <p:tgtEl>
                                              <p:spTgt spid="59"/>
                                            </p:tgtEl>
                                            <p:attrNameLst>
                                              <p:attrName>style.visibility</p:attrName>
                                            </p:attrNameLst>
                                          </p:cBhvr>
                                          <p:to>
                                            <p:strVal val="visible"/>
                                          </p:to>
                                        </p:set>
                                        <p:anim calcmode="lin" valueType="num">
                                          <p:cBhvr additive="base">
                                            <p:cTn id="27" dur="500" fill="hold"/>
                                            <p:tgtEl>
                                              <p:spTgt spid="59"/>
                                            </p:tgtEl>
                                            <p:attrNameLst>
                                              <p:attrName>ppt_x</p:attrName>
                                            </p:attrNameLst>
                                          </p:cBhvr>
                                          <p:tavLst>
                                            <p:tav tm="0">
                                              <p:val>
                                                <p:strVal val="1+#ppt_w/2"/>
                                              </p:val>
                                            </p:tav>
                                            <p:tav tm="100000">
                                              <p:val>
                                                <p:strVal val="#ppt_x"/>
                                              </p:val>
                                            </p:tav>
                                          </p:tavLst>
                                        </p:anim>
                                        <p:anim calcmode="lin" valueType="num">
                                          <p:cBhvr additive="base">
                                            <p:cTn id="28" dur="500" fill="hold"/>
                                            <p:tgtEl>
                                              <p:spTgt spid="59"/>
                                            </p:tgtEl>
                                            <p:attrNameLst>
                                              <p:attrName>ppt_y</p:attrName>
                                            </p:attrNameLst>
                                          </p:cBhvr>
                                          <p:tavLst>
                                            <p:tav tm="0">
                                              <p:val>
                                                <p:strVal val="#ppt_y"/>
                                              </p:val>
                                            </p:tav>
                                            <p:tav tm="100000">
                                              <p:val>
                                                <p:strVal val="#ppt_y"/>
                                              </p:val>
                                            </p:tav>
                                          </p:tavLst>
                                        </p:anim>
                                      </p:childTnLst>
                                    </p:cTn>
                                  </p:par>
                                </p:childTnLst>
                              </p:cTn>
                            </p:par>
                            <p:par>
                              <p:cTn id="29" fill="hold">
                                <p:stCondLst>
                                  <p:cond delay="1000"/>
                                </p:stCondLst>
                                <p:childTnLst>
                                  <p:par>
                                    <p:cTn id="30" presetID="2" presetClass="entr" presetSubtype="2" fill="hold" nodeType="afterEffect">
                                      <p:stCondLst>
                                        <p:cond delay="0"/>
                                      </p:stCondLst>
                                      <p:childTnLst>
                                        <p:set>
                                          <p:cBhvr>
                                            <p:cTn id="31" dur="1" fill="hold">
                                              <p:stCondLst>
                                                <p:cond delay="0"/>
                                              </p:stCondLst>
                                            </p:cTn>
                                            <p:tgtEl>
                                              <p:spTgt spid="69"/>
                                            </p:tgtEl>
                                            <p:attrNameLst>
                                              <p:attrName>style.visibility</p:attrName>
                                            </p:attrNameLst>
                                          </p:cBhvr>
                                          <p:to>
                                            <p:strVal val="visible"/>
                                          </p:to>
                                        </p:set>
                                        <p:anim calcmode="lin" valueType="num">
                                          <p:cBhvr additive="base">
                                            <p:cTn id="32" dur="500" fill="hold"/>
                                            <p:tgtEl>
                                              <p:spTgt spid="69"/>
                                            </p:tgtEl>
                                            <p:attrNameLst>
                                              <p:attrName>ppt_x</p:attrName>
                                            </p:attrNameLst>
                                          </p:cBhvr>
                                          <p:tavLst>
                                            <p:tav tm="0">
                                              <p:val>
                                                <p:strVal val="1+#ppt_w/2"/>
                                              </p:val>
                                            </p:tav>
                                            <p:tav tm="100000">
                                              <p:val>
                                                <p:strVal val="#ppt_x"/>
                                              </p:val>
                                            </p:tav>
                                          </p:tavLst>
                                        </p:anim>
                                        <p:anim calcmode="lin" valueType="num">
                                          <p:cBhvr additive="base">
                                            <p:cTn id="33" dur="500" fill="hold"/>
                                            <p:tgtEl>
                                              <p:spTgt spid="69"/>
                                            </p:tgtEl>
                                            <p:attrNameLst>
                                              <p:attrName>ppt_y</p:attrName>
                                            </p:attrNameLst>
                                          </p:cBhvr>
                                          <p:tavLst>
                                            <p:tav tm="0">
                                              <p:val>
                                                <p:strVal val="#ppt_y"/>
                                              </p:val>
                                            </p:tav>
                                            <p:tav tm="100000">
                                              <p:val>
                                                <p:strVal val="#ppt_y"/>
                                              </p:val>
                                            </p:tav>
                                          </p:tavLst>
                                        </p:anim>
                                      </p:childTnLst>
                                    </p:cTn>
                                  </p:par>
                                </p:childTnLst>
                              </p:cTn>
                            </p:par>
                            <p:par>
                              <p:cTn id="34" fill="hold">
                                <p:stCondLst>
                                  <p:cond delay="1500"/>
                                </p:stCondLst>
                                <p:childTnLst>
                                  <p:par>
                                    <p:cTn id="35" presetID="2" presetClass="entr" presetSubtype="2" fill="hold" nodeType="afterEffect">
                                      <p:stCondLst>
                                        <p:cond delay="0"/>
                                      </p:stCondLst>
                                      <p:childTnLst>
                                        <p:set>
                                          <p:cBhvr>
                                            <p:cTn id="36" dur="1" fill="hold">
                                              <p:stCondLst>
                                                <p:cond delay="0"/>
                                              </p:stCondLst>
                                            </p:cTn>
                                            <p:tgtEl>
                                              <p:spTgt spid="79"/>
                                            </p:tgtEl>
                                            <p:attrNameLst>
                                              <p:attrName>style.visibility</p:attrName>
                                            </p:attrNameLst>
                                          </p:cBhvr>
                                          <p:to>
                                            <p:strVal val="visible"/>
                                          </p:to>
                                        </p:set>
                                        <p:anim calcmode="lin" valueType="num">
                                          <p:cBhvr additive="base">
                                            <p:cTn id="37" dur="500" fill="hold"/>
                                            <p:tgtEl>
                                              <p:spTgt spid="79"/>
                                            </p:tgtEl>
                                            <p:attrNameLst>
                                              <p:attrName>ppt_x</p:attrName>
                                            </p:attrNameLst>
                                          </p:cBhvr>
                                          <p:tavLst>
                                            <p:tav tm="0">
                                              <p:val>
                                                <p:strVal val="1+#ppt_w/2"/>
                                              </p:val>
                                            </p:tav>
                                            <p:tav tm="100000">
                                              <p:val>
                                                <p:strVal val="#ppt_x"/>
                                              </p:val>
                                            </p:tav>
                                          </p:tavLst>
                                        </p:anim>
                                        <p:anim calcmode="lin" valueType="num">
                                          <p:cBhvr additive="base">
                                            <p:cTn id="38" dur="500" fill="hold"/>
                                            <p:tgtEl>
                                              <p:spTgt spid="7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99" grpId="0" autoUpdateAnimBg="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cBhvr additive="base">
                                            <p:cTn id="7" dur="1000" fill="hold"/>
                                            <p:tgtEl>
                                              <p:spTgt spid="54"/>
                                            </p:tgtEl>
                                            <p:attrNameLst>
                                              <p:attrName>ppt_x</p:attrName>
                                            </p:attrNameLst>
                                          </p:cBhvr>
                                          <p:tavLst>
                                            <p:tav tm="0">
                                              <p:val>
                                                <p:strVal val="1+#ppt_w/2"/>
                                              </p:val>
                                            </p:tav>
                                            <p:tav tm="100000">
                                              <p:val>
                                                <p:strVal val="#ppt_x"/>
                                              </p:val>
                                            </p:tav>
                                          </p:tavLst>
                                        </p:anim>
                                        <p:anim calcmode="lin" valueType="num">
                                          <p:cBhvr additive="base">
                                            <p:cTn id="8" dur="1000" fill="hold"/>
                                            <p:tgtEl>
                                              <p:spTgt spid="54"/>
                                            </p:tgtEl>
                                            <p:attrNameLst>
                                              <p:attrName>ppt_y</p:attrName>
                                            </p:attrNameLst>
                                          </p:cBhvr>
                                          <p:tavLst>
                                            <p:tav tm="0">
                                              <p:val>
                                                <p:strVal val="#ppt_y"/>
                                              </p:val>
                                            </p:tav>
                                            <p:tav tm="100000">
                                              <p:val>
                                                <p:strVal val="#ppt_y"/>
                                              </p:val>
                                            </p:tav>
                                          </p:tavLst>
                                        </p:anim>
                                      </p:childTnLst>
                                    </p:cTn>
                                  </p:par>
                                  <p:par>
                                    <p:cTn id="9" presetID="56" presetClass="entr" presetSubtype="0" fill="hold" grpId="0" nodeType="withEffect">
                                      <p:stCondLst>
                                        <p:cond delay="0"/>
                                      </p:stCondLst>
                                      <p:iterate type="lt">
                                        <p:tmPct val="10000"/>
                                      </p:iterate>
                                      <p:childTnLst>
                                        <p:set>
                                          <p:cBhvr>
                                            <p:cTn id="10" dur="1" fill="hold">
                                              <p:stCondLst>
                                                <p:cond delay="0"/>
                                              </p:stCondLst>
                                            </p:cTn>
                                            <p:tgtEl>
                                              <p:spTgt spid="99"/>
                                            </p:tgtEl>
                                            <p:attrNameLst>
                                              <p:attrName>style.visibility</p:attrName>
                                            </p:attrNameLst>
                                          </p:cBhvr>
                                          <p:to>
                                            <p:strVal val="visible"/>
                                          </p:to>
                                        </p:set>
                                        <p:anim by="(-#ppt_w*2)" calcmode="lin" valueType="num">
                                          <p:cBhvr rctx="PPT">
                                            <p:cTn id="11" dur="500" autoRev="1" fill="hold">
                                              <p:stCondLst>
                                                <p:cond delay="0"/>
                                              </p:stCondLst>
                                            </p:cTn>
                                            <p:tgtEl>
                                              <p:spTgt spid="99"/>
                                            </p:tgtEl>
                                            <p:attrNameLst>
                                              <p:attrName>ppt_w</p:attrName>
                                            </p:attrNameLst>
                                          </p:cBhvr>
                                        </p:anim>
                                        <p:anim by="(#ppt_w*0.50)" calcmode="lin" valueType="num">
                                          <p:cBhvr>
                                            <p:cTn id="12" dur="500" decel="50000" autoRev="1" fill="hold">
                                              <p:stCondLst>
                                                <p:cond delay="0"/>
                                              </p:stCondLst>
                                            </p:cTn>
                                            <p:tgtEl>
                                              <p:spTgt spid="99"/>
                                            </p:tgtEl>
                                            <p:attrNameLst>
                                              <p:attrName>ppt_x</p:attrName>
                                            </p:attrNameLst>
                                          </p:cBhvr>
                                        </p:anim>
                                        <p:anim from="(-#ppt_h/2)" to="(#ppt_y)" calcmode="lin" valueType="num">
                                          <p:cBhvr>
                                            <p:cTn id="13" dur="1000" fill="hold">
                                              <p:stCondLst>
                                                <p:cond delay="0"/>
                                              </p:stCondLst>
                                            </p:cTn>
                                            <p:tgtEl>
                                              <p:spTgt spid="99"/>
                                            </p:tgtEl>
                                            <p:attrNameLst>
                                              <p:attrName>ppt_y</p:attrName>
                                            </p:attrNameLst>
                                          </p:cBhvr>
                                        </p:anim>
                                        <p:animRot by="21600000">
                                          <p:cBhvr>
                                            <p:cTn id="14" dur="1000" fill="hold">
                                              <p:stCondLst>
                                                <p:cond delay="0"/>
                                              </p:stCondLst>
                                            </p:cTn>
                                            <p:tgtEl>
                                              <p:spTgt spid="99"/>
                                            </p:tgtEl>
                                            <p:attrNameLst>
                                              <p:attrName>r</p:attrName>
                                            </p:attrNameLst>
                                          </p:cBhvr>
                                        </p:animRot>
                                      </p:childTnLst>
                                    </p:cTn>
                                  </p:par>
                                  <p:par>
                                    <p:cTn id="15" presetID="2" presetClass="entr" presetSubtype="1"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anim calcmode="lin" valueType="num">
                                          <p:cBhvr additive="base">
                                            <p:cTn id="17" dur="1000" fill="hold"/>
                                            <p:tgtEl>
                                              <p:spTgt spid="26"/>
                                            </p:tgtEl>
                                            <p:attrNameLst>
                                              <p:attrName>ppt_x</p:attrName>
                                            </p:attrNameLst>
                                          </p:cBhvr>
                                          <p:tavLst>
                                            <p:tav tm="0">
                                              <p:val>
                                                <p:strVal val="#ppt_x"/>
                                              </p:val>
                                            </p:tav>
                                            <p:tav tm="100000">
                                              <p:val>
                                                <p:strVal val="#ppt_x"/>
                                              </p:val>
                                            </p:tav>
                                          </p:tavLst>
                                        </p:anim>
                                        <p:anim calcmode="lin" valueType="num">
                                          <p:cBhvr additive="base">
                                            <p:cTn id="18" dur="1000" fill="hold"/>
                                            <p:tgtEl>
                                              <p:spTgt spid="26"/>
                                            </p:tgtEl>
                                            <p:attrNameLst>
                                              <p:attrName>ppt_y</p:attrName>
                                            </p:attrNameLst>
                                          </p:cBhvr>
                                          <p:tavLst>
                                            <p:tav tm="0">
                                              <p:val>
                                                <p:strVal val="0-#ppt_h/2"/>
                                              </p:val>
                                            </p:tav>
                                            <p:tav tm="100000">
                                              <p:val>
                                                <p:strVal val="#ppt_y"/>
                                              </p:val>
                                            </p:tav>
                                          </p:tavLst>
                                        </p:anim>
                                      </p:childTnLst>
                                    </p:cTn>
                                  </p:par>
                                </p:childTnLst>
                              </p:cTn>
                            </p:par>
                            <p:par>
                              <p:cTn id="19" fill="hold">
                                <p:stCondLst>
                                  <p:cond delay="0"/>
                                </p:stCondLst>
                                <p:childTnLst>
                                  <p:par>
                                    <p:cTn id="20" presetID="2" presetClass="entr" presetSubtype="2" fill="hold" nodeType="afterEffect">
                                      <p:stCondLst>
                                        <p:cond delay="0"/>
                                      </p:stCondLst>
                                      <p:childTnLst>
                                        <p:set>
                                          <p:cBhvr>
                                            <p:cTn id="21" dur="1" fill="hold">
                                              <p:stCondLst>
                                                <p:cond delay="0"/>
                                              </p:stCondLst>
                                            </p:cTn>
                                            <p:tgtEl>
                                              <p:spTgt spid="30"/>
                                            </p:tgtEl>
                                            <p:attrNameLst>
                                              <p:attrName>style.visibility</p:attrName>
                                            </p:attrNameLst>
                                          </p:cBhvr>
                                          <p:to>
                                            <p:strVal val="visible"/>
                                          </p:to>
                                        </p:set>
                                        <p:anim calcmode="lin" valueType="num">
                                          <p:cBhvr additive="base">
                                            <p:cTn id="22" dur="500" fill="hold"/>
                                            <p:tgtEl>
                                              <p:spTgt spid="30"/>
                                            </p:tgtEl>
                                            <p:attrNameLst>
                                              <p:attrName>ppt_x</p:attrName>
                                            </p:attrNameLst>
                                          </p:cBhvr>
                                          <p:tavLst>
                                            <p:tav tm="0">
                                              <p:val>
                                                <p:strVal val="1+#ppt_w/2"/>
                                              </p:val>
                                            </p:tav>
                                            <p:tav tm="100000">
                                              <p:val>
                                                <p:strVal val="#ppt_x"/>
                                              </p:val>
                                            </p:tav>
                                          </p:tavLst>
                                        </p:anim>
                                        <p:anim calcmode="lin" valueType="num">
                                          <p:cBhvr additive="base">
                                            <p:cTn id="23" dur="500" fill="hold"/>
                                            <p:tgtEl>
                                              <p:spTgt spid="30"/>
                                            </p:tgtEl>
                                            <p:attrNameLst>
                                              <p:attrName>ppt_y</p:attrName>
                                            </p:attrNameLst>
                                          </p:cBhvr>
                                          <p:tavLst>
                                            <p:tav tm="0">
                                              <p:val>
                                                <p:strVal val="#ppt_y"/>
                                              </p:val>
                                            </p:tav>
                                            <p:tav tm="100000">
                                              <p:val>
                                                <p:strVal val="#ppt_y"/>
                                              </p:val>
                                            </p:tav>
                                          </p:tavLst>
                                        </p:anim>
                                      </p:childTnLst>
                                    </p:cTn>
                                  </p:par>
                                </p:childTnLst>
                              </p:cTn>
                            </p:par>
                            <p:par>
                              <p:cTn id="24" fill="hold">
                                <p:stCondLst>
                                  <p:cond delay="500"/>
                                </p:stCondLst>
                                <p:childTnLst>
                                  <p:par>
                                    <p:cTn id="25" presetID="2" presetClass="entr" presetSubtype="2" fill="hold" nodeType="afterEffect">
                                      <p:stCondLst>
                                        <p:cond delay="0"/>
                                      </p:stCondLst>
                                      <p:childTnLst>
                                        <p:set>
                                          <p:cBhvr>
                                            <p:cTn id="26" dur="1" fill="hold">
                                              <p:stCondLst>
                                                <p:cond delay="0"/>
                                              </p:stCondLst>
                                            </p:cTn>
                                            <p:tgtEl>
                                              <p:spTgt spid="59"/>
                                            </p:tgtEl>
                                            <p:attrNameLst>
                                              <p:attrName>style.visibility</p:attrName>
                                            </p:attrNameLst>
                                          </p:cBhvr>
                                          <p:to>
                                            <p:strVal val="visible"/>
                                          </p:to>
                                        </p:set>
                                        <p:anim calcmode="lin" valueType="num">
                                          <p:cBhvr additive="base">
                                            <p:cTn id="27" dur="500" fill="hold"/>
                                            <p:tgtEl>
                                              <p:spTgt spid="59"/>
                                            </p:tgtEl>
                                            <p:attrNameLst>
                                              <p:attrName>ppt_x</p:attrName>
                                            </p:attrNameLst>
                                          </p:cBhvr>
                                          <p:tavLst>
                                            <p:tav tm="0">
                                              <p:val>
                                                <p:strVal val="1+#ppt_w/2"/>
                                              </p:val>
                                            </p:tav>
                                            <p:tav tm="100000">
                                              <p:val>
                                                <p:strVal val="#ppt_x"/>
                                              </p:val>
                                            </p:tav>
                                          </p:tavLst>
                                        </p:anim>
                                        <p:anim calcmode="lin" valueType="num">
                                          <p:cBhvr additive="base">
                                            <p:cTn id="28" dur="500" fill="hold"/>
                                            <p:tgtEl>
                                              <p:spTgt spid="59"/>
                                            </p:tgtEl>
                                            <p:attrNameLst>
                                              <p:attrName>ppt_y</p:attrName>
                                            </p:attrNameLst>
                                          </p:cBhvr>
                                          <p:tavLst>
                                            <p:tav tm="0">
                                              <p:val>
                                                <p:strVal val="#ppt_y"/>
                                              </p:val>
                                            </p:tav>
                                            <p:tav tm="100000">
                                              <p:val>
                                                <p:strVal val="#ppt_y"/>
                                              </p:val>
                                            </p:tav>
                                          </p:tavLst>
                                        </p:anim>
                                      </p:childTnLst>
                                    </p:cTn>
                                  </p:par>
                                </p:childTnLst>
                              </p:cTn>
                            </p:par>
                            <p:par>
                              <p:cTn id="29" fill="hold">
                                <p:stCondLst>
                                  <p:cond delay="1000"/>
                                </p:stCondLst>
                                <p:childTnLst>
                                  <p:par>
                                    <p:cTn id="30" presetID="2" presetClass="entr" presetSubtype="2" fill="hold" nodeType="afterEffect">
                                      <p:stCondLst>
                                        <p:cond delay="0"/>
                                      </p:stCondLst>
                                      <p:childTnLst>
                                        <p:set>
                                          <p:cBhvr>
                                            <p:cTn id="31" dur="1" fill="hold">
                                              <p:stCondLst>
                                                <p:cond delay="0"/>
                                              </p:stCondLst>
                                            </p:cTn>
                                            <p:tgtEl>
                                              <p:spTgt spid="69"/>
                                            </p:tgtEl>
                                            <p:attrNameLst>
                                              <p:attrName>style.visibility</p:attrName>
                                            </p:attrNameLst>
                                          </p:cBhvr>
                                          <p:to>
                                            <p:strVal val="visible"/>
                                          </p:to>
                                        </p:set>
                                        <p:anim calcmode="lin" valueType="num">
                                          <p:cBhvr additive="base">
                                            <p:cTn id="32" dur="500" fill="hold"/>
                                            <p:tgtEl>
                                              <p:spTgt spid="69"/>
                                            </p:tgtEl>
                                            <p:attrNameLst>
                                              <p:attrName>ppt_x</p:attrName>
                                            </p:attrNameLst>
                                          </p:cBhvr>
                                          <p:tavLst>
                                            <p:tav tm="0">
                                              <p:val>
                                                <p:strVal val="1+#ppt_w/2"/>
                                              </p:val>
                                            </p:tav>
                                            <p:tav tm="100000">
                                              <p:val>
                                                <p:strVal val="#ppt_x"/>
                                              </p:val>
                                            </p:tav>
                                          </p:tavLst>
                                        </p:anim>
                                        <p:anim calcmode="lin" valueType="num">
                                          <p:cBhvr additive="base">
                                            <p:cTn id="33" dur="500" fill="hold"/>
                                            <p:tgtEl>
                                              <p:spTgt spid="69"/>
                                            </p:tgtEl>
                                            <p:attrNameLst>
                                              <p:attrName>ppt_y</p:attrName>
                                            </p:attrNameLst>
                                          </p:cBhvr>
                                          <p:tavLst>
                                            <p:tav tm="0">
                                              <p:val>
                                                <p:strVal val="#ppt_y"/>
                                              </p:val>
                                            </p:tav>
                                            <p:tav tm="100000">
                                              <p:val>
                                                <p:strVal val="#ppt_y"/>
                                              </p:val>
                                            </p:tav>
                                          </p:tavLst>
                                        </p:anim>
                                      </p:childTnLst>
                                    </p:cTn>
                                  </p:par>
                                </p:childTnLst>
                              </p:cTn>
                            </p:par>
                            <p:par>
                              <p:cTn id="34" fill="hold">
                                <p:stCondLst>
                                  <p:cond delay="1500"/>
                                </p:stCondLst>
                                <p:childTnLst>
                                  <p:par>
                                    <p:cTn id="35" presetID="2" presetClass="entr" presetSubtype="2" fill="hold" nodeType="afterEffect">
                                      <p:stCondLst>
                                        <p:cond delay="0"/>
                                      </p:stCondLst>
                                      <p:childTnLst>
                                        <p:set>
                                          <p:cBhvr>
                                            <p:cTn id="36" dur="1" fill="hold">
                                              <p:stCondLst>
                                                <p:cond delay="0"/>
                                              </p:stCondLst>
                                            </p:cTn>
                                            <p:tgtEl>
                                              <p:spTgt spid="79"/>
                                            </p:tgtEl>
                                            <p:attrNameLst>
                                              <p:attrName>style.visibility</p:attrName>
                                            </p:attrNameLst>
                                          </p:cBhvr>
                                          <p:to>
                                            <p:strVal val="visible"/>
                                          </p:to>
                                        </p:set>
                                        <p:anim calcmode="lin" valueType="num">
                                          <p:cBhvr additive="base">
                                            <p:cTn id="37" dur="500" fill="hold"/>
                                            <p:tgtEl>
                                              <p:spTgt spid="79"/>
                                            </p:tgtEl>
                                            <p:attrNameLst>
                                              <p:attrName>ppt_x</p:attrName>
                                            </p:attrNameLst>
                                          </p:cBhvr>
                                          <p:tavLst>
                                            <p:tav tm="0">
                                              <p:val>
                                                <p:strVal val="1+#ppt_w/2"/>
                                              </p:val>
                                            </p:tav>
                                            <p:tav tm="100000">
                                              <p:val>
                                                <p:strVal val="#ppt_x"/>
                                              </p:val>
                                            </p:tav>
                                          </p:tavLst>
                                        </p:anim>
                                        <p:anim calcmode="lin" valueType="num">
                                          <p:cBhvr additive="base">
                                            <p:cTn id="38" dur="500" fill="hold"/>
                                            <p:tgtEl>
                                              <p:spTgt spid="7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99" grpId="0" autoUpdateAnimBg="0"/>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5819"/>
            <a:ext cx="12192000" cy="6852181"/>
          </a:xfrm>
          <a:prstGeom prst="rect">
            <a:avLst/>
          </a:prstGeom>
        </p:spPr>
      </p:pic>
      <p:sp>
        <p:nvSpPr>
          <p:cNvPr id="15" name="矩形 14"/>
          <p:cNvSpPr/>
          <p:nvPr/>
        </p:nvSpPr>
        <p:spPr>
          <a:xfrm>
            <a:off x="2449722" y="1931264"/>
            <a:ext cx="7292557" cy="3045469"/>
          </a:xfrm>
          <a:prstGeom prst="rect">
            <a:avLst/>
          </a:prstGeom>
          <a:solidFill>
            <a:srgbClr val="244C89"/>
          </a:solidFill>
          <a:ln>
            <a:no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矩形 16"/>
          <p:cNvSpPr/>
          <p:nvPr/>
        </p:nvSpPr>
        <p:spPr>
          <a:xfrm>
            <a:off x="2679992" y="2159983"/>
            <a:ext cx="6832016" cy="2588032"/>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文本框 23"/>
          <p:cNvSpPr txBox="1"/>
          <p:nvPr/>
        </p:nvSpPr>
        <p:spPr>
          <a:xfrm>
            <a:off x="3051312" y="2443843"/>
            <a:ext cx="1311578" cy="2215991"/>
          </a:xfrm>
          <a:prstGeom prst="rect">
            <a:avLst/>
          </a:prstGeom>
          <a:noFill/>
        </p:spPr>
        <p:txBody>
          <a:bodyPr wrap="none" rtlCol="0">
            <a:spAutoFit/>
          </a:bodyPr>
          <a:lstStyle/>
          <a:p>
            <a:pPr algn="ctr"/>
            <a:r>
              <a:rPr lang="en-US" altLang="zh-CN" sz="13800" dirty="0">
                <a:solidFill>
                  <a:schemeClr val="bg1"/>
                </a:solidFill>
                <a:latin typeface="Agency FB" panose="020B0503020202020204" pitchFamily="34" charset="0"/>
              </a:rPr>
              <a:t>01</a:t>
            </a:r>
            <a:endParaRPr lang="zh-CN" altLang="en-US" sz="13800" dirty="0">
              <a:solidFill>
                <a:schemeClr val="bg1"/>
              </a:solidFill>
              <a:latin typeface="Agency FB" panose="020B0503020202020204" pitchFamily="34" charset="0"/>
            </a:endParaRPr>
          </a:p>
        </p:txBody>
      </p:sp>
      <p:sp>
        <p:nvSpPr>
          <p:cNvPr id="25" name="文本框 24"/>
          <p:cNvSpPr txBox="1"/>
          <p:nvPr/>
        </p:nvSpPr>
        <p:spPr>
          <a:xfrm>
            <a:off x="4911483" y="2716242"/>
            <a:ext cx="4238307" cy="769441"/>
          </a:xfrm>
          <a:prstGeom prst="rect">
            <a:avLst/>
          </a:prstGeom>
          <a:noFill/>
        </p:spPr>
        <p:txBody>
          <a:bodyPr wrap="square" rtlCol="0">
            <a:spAutoFit/>
            <a:scene3d>
              <a:camera prst="orthographicFront"/>
              <a:lightRig rig="threePt" dir="t"/>
            </a:scene3d>
            <a:sp3d contourW="12700"/>
          </a:bodyPr>
          <a:lstStyle/>
          <a:p>
            <a:r>
              <a:rPr lang="zh-CN" altLang="en-US" sz="4400" b="1" dirty="0">
                <a:solidFill>
                  <a:schemeClr val="bg1"/>
                </a:solidFill>
                <a:latin typeface="思源黑体" panose="020B0500000000000000" pitchFamily="34" charset="-122"/>
                <a:ea typeface="思源黑体" panose="020B0500000000000000" pitchFamily="34" charset="-122"/>
              </a:rPr>
              <a:t>选题背景及意义</a:t>
            </a:r>
            <a:endParaRPr lang="zh-CN" altLang="en-US" sz="4400" b="1" dirty="0">
              <a:solidFill>
                <a:schemeClr val="bg1"/>
              </a:solidFill>
              <a:latin typeface="思源黑体" panose="020B0500000000000000" pitchFamily="34" charset="-122"/>
              <a:ea typeface="思源黑体" panose="020B0500000000000000" pitchFamily="34" charset="-122"/>
            </a:endParaRPr>
          </a:p>
        </p:txBody>
      </p:sp>
      <p:cxnSp>
        <p:nvCxnSpPr>
          <p:cNvPr id="27" name="直接连接符 26"/>
          <p:cNvCxnSpPr/>
          <p:nvPr/>
        </p:nvCxnSpPr>
        <p:spPr>
          <a:xfrm>
            <a:off x="4552445" y="2832100"/>
            <a:ext cx="0" cy="1411944"/>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6582524" y="3537991"/>
            <a:ext cx="1282439"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选题背景</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1" name="文本框 9"/>
          <p:cNvSpPr txBox="1"/>
          <p:nvPr/>
        </p:nvSpPr>
        <p:spPr>
          <a:xfrm>
            <a:off x="5034394" y="3792469"/>
            <a:ext cx="1282439"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研究意义</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4" name="文本框 9"/>
          <p:cNvSpPr txBox="1"/>
          <p:nvPr/>
        </p:nvSpPr>
        <p:spPr>
          <a:xfrm>
            <a:off x="6582450" y="3793261"/>
            <a:ext cx="1577282"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国内研究现状</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2" name="文本框 9"/>
          <p:cNvSpPr txBox="1"/>
          <p:nvPr/>
        </p:nvSpPr>
        <p:spPr>
          <a:xfrm>
            <a:off x="5034394" y="3538469"/>
            <a:ext cx="1282439" cy="220980"/>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项目概述</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Tree>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par>
                                <p:cTn id="10" presetID="21" presetClass="entr" presetSubtype="8"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heel(8)">
                                      <p:cBhvr>
                                        <p:cTn id="12" dur="1000"/>
                                        <p:tgtEl>
                                          <p:spTgt spid="17"/>
                                        </p:tgtEl>
                                      </p:cBhvr>
                                    </p:animEffect>
                                  </p:childTnLst>
                                </p:cTn>
                              </p:par>
                            </p:childTnLst>
                          </p:cTn>
                        </p:par>
                        <p:par>
                          <p:cTn id="13" fill="hold">
                            <p:stCondLst>
                              <p:cond delay="500"/>
                            </p:stCondLst>
                            <p:childTnLst>
                              <p:par>
                                <p:cTn id="14" presetID="53" presetClass="entr" presetSubtype="16"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 calcmode="lin" valueType="num">
                                      <p:cBhvr>
                                        <p:cTn id="16" dur="500" fill="hold"/>
                                        <p:tgtEl>
                                          <p:spTgt spid="24"/>
                                        </p:tgtEl>
                                        <p:attrNameLst>
                                          <p:attrName>ppt_w</p:attrName>
                                        </p:attrNameLst>
                                      </p:cBhvr>
                                      <p:tavLst>
                                        <p:tav tm="0">
                                          <p:val>
                                            <p:fltVal val="0"/>
                                          </p:val>
                                        </p:tav>
                                        <p:tav tm="100000">
                                          <p:val>
                                            <p:strVal val="#ppt_w"/>
                                          </p:val>
                                        </p:tav>
                                      </p:tavLst>
                                    </p:anim>
                                    <p:anim calcmode="lin" valueType="num">
                                      <p:cBhvr>
                                        <p:cTn id="17" dur="500" fill="hold"/>
                                        <p:tgtEl>
                                          <p:spTgt spid="24"/>
                                        </p:tgtEl>
                                        <p:attrNameLst>
                                          <p:attrName>ppt_h</p:attrName>
                                        </p:attrNameLst>
                                      </p:cBhvr>
                                      <p:tavLst>
                                        <p:tav tm="0">
                                          <p:val>
                                            <p:fltVal val="0"/>
                                          </p:val>
                                        </p:tav>
                                        <p:tav tm="100000">
                                          <p:val>
                                            <p:strVal val="#ppt_h"/>
                                          </p:val>
                                        </p:tav>
                                      </p:tavLst>
                                    </p:anim>
                                    <p:animEffect transition="in" filter="fade">
                                      <p:cBhvr>
                                        <p:cTn id="18" dur="500"/>
                                        <p:tgtEl>
                                          <p:spTgt spid="24"/>
                                        </p:tgtEl>
                                      </p:cBhvr>
                                    </p:animEffect>
                                  </p:childTnLst>
                                </p:cTn>
                              </p:par>
                            </p:childTnLst>
                          </p:cTn>
                        </p:par>
                        <p:par>
                          <p:cTn id="19" fill="hold">
                            <p:stCondLst>
                              <p:cond delay="1000"/>
                            </p:stCondLst>
                            <p:childTnLst>
                              <p:par>
                                <p:cTn id="20" presetID="22" presetClass="entr" presetSubtype="1" fill="hold" nodeType="after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up)">
                                      <p:cBhvr>
                                        <p:cTn id="22" dur="500"/>
                                        <p:tgtEl>
                                          <p:spTgt spid="27"/>
                                        </p:tgtEl>
                                      </p:cBhvr>
                                    </p:animEffect>
                                  </p:childTnLst>
                                </p:cTn>
                              </p:par>
                            </p:childTnLst>
                          </p:cTn>
                        </p:par>
                        <p:par>
                          <p:cTn id="23" fill="hold">
                            <p:stCondLst>
                              <p:cond delay="1500"/>
                            </p:stCondLst>
                            <p:childTnLst>
                              <p:par>
                                <p:cTn id="24" presetID="12" presetClass="entr" presetSubtype="2" fill="hold" grpId="0" nodeType="afterEffect">
                                  <p:stCondLst>
                                    <p:cond delay="0"/>
                                  </p:stCondLst>
                                  <p:childTnLst>
                                    <p:set>
                                      <p:cBhvr>
                                        <p:cTn id="25" dur="1" fill="hold">
                                          <p:stCondLst>
                                            <p:cond delay="0"/>
                                          </p:stCondLst>
                                        </p:cTn>
                                        <p:tgtEl>
                                          <p:spTgt spid="25"/>
                                        </p:tgtEl>
                                        <p:attrNameLst>
                                          <p:attrName>style.visibility</p:attrName>
                                        </p:attrNameLst>
                                      </p:cBhvr>
                                      <p:to>
                                        <p:strVal val="visible"/>
                                      </p:to>
                                    </p:set>
                                    <p:anim calcmode="lin" valueType="num">
                                      <p:cBhvr additive="base">
                                        <p:cTn id="26" dur="500"/>
                                        <p:tgtEl>
                                          <p:spTgt spid="25"/>
                                        </p:tgtEl>
                                        <p:attrNameLst>
                                          <p:attrName>ppt_x</p:attrName>
                                        </p:attrNameLst>
                                      </p:cBhvr>
                                      <p:tavLst>
                                        <p:tav tm="0">
                                          <p:val>
                                            <p:strVal val="#ppt_x+#ppt_w*1.125000"/>
                                          </p:val>
                                        </p:tav>
                                        <p:tav tm="100000">
                                          <p:val>
                                            <p:strVal val="#ppt_x"/>
                                          </p:val>
                                        </p:tav>
                                      </p:tavLst>
                                    </p:anim>
                                    <p:animEffect transition="in" filter="wipe(left)">
                                      <p:cBhvr>
                                        <p:cTn id="27" dur="500"/>
                                        <p:tgtEl>
                                          <p:spTgt spid="25"/>
                                        </p:tgtEl>
                                      </p:cBhvr>
                                    </p:animEffect>
                                  </p:childTnLst>
                                </p:cTn>
                              </p:par>
                              <p:par>
                                <p:cTn id="28" presetID="2" presetClass="entr" presetSubtype="2"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fill="hold"/>
                                        <p:tgtEl>
                                          <p:spTgt spid="10"/>
                                        </p:tgtEl>
                                        <p:attrNameLst>
                                          <p:attrName>ppt_x</p:attrName>
                                        </p:attrNameLst>
                                      </p:cBhvr>
                                      <p:tavLst>
                                        <p:tav tm="0">
                                          <p:val>
                                            <p:strVal val="1+#ppt_w/2"/>
                                          </p:val>
                                        </p:tav>
                                        <p:tav tm="100000">
                                          <p:val>
                                            <p:strVal val="#ppt_x"/>
                                          </p:val>
                                        </p:tav>
                                      </p:tavLst>
                                    </p:anim>
                                    <p:anim calcmode="lin" valueType="num">
                                      <p:cBhvr additive="base">
                                        <p:cTn id="31" dur="500" fill="hold"/>
                                        <p:tgtEl>
                                          <p:spTgt spid="10"/>
                                        </p:tgtEl>
                                        <p:attrNameLst>
                                          <p:attrName>ppt_y</p:attrName>
                                        </p:attrNameLst>
                                      </p:cBhvr>
                                      <p:tavLst>
                                        <p:tav tm="0">
                                          <p:val>
                                            <p:strVal val="#ppt_y"/>
                                          </p:val>
                                        </p:tav>
                                        <p:tav tm="100000">
                                          <p:val>
                                            <p:strVal val="#ppt_y"/>
                                          </p:val>
                                        </p:tav>
                                      </p:tavLst>
                                    </p:anim>
                                  </p:childTnLst>
                                </p:cTn>
                              </p:par>
                              <p:par>
                                <p:cTn id="32" presetID="2" presetClass="entr" presetSubtype="2" fill="hold" grpId="0" nodeType="withEffect">
                                  <p:stCondLst>
                                    <p:cond delay="250"/>
                                  </p:stCondLst>
                                  <p:childTnLst>
                                    <p:set>
                                      <p:cBhvr>
                                        <p:cTn id="33" dur="1" fill="hold">
                                          <p:stCondLst>
                                            <p:cond delay="0"/>
                                          </p:stCondLst>
                                        </p:cTn>
                                        <p:tgtEl>
                                          <p:spTgt spid="14"/>
                                        </p:tgtEl>
                                        <p:attrNameLst>
                                          <p:attrName>style.visibility</p:attrName>
                                        </p:attrNameLst>
                                      </p:cBhvr>
                                      <p:to>
                                        <p:strVal val="visible"/>
                                      </p:to>
                                    </p:set>
                                    <p:anim calcmode="lin" valueType="num">
                                      <p:cBhvr additive="base">
                                        <p:cTn id="34" dur="500" fill="hold"/>
                                        <p:tgtEl>
                                          <p:spTgt spid="14"/>
                                        </p:tgtEl>
                                        <p:attrNameLst>
                                          <p:attrName>ppt_x</p:attrName>
                                        </p:attrNameLst>
                                      </p:cBhvr>
                                      <p:tavLst>
                                        <p:tav tm="0">
                                          <p:val>
                                            <p:strVal val="1+#ppt_w/2"/>
                                          </p:val>
                                        </p:tav>
                                        <p:tav tm="100000">
                                          <p:val>
                                            <p:strVal val="#ppt_x"/>
                                          </p:val>
                                        </p:tav>
                                      </p:tavLst>
                                    </p:anim>
                                    <p:anim calcmode="lin" valueType="num">
                                      <p:cBhvr additive="base">
                                        <p:cTn id="35" dur="500" fill="hold"/>
                                        <p:tgtEl>
                                          <p:spTgt spid="14"/>
                                        </p:tgtEl>
                                        <p:attrNameLst>
                                          <p:attrName>ppt_y</p:attrName>
                                        </p:attrNameLst>
                                      </p:cBhvr>
                                      <p:tavLst>
                                        <p:tav tm="0">
                                          <p:val>
                                            <p:strVal val="#ppt_y"/>
                                          </p:val>
                                        </p:tav>
                                        <p:tav tm="100000">
                                          <p:val>
                                            <p:strVal val="#ppt_y"/>
                                          </p:val>
                                        </p:tav>
                                      </p:tavLst>
                                    </p:anim>
                                  </p:childTnLst>
                                </p:cTn>
                              </p:par>
                              <p:par>
                                <p:cTn id="36" presetID="2" presetClass="entr" presetSubtype="2" fill="hold" grpId="0" nodeType="withEffect">
                                  <p:stCondLst>
                                    <p:cond delay="50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00" fill="hold"/>
                                        <p:tgtEl>
                                          <p:spTgt spid="11"/>
                                        </p:tgtEl>
                                        <p:attrNameLst>
                                          <p:attrName>ppt_x</p:attrName>
                                        </p:attrNameLst>
                                      </p:cBhvr>
                                      <p:tavLst>
                                        <p:tav tm="0">
                                          <p:val>
                                            <p:strVal val="1+#ppt_w/2"/>
                                          </p:val>
                                        </p:tav>
                                        <p:tav tm="100000">
                                          <p:val>
                                            <p:strVal val="#ppt_x"/>
                                          </p:val>
                                        </p:tav>
                                      </p:tavLst>
                                    </p:anim>
                                    <p:anim calcmode="lin" valueType="num">
                                      <p:cBhvr additive="base">
                                        <p:cTn id="39" dur="500" fill="hold"/>
                                        <p:tgtEl>
                                          <p:spTgt spid="11"/>
                                        </p:tgtEl>
                                        <p:attrNameLst>
                                          <p:attrName>ppt_y</p:attrName>
                                        </p:attrNameLst>
                                      </p:cBhvr>
                                      <p:tavLst>
                                        <p:tav tm="0">
                                          <p:val>
                                            <p:strVal val="#ppt_y"/>
                                          </p:val>
                                        </p:tav>
                                        <p:tav tm="100000">
                                          <p:val>
                                            <p:strVal val="#ppt_y"/>
                                          </p:val>
                                        </p:tav>
                                      </p:tavLst>
                                    </p:anim>
                                  </p:childTnLst>
                                </p:cTn>
                              </p:par>
                              <p:par>
                                <p:cTn id="40" presetID="2" presetClass="entr" presetSubtype="2" fill="hold" grpId="0" nodeType="withEffect">
                                  <p:stCondLst>
                                    <p:cond delay="500"/>
                                  </p:stCondLst>
                                  <p:childTnLst>
                                    <p:set>
                                      <p:cBhvr>
                                        <p:cTn id="41" dur="1" fill="hold">
                                          <p:stCondLst>
                                            <p:cond delay="0"/>
                                          </p:stCondLst>
                                        </p:cTn>
                                        <p:tgtEl>
                                          <p:spTgt spid="2"/>
                                        </p:tgtEl>
                                        <p:attrNameLst>
                                          <p:attrName>style.visibility</p:attrName>
                                        </p:attrNameLst>
                                      </p:cBhvr>
                                      <p:to>
                                        <p:strVal val="visible"/>
                                      </p:to>
                                    </p:set>
                                    <p:anim calcmode="lin" valueType="num">
                                      <p:cBhvr additive="base">
                                        <p:cTn id="42" dur="500" fill="hold"/>
                                        <p:tgtEl>
                                          <p:spTgt spid="2"/>
                                        </p:tgtEl>
                                        <p:attrNameLst>
                                          <p:attrName>ppt_x</p:attrName>
                                        </p:attrNameLst>
                                      </p:cBhvr>
                                      <p:tavLst>
                                        <p:tav tm="0">
                                          <p:val>
                                            <p:strVal val="1+#ppt_w/2"/>
                                          </p:val>
                                        </p:tav>
                                        <p:tav tm="100000">
                                          <p:val>
                                            <p:strVal val="#ppt_x"/>
                                          </p:val>
                                        </p:tav>
                                      </p:tavLst>
                                    </p:anim>
                                    <p:anim calcmode="lin" valueType="num">
                                      <p:cBhvr additive="base">
                                        <p:cTn id="43"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24" grpId="0"/>
      <p:bldP spid="25" grpId="0"/>
      <p:bldP spid="10" grpId="0"/>
      <p:bldP spid="11" grpId="0"/>
      <p:bldP spid="14" grpId="0"/>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项目概述</a:t>
            </a:r>
            <a:endParaRPr lang="zh-CN" altLang="en-US"/>
          </a:p>
        </p:txBody>
      </p:sp>
      <p:sp>
        <p:nvSpPr>
          <p:cNvPr id="4" name="文本框 3"/>
          <p:cNvSpPr txBox="1"/>
          <p:nvPr/>
        </p:nvSpPr>
        <p:spPr>
          <a:xfrm>
            <a:off x="1054100" y="1636395"/>
            <a:ext cx="9414510" cy="829945"/>
          </a:xfrm>
          <a:prstGeom prst="rect">
            <a:avLst/>
          </a:prstGeom>
          <a:noFill/>
        </p:spPr>
        <p:txBody>
          <a:bodyPr wrap="square" rtlCol="0">
            <a:spAutoFit/>
          </a:bodyPr>
          <a:p>
            <a:r>
              <a:rPr lang="zh-CN" altLang="en-US" sz="2400">
                <a:latin typeface="Noto Sans SC" panose="020B0200000000000000" charset="-122"/>
                <a:ea typeface="Noto Sans SC" panose="020B0200000000000000" charset="-122"/>
                <a:cs typeface="Noto Sans SC" panose="020B0200000000000000" charset="-122"/>
              </a:rPr>
              <a:t>针对复杂建筑群中无人机自主飞行的技术瓶颈，构建“三维</a:t>
            </a:r>
            <a:r>
              <a:rPr lang="zh-CN" altLang="en-US" sz="2400">
                <a:latin typeface="Noto Sans SC" panose="020B0200000000000000" charset="-122"/>
                <a:ea typeface="Noto Sans SC" panose="020B0200000000000000" charset="-122"/>
                <a:cs typeface="Noto Sans SC" panose="020B0200000000000000" charset="-122"/>
              </a:rPr>
              <a:t>仿真场景建模→全局路径规划→局部实时避障→仿真验证”全流程系统。</a:t>
            </a:r>
            <a:endParaRPr lang="zh-CN" altLang="en-US" sz="2400">
              <a:latin typeface="Noto Sans SC" panose="020B0200000000000000" charset="-122"/>
              <a:ea typeface="Noto Sans SC" panose="020B0200000000000000" charset="-122"/>
              <a:cs typeface="Noto Sans SC" panose="020B0200000000000000" charset="-122"/>
            </a:endParaRPr>
          </a:p>
        </p:txBody>
      </p:sp>
      <p:sp>
        <p:nvSpPr>
          <p:cNvPr id="5" name="圆角矩形 4"/>
          <p:cNvSpPr/>
          <p:nvPr/>
        </p:nvSpPr>
        <p:spPr>
          <a:xfrm>
            <a:off x="1600835" y="3224530"/>
            <a:ext cx="1526540" cy="1209040"/>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400">
                <a:latin typeface="Noto Sans SC" panose="020B0200000000000000" charset="-122"/>
                <a:ea typeface="Noto Sans SC" panose="020B0200000000000000" charset="-122"/>
              </a:rPr>
              <a:t>无人机自主导航</a:t>
            </a:r>
            <a:endParaRPr lang="zh-CN" altLang="en-US" sz="2400">
              <a:latin typeface="Noto Sans SC" panose="020B0200000000000000" charset="-122"/>
              <a:ea typeface="Noto Sans SC" panose="020B0200000000000000" charset="-122"/>
            </a:endParaRPr>
          </a:p>
        </p:txBody>
      </p:sp>
      <p:sp>
        <p:nvSpPr>
          <p:cNvPr id="6" name="圆角矩形 5"/>
          <p:cNvSpPr/>
          <p:nvPr/>
        </p:nvSpPr>
        <p:spPr>
          <a:xfrm>
            <a:off x="3687445" y="3224530"/>
            <a:ext cx="1615440" cy="1209040"/>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400">
                <a:latin typeface="Noto Sans SC" panose="020B0200000000000000" charset="-122"/>
                <a:ea typeface="Noto Sans SC" panose="020B0200000000000000" charset="-122"/>
              </a:rPr>
              <a:t>复合避障算法</a:t>
            </a:r>
            <a:endParaRPr lang="zh-CN" altLang="en-US" sz="2400">
              <a:latin typeface="Noto Sans SC" panose="020B0200000000000000" charset="-122"/>
              <a:ea typeface="Noto Sans SC" panose="020B0200000000000000" charset="-122"/>
            </a:endParaRPr>
          </a:p>
        </p:txBody>
      </p:sp>
      <p:sp>
        <p:nvSpPr>
          <p:cNvPr id="7" name="圆角矩形 6"/>
          <p:cNvSpPr/>
          <p:nvPr/>
        </p:nvSpPr>
        <p:spPr>
          <a:xfrm>
            <a:off x="5862955" y="3224530"/>
            <a:ext cx="1687830" cy="1209040"/>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400">
                <a:latin typeface="Noto Sans SC" panose="020B0200000000000000" charset="-122"/>
                <a:ea typeface="Noto Sans SC" panose="020B0200000000000000" charset="-122"/>
              </a:rPr>
              <a:t>三维仿真验证</a:t>
            </a:r>
            <a:endParaRPr lang="zh-CN" altLang="en-US" sz="2400">
              <a:latin typeface="Noto Sans SC" panose="020B0200000000000000" charset="-122"/>
              <a:ea typeface="Noto Sans SC" panose="020B0200000000000000" charset="-122"/>
            </a:endParaRPr>
          </a:p>
        </p:txBody>
      </p:sp>
      <p:sp>
        <p:nvSpPr>
          <p:cNvPr id="8" name="圆角矩形 7"/>
          <p:cNvSpPr/>
          <p:nvPr/>
        </p:nvSpPr>
        <p:spPr>
          <a:xfrm>
            <a:off x="8110855" y="3224530"/>
            <a:ext cx="1527175" cy="1209040"/>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400">
                <a:latin typeface="Noto Sans SC" panose="020B0200000000000000" charset="-122"/>
                <a:ea typeface="Noto Sans SC" panose="020B0200000000000000" charset="-122"/>
              </a:rPr>
              <a:t>低空经济</a:t>
            </a:r>
            <a:endParaRPr lang="zh-CN" altLang="en-US" sz="2400">
              <a:latin typeface="Noto Sans SC" panose="020B0200000000000000" charset="-122"/>
              <a:ea typeface="Noto Sans SC" panose="020B02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a:lnSpc>
                <a:spcPct val="120000"/>
              </a:lnSpc>
            </a:pPr>
            <a:r>
              <a:rPr lang="zh-CN" altLang="en-US" dirty="0" smtClean="0"/>
              <a:t>选题背景</a:t>
            </a:r>
            <a:endParaRPr lang="zh-CN" altLang="en-US" dirty="0"/>
          </a:p>
        </p:txBody>
      </p:sp>
      <p:sp>
        <p:nvSpPr>
          <p:cNvPr id="10" name="TextBox 28"/>
          <p:cNvSpPr txBox="1"/>
          <p:nvPr>
            <p:custDataLst>
              <p:tags r:id="rId1"/>
            </p:custDataLst>
          </p:nvPr>
        </p:nvSpPr>
        <p:spPr>
          <a:xfrm>
            <a:off x="4211320" y="2124075"/>
            <a:ext cx="2536190" cy="332105"/>
          </a:xfrm>
          <a:prstGeom prst="rect">
            <a:avLst/>
          </a:prstGeom>
          <a:noFill/>
        </p:spPr>
        <p:txBody>
          <a:bodyPr wrap="square" lIns="0" tIns="0" rIns="0" bIns="0" rtlCol="0">
            <a:spAutoFit/>
          </a:bodyPr>
          <a:lstStyle>
            <a:defPPr>
              <a:defRPr lang="zh-CN"/>
            </a:defPPr>
            <a:lvl1pPr algn="r">
              <a:defRPr sz="2600">
                <a:solidFill>
                  <a:schemeClr val="accent2"/>
                </a:solidFill>
                <a:latin typeface="微软雅黑" panose="020B0503020204020204" pitchFamily="34" charset="-122"/>
                <a:ea typeface="微软雅黑" panose="020B0503020204020204" pitchFamily="34" charset="-122"/>
              </a:defRPr>
            </a:lvl1pPr>
          </a:lstStyle>
          <a:p>
            <a:pPr algn="l">
              <a:lnSpc>
                <a:spcPct val="120000"/>
              </a:lnSpc>
            </a:pPr>
            <a:r>
              <a:rPr lang="zh-CN" altLang="en-US" sz="1800" b="1" dirty="0" smtClean="0">
                <a:solidFill>
                  <a:srgbClr val="313D51"/>
                </a:solidFill>
                <a:latin typeface="思源黑体" panose="020B0500000000000000" pitchFamily="34" charset="-122"/>
                <a:ea typeface="思源黑体" panose="020B0500000000000000" pitchFamily="34" charset="-122"/>
              </a:rPr>
              <a:t>行业趋势</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4" name="矩形 3"/>
          <p:cNvSpPr/>
          <p:nvPr>
            <p:custDataLst>
              <p:tags r:id="rId2"/>
            </p:custDataLst>
          </p:nvPr>
        </p:nvSpPr>
        <p:spPr>
          <a:xfrm>
            <a:off x="4211038" y="2467369"/>
            <a:ext cx="2607344" cy="45719"/>
          </a:xfrm>
          <a:prstGeom prst="rect">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16" name="TextBox 28"/>
          <p:cNvSpPr txBox="1"/>
          <p:nvPr>
            <p:custDataLst>
              <p:tags r:id="rId3"/>
            </p:custDataLst>
          </p:nvPr>
        </p:nvSpPr>
        <p:spPr>
          <a:xfrm>
            <a:off x="1825095" y="4467730"/>
            <a:ext cx="2253331" cy="332105"/>
          </a:xfrm>
          <a:prstGeom prst="rect">
            <a:avLst/>
          </a:prstGeom>
          <a:noFill/>
        </p:spPr>
        <p:txBody>
          <a:bodyPr wrap="square" lIns="0" tIns="0" rIns="0" bIns="0" rtlCol="0">
            <a:spAutoFit/>
          </a:bodyPr>
          <a:lstStyle>
            <a:defPPr>
              <a:defRPr lang="zh-CN"/>
            </a:defPPr>
            <a:lvl1pPr algn="r">
              <a:defRPr sz="2600">
                <a:solidFill>
                  <a:schemeClr val="accent2"/>
                </a:solidFill>
                <a:latin typeface="微软雅黑" panose="020B0503020204020204" pitchFamily="34" charset="-122"/>
                <a:ea typeface="微软雅黑" panose="020B0503020204020204" pitchFamily="34" charset="-122"/>
              </a:defRPr>
            </a:lvl1pPr>
          </a:lstStyle>
          <a:p>
            <a:pPr algn="l">
              <a:lnSpc>
                <a:spcPct val="120000"/>
              </a:lnSpc>
            </a:pPr>
            <a:r>
              <a:rPr lang="zh-CN" altLang="en-US" sz="1800" b="1" dirty="0">
                <a:solidFill>
                  <a:srgbClr val="313D51"/>
                </a:solidFill>
                <a:latin typeface="思源黑体" panose="020B0500000000000000" pitchFamily="34" charset="-122"/>
                <a:ea typeface="思源黑体" panose="020B0500000000000000" pitchFamily="34" charset="-122"/>
              </a:rPr>
              <a:t>核心痛点</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17" name="矩形 16"/>
          <p:cNvSpPr/>
          <p:nvPr>
            <p:custDataLst>
              <p:tags r:id="rId4"/>
            </p:custDataLst>
          </p:nvPr>
        </p:nvSpPr>
        <p:spPr>
          <a:xfrm>
            <a:off x="1825094" y="4956414"/>
            <a:ext cx="6279850" cy="1328420"/>
          </a:xfrm>
          <a:prstGeom prst="rect">
            <a:avLst/>
          </a:prstGeom>
        </p:spPr>
        <p:txBody>
          <a:bodyPr wrap="square" lIns="0" tIns="0" rIns="0" bIns="0">
            <a:spAutoFit/>
          </a:bodyPr>
          <a:lstStyle/>
          <a:p>
            <a:pPr algn="just">
              <a:lnSpc>
                <a:spcPct val="120000"/>
              </a:lnSpc>
            </a:pPr>
            <a:r>
              <a:rPr lang="zh-CN" altLang="en-US" dirty="0">
                <a:solidFill>
                  <a:schemeClr val="tx1">
                    <a:lumMod val="65000"/>
                    <a:lumOff val="35000"/>
                  </a:schemeClr>
                </a:solidFill>
                <a:latin typeface="Noto Sans SC" panose="020B0200000000000000" charset="-122"/>
                <a:ea typeface="Noto Sans SC" panose="020B0200000000000000" charset="-122"/>
                <a:cs typeface="Noto Sans SC" panose="020B0200000000000000" charset="-122"/>
              </a:rPr>
              <a:t> </a:t>
            </a:r>
            <a:r>
              <a:rPr lang="zh-CN" altLang="en-US" dirty="0">
                <a:solidFill>
                  <a:schemeClr val="tx1"/>
                </a:solidFill>
                <a:latin typeface="Noto Sans SC" panose="020B0200000000000000" charset="-122"/>
                <a:ea typeface="Noto Sans SC" panose="020B0200000000000000" charset="-122"/>
                <a:cs typeface="Noto Sans SC" panose="020B0200000000000000" charset="-122"/>
              </a:rPr>
              <a:t>环境复杂：密集建筑群造成三维障碍环境，传统二维路径规划失效</a:t>
            </a:r>
            <a:endParaRPr lang="zh-CN" altLang="en-US" dirty="0">
              <a:solidFill>
                <a:schemeClr val="tx1"/>
              </a:solidFill>
              <a:latin typeface="Noto Sans SC" panose="020B0200000000000000" charset="-122"/>
              <a:ea typeface="Noto Sans SC" panose="020B0200000000000000" charset="-122"/>
              <a:cs typeface="Noto Sans SC" panose="020B0200000000000000" charset="-122"/>
            </a:endParaRPr>
          </a:p>
          <a:p>
            <a:pPr algn="just">
              <a:lnSpc>
                <a:spcPct val="120000"/>
              </a:lnSpc>
            </a:pPr>
            <a:r>
              <a:rPr lang="zh-CN" altLang="en-US" dirty="0">
                <a:solidFill>
                  <a:schemeClr val="tx1"/>
                </a:solidFill>
                <a:latin typeface="Noto Sans SC" panose="020B0200000000000000" charset="-122"/>
                <a:ea typeface="Noto Sans SC" panose="020B0200000000000000" charset="-122"/>
                <a:cs typeface="Noto Sans SC" panose="020B0200000000000000" charset="-122"/>
              </a:rPr>
              <a:t>响应不足：动态障碍物要求毫秒级避障，算法鲁棒性不足</a:t>
            </a:r>
            <a:endParaRPr lang="zh-CN" altLang="en-US" dirty="0">
              <a:solidFill>
                <a:schemeClr val="tx1"/>
              </a:solidFill>
              <a:latin typeface="Noto Sans SC" panose="020B0200000000000000" charset="-122"/>
              <a:ea typeface="Noto Sans SC" panose="020B0200000000000000" charset="-122"/>
              <a:cs typeface="Noto Sans SC" panose="020B0200000000000000" charset="-122"/>
            </a:endParaRPr>
          </a:p>
          <a:p>
            <a:pPr algn="just">
              <a:lnSpc>
                <a:spcPct val="120000"/>
              </a:lnSpc>
            </a:pPr>
            <a:r>
              <a:rPr lang="zh-CN" altLang="en-US" dirty="0">
                <a:solidFill>
                  <a:schemeClr val="tx1"/>
                </a:solidFill>
                <a:latin typeface="Noto Sans SC" panose="020B0200000000000000" charset="-122"/>
                <a:ea typeface="Noto Sans SC" panose="020B0200000000000000" charset="-122"/>
                <a:cs typeface="Noto Sans SC" panose="020B0200000000000000" charset="-122"/>
              </a:rPr>
              <a:t>验证困难：缺乏高真实感的三维仿真验证平台</a:t>
            </a:r>
            <a:endParaRPr lang="zh-CN" altLang="en-US" dirty="0">
              <a:solidFill>
                <a:schemeClr val="tx1"/>
              </a:solidFill>
              <a:latin typeface="Noto Sans SC" panose="020B0200000000000000" charset="-122"/>
              <a:ea typeface="Noto Sans SC" panose="020B0200000000000000" charset="-122"/>
              <a:cs typeface="Noto Sans SC" panose="020B0200000000000000" charset="-122"/>
            </a:endParaRPr>
          </a:p>
        </p:txBody>
      </p:sp>
      <p:sp>
        <p:nvSpPr>
          <p:cNvPr id="18" name="矩形 17"/>
          <p:cNvSpPr/>
          <p:nvPr>
            <p:custDataLst>
              <p:tags r:id="rId5"/>
            </p:custDataLst>
          </p:nvPr>
        </p:nvSpPr>
        <p:spPr>
          <a:xfrm>
            <a:off x="1825095" y="4810717"/>
            <a:ext cx="2607344" cy="45719"/>
          </a:xfrm>
          <a:prstGeom prst="rect">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cxnSp>
        <p:nvCxnSpPr>
          <p:cNvPr id="8" name="直接连接符 7"/>
          <p:cNvCxnSpPr/>
          <p:nvPr>
            <p:custDataLst>
              <p:tags r:id="rId6"/>
            </p:custDataLst>
          </p:nvPr>
        </p:nvCxnSpPr>
        <p:spPr>
          <a:xfrm>
            <a:off x="1825094" y="4003588"/>
            <a:ext cx="8665793" cy="0"/>
          </a:xfrm>
          <a:prstGeom prst="line">
            <a:avLst/>
          </a:prstGeom>
          <a:ln>
            <a:solidFill>
              <a:srgbClr val="433D3C"/>
            </a:solidFill>
            <a:prstDash val="dash"/>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4175125" y="2634615"/>
            <a:ext cx="4064000" cy="1198880"/>
          </a:xfrm>
          <a:prstGeom prst="rect">
            <a:avLst/>
          </a:prstGeom>
          <a:noFill/>
        </p:spPr>
        <p:txBody>
          <a:bodyPr wrap="square" rtlCol="0">
            <a:spAutoFit/>
          </a:bodyPr>
          <a:p>
            <a:r>
              <a:rPr lang="zh-CN" altLang="en-US">
                <a:latin typeface="Noto Sans SC" panose="020B0200000000000000" charset="-122"/>
                <a:ea typeface="Noto Sans SC" panose="020B0200000000000000" charset="-122"/>
              </a:rPr>
              <a:t>低空经济上升为国家战略方向；</a:t>
            </a:r>
            <a:endParaRPr lang="zh-CN" altLang="en-US">
              <a:latin typeface="Noto Sans SC" panose="020B0200000000000000" charset="-122"/>
              <a:ea typeface="Noto Sans SC" panose="020B0200000000000000" charset="-122"/>
            </a:endParaRPr>
          </a:p>
          <a:p>
            <a:r>
              <a:rPr lang="zh-CN" altLang="en-US">
                <a:latin typeface="Noto Sans SC" panose="020B0200000000000000" charset="-122"/>
                <a:ea typeface="Noto Sans SC" panose="020B0200000000000000" charset="-122"/>
              </a:rPr>
              <a:t>物流配送、城市巡检、应急救援需求爆发；</a:t>
            </a:r>
            <a:endParaRPr lang="zh-CN" altLang="en-US">
              <a:latin typeface="Noto Sans SC" panose="020B0200000000000000" charset="-122"/>
              <a:ea typeface="Noto Sans SC" panose="020B0200000000000000" charset="-122"/>
            </a:endParaRPr>
          </a:p>
          <a:p>
            <a:r>
              <a:rPr lang="zh-CN" altLang="en-US">
                <a:latin typeface="Noto Sans SC" panose="020B0200000000000000" charset="-122"/>
                <a:ea typeface="Noto Sans SC" panose="020B0200000000000000" charset="-122"/>
              </a:rPr>
              <a:t>复杂建筑群是无人机应用的核心场景</a:t>
            </a:r>
            <a:endParaRPr lang="zh-CN" altLang="en-US">
              <a:latin typeface="Noto Sans SC" panose="020B0200000000000000" charset="-122"/>
              <a:ea typeface="Noto Sans SC" panose="020B0200000000000000" charset="-122"/>
            </a:endParaRPr>
          </a:p>
        </p:txBody>
      </p:sp>
      <p:pic>
        <p:nvPicPr>
          <p:cNvPr id="2" name="图片 1"/>
          <p:cNvPicPr>
            <a:picLocks noChangeAspect="1"/>
          </p:cNvPicPr>
          <p:nvPr/>
        </p:nvPicPr>
        <p:blipFill>
          <a:blip r:embed="rId7"/>
          <a:stretch>
            <a:fillRect/>
          </a:stretch>
        </p:blipFill>
        <p:spPr>
          <a:xfrm>
            <a:off x="1200150" y="2124075"/>
            <a:ext cx="2878455" cy="1614805"/>
          </a:xfrm>
          <a:prstGeom prst="rect">
            <a:avLst/>
          </a:prstGeom>
        </p:spPr>
      </p:pic>
      <p:pic>
        <p:nvPicPr>
          <p:cNvPr id="7" name="图片 6"/>
          <p:cNvPicPr>
            <a:picLocks noChangeAspect="1"/>
          </p:cNvPicPr>
          <p:nvPr/>
        </p:nvPicPr>
        <p:blipFill>
          <a:blip r:embed="rId8"/>
          <a:stretch>
            <a:fillRect/>
          </a:stretch>
        </p:blipFill>
        <p:spPr>
          <a:xfrm>
            <a:off x="8456930" y="4105275"/>
            <a:ext cx="2379345" cy="2095500"/>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par>
                          <p:cTn id="8" fill="hold">
                            <p:stCondLst>
                              <p:cond delay="500"/>
                            </p:stCondLst>
                            <p:childTnLst>
                              <p:par>
                                <p:cTn id="9" presetID="2" presetClass="entr" presetSubtype="2"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0-#ppt_w/2"/>
                                          </p:val>
                                        </p:tav>
                                        <p:tav tm="100000">
                                          <p:val>
                                            <p:strVal val="#ppt_x"/>
                                          </p:val>
                                        </p:tav>
                                      </p:tavLst>
                                    </p:anim>
                                    <p:anim calcmode="lin" valueType="num">
                                      <p:cBhvr additive="base">
                                        <p:cTn id="16" dur="500" fill="hold"/>
                                        <p:tgtEl>
                                          <p:spTgt spid="4"/>
                                        </p:tgtEl>
                                        <p:attrNameLst>
                                          <p:attrName>ppt_y</p:attrName>
                                        </p:attrNameLst>
                                      </p:cBhvr>
                                      <p:tavLst>
                                        <p:tav tm="0">
                                          <p:val>
                                            <p:strVal val="#ppt_y"/>
                                          </p:val>
                                        </p:tav>
                                        <p:tav tm="100000">
                                          <p:val>
                                            <p:strVal val="#ppt_y"/>
                                          </p:val>
                                        </p:tav>
                                      </p:tavLst>
                                    </p:anim>
                                  </p:childTnLst>
                                </p:cTn>
                              </p:par>
                            </p:childTnLst>
                          </p:cTn>
                        </p:par>
                        <p:par>
                          <p:cTn id="17" fill="hold">
                            <p:stCondLst>
                              <p:cond delay="1000"/>
                            </p:stCondLst>
                            <p:childTnLst>
                              <p:par>
                                <p:cTn id="18" presetID="2" presetClass="entr" presetSubtype="2" fill="hold" grpId="0" nodeType="afterEffect">
                                  <p:stCondLst>
                                    <p:cond delay="0"/>
                                  </p:stCondLst>
                                  <p:childTnLst>
                                    <p:set>
                                      <p:cBhvr>
                                        <p:cTn id="19" dur="1" fill="hold">
                                          <p:stCondLst>
                                            <p:cond delay="0"/>
                                          </p:stCondLst>
                                        </p:cTn>
                                        <p:tgtEl>
                                          <p:spTgt spid="16"/>
                                        </p:tgtEl>
                                        <p:attrNameLst>
                                          <p:attrName>style.visibility</p:attrName>
                                        </p:attrNameLst>
                                      </p:cBhvr>
                                      <p:to>
                                        <p:strVal val="visible"/>
                                      </p:to>
                                    </p:set>
                                    <p:anim calcmode="lin" valueType="num">
                                      <p:cBhvr additive="base">
                                        <p:cTn id="20" dur="500" fill="hold"/>
                                        <p:tgtEl>
                                          <p:spTgt spid="16"/>
                                        </p:tgtEl>
                                        <p:attrNameLst>
                                          <p:attrName>ppt_x</p:attrName>
                                        </p:attrNameLst>
                                      </p:cBhvr>
                                      <p:tavLst>
                                        <p:tav tm="0">
                                          <p:val>
                                            <p:strVal val="1+#ppt_w/2"/>
                                          </p:val>
                                        </p:tav>
                                        <p:tav tm="100000">
                                          <p:val>
                                            <p:strVal val="#ppt_x"/>
                                          </p:val>
                                        </p:tav>
                                      </p:tavLst>
                                    </p:anim>
                                    <p:anim calcmode="lin" valueType="num">
                                      <p:cBhvr additive="base">
                                        <p:cTn id="21" dur="500" fill="hold"/>
                                        <p:tgtEl>
                                          <p:spTgt spid="16"/>
                                        </p:tgtEl>
                                        <p:attrNameLst>
                                          <p:attrName>ppt_y</p:attrName>
                                        </p:attrNameLst>
                                      </p:cBhvr>
                                      <p:tavLst>
                                        <p:tav tm="0">
                                          <p:val>
                                            <p:strVal val="#ppt_y"/>
                                          </p:val>
                                        </p:tav>
                                        <p:tav tm="100000">
                                          <p:val>
                                            <p:strVal val="#ppt_y"/>
                                          </p:val>
                                        </p:tav>
                                      </p:tavLst>
                                    </p:anim>
                                  </p:childTnLst>
                                </p:cTn>
                              </p:par>
                              <p:par>
                                <p:cTn id="22" presetID="2" presetClass="entr" presetSubtype="8"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 calcmode="lin" valueType="num">
                                      <p:cBhvr additive="base">
                                        <p:cTn id="24" dur="500" fill="hold"/>
                                        <p:tgtEl>
                                          <p:spTgt spid="18"/>
                                        </p:tgtEl>
                                        <p:attrNameLst>
                                          <p:attrName>ppt_x</p:attrName>
                                        </p:attrNameLst>
                                      </p:cBhvr>
                                      <p:tavLst>
                                        <p:tav tm="0">
                                          <p:val>
                                            <p:strVal val="0-#ppt_w/2"/>
                                          </p:val>
                                        </p:tav>
                                        <p:tav tm="100000">
                                          <p:val>
                                            <p:strVal val="#ppt_x"/>
                                          </p:val>
                                        </p:tav>
                                      </p:tavLst>
                                    </p:anim>
                                    <p:anim calcmode="lin" valueType="num">
                                      <p:cBhvr additive="base">
                                        <p:cTn id="25" dur="500" fill="hold"/>
                                        <p:tgtEl>
                                          <p:spTgt spid="18"/>
                                        </p:tgtEl>
                                        <p:attrNameLst>
                                          <p:attrName>ppt_y</p:attrName>
                                        </p:attrNameLst>
                                      </p:cBhvr>
                                      <p:tavLst>
                                        <p:tav tm="0">
                                          <p:val>
                                            <p:strVal val="#ppt_y"/>
                                          </p:val>
                                        </p:tav>
                                        <p:tav tm="100000">
                                          <p:val>
                                            <p:strVal val="#ppt_y"/>
                                          </p:val>
                                        </p:tav>
                                      </p:tavLst>
                                    </p:anim>
                                  </p:childTnLst>
                                </p:cTn>
                              </p:par>
                            </p:childTnLst>
                          </p:cTn>
                        </p:par>
                        <p:par>
                          <p:cTn id="26" fill="hold">
                            <p:stCondLst>
                              <p:cond delay="1500"/>
                            </p:stCondLst>
                            <p:childTnLst>
                              <p:par>
                                <p:cTn id="27" presetID="53" presetClass="entr" presetSubtype="16" fill="hold" grpId="0" nodeType="afterEffect">
                                  <p:stCondLst>
                                    <p:cond delay="0"/>
                                  </p:stCondLst>
                                  <p:iterate type="lt">
                                    <p:tmPct val="10000"/>
                                  </p:iterate>
                                  <p:childTnLst>
                                    <p:set>
                                      <p:cBhvr>
                                        <p:cTn id="28" dur="1" fill="hold">
                                          <p:stCondLst>
                                            <p:cond delay="0"/>
                                          </p:stCondLst>
                                        </p:cTn>
                                        <p:tgtEl>
                                          <p:spTgt spid="17"/>
                                        </p:tgtEl>
                                        <p:attrNameLst>
                                          <p:attrName>style.visibility</p:attrName>
                                        </p:attrNameLst>
                                      </p:cBhvr>
                                      <p:to>
                                        <p:strVal val="visible"/>
                                      </p:to>
                                    </p:set>
                                    <p:anim calcmode="lin" valueType="num">
                                      <p:cBhvr>
                                        <p:cTn id="29" dur="250" fill="hold"/>
                                        <p:tgtEl>
                                          <p:spTgt spid="17"/>
                                        </p:tgtEl>
                                        <p:attrNameLst>
                                          <p:attrName>ppt_w</p:attrName>
                                        </p:attrNameLst>
                                      </p:cBhvr>
                                      <p:tavLst>
                                        <p:tav tm="0">
                                          <p:val>
                                            <p:fltVal val="0"/>
                                          </p:val>
                                        </p:tav>
                                        <p:tav tm="100000">
                                          <p:val>
                                            <p:strVal val="#ppt_w"/>
                                          </p:val>
                                        </p:tav>
                                      </p:tavLst>
                                    </p:anim>
                                    <p:anim calcmode="lin" valueType="num">
                                      <p:cBhvr>
                                        <p:cTn id="30" dur="250" fill="hold"/>
                                        <p:tgtEl>
                                          <p:spTgt spid="17"/>
                                        </p:tgtEl>
                                        <p:attrNameLst>
                                          <p:attrName>ppt_h</p:attrName>
                                        </p:attrNameLst>
                                      </p:cBhvr>
                                      <p:tavLst>
                                        <p:tav tm="0">
                                          <p:val>
                                            <p:fltVal val="0"/>
                                          </p:val>
                                        </p:tav>
                                        <p:tav tm="100000">
                                          <p:val>
                                            <p:strVal val="#ppt_h"/>
                                          </p:val>
                                        </p:tav>
                                      </p:tavLst>
                                    </p:anim>
                                    <p:animEffect transition="in" filter="fade">
                                      <p:cBhvr>
                                        <p:cTn id="31"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 grpId="0" animBg="1"/>
      <p:bldP spid="16" grpId="0"/>
      <p:bldP spid="17" grpId="0"/>
      <p:bldP spid="1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同侧圆角矩形 30"/>
          <p:cNvSpPr/>
          <p:nvPr>
            <p:custDataLst>
              <p:tags r:id="rId1"/>
            </p:custDataLst>
          </p:nvPr>
        </p:nvSpPr>
        <p:spPr>
          <a:xfrm rot="5400000">
            <a:off x="7179064" y="-232494"/>
            <a:ext cx="862138" cy="5531926"/>
          </a:xfrm>
          <a:prstGeom prst="round2SameRect">
            <a:avLst>
              <a:gd name="adj1" fmla="val 50000"/>
              <a:gd name="adj2" fmla="val 0"/>
            </a:avLst>
          </a:prstGeom>
          <a:noFill/>
          <a:ln w="12700">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28" name="同侧圆角矩形 27"/>
          <p:cNvSpPr/>
          <p:nvPr>
            <p:custDataLst>
              <p:tags r:id="rId2"/>
            </p:custDataLst>
          </p:nvPr>
        </p:nvSpPr>
        <p:spPr>
          <a:xfrm rot="5400000">
            <a:off x="6882978" y="2844336"/>
            <a:ext cx="894746" cy="5129130"/>
          </a:xfrm>
          <a:prstGeom prst="round2SameRect">
            <a:avLst>
              <a:gd name="adj1" fmla="val 50000"/>
              <a:gd name="adj2" fmla="val 0"/>
            </a:avLst>
          </a:prstGeom>
          <a:noFill/>
          <a:ln w="12700">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29" name="同侧圆角矩形 28"/>
          <p:cNvSpPr/>
          <p:nvPr>
            <p:custDataLst>
              <p:tags r:id="rId3"/>
            </p:custDataLst>
          </p:nvPr>
        </p:nvSpPr>
        <p:spPr>
          <a:xfrm rot="5400000">
            <a:off x="7451768" y="1634903"/>
            <a:ext cx="855972" cy="4797608"/>
          </a:xfrm>
          <a:prstGeom prst="round2SameRect">
            <a:avLst>
              <a:gd name="adj1" fmla="val 50000"/>
              <a:gd name="adj2" fmla="val 0"/>
            </a:avLst>
          </a:prstGeom>
          <a:noFill/>
          <a:ln w="12700">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2" name="标题 1"/>
          <p:cNvSpPr>
            <a:spLocks noGrp="1"/>
          </p:cNvSpPr>
          <p:nvPr>
            <p:ph type="title"/>
          </p:nvPr>
        </p:nvSpPr>
        <p:spPr/>
        <p:txBody>
          <a:bodyPr/>
          <a:lstStyle/>
          <a:p>
            <a:pPr>
              <a:lnSpc>
                <a:spcPct val="120000"/>
              </a:lnSpc>
            </a:pPr>
            <a:r>
              <a:rPr lang="zh-CN" altLang="en-US" dirty="0"/>
              <a:t>研究</a:t>
            </a:r>
            <a:r>
              <a:rPr lang="zh-CN" altLang="en-US" dirty="0" smtClean="0"/>
              <a:t>意义</a:t>
            </a:r>
            <a:endParaRPr lang="zh-CN" altLang="en-US" dirty="0"/>
          </a:p>
        </p:txBody>
      </p:sp>
      <p:grpSp>
        <p:nvGrpSpPr>
          <p:cNvPr id="7" name="组合 6"/>
          <p:cNvGrpSpPr/>
          <p:nvPr/>
        </p:nvGrpSpPr>
        <p:grpSpPr>
          <a:xfrm>
            <a:off x="905417" y="2721072"/>
            <a:ext cx="3392170" cy="2843380"/>
            <a:chOff x="523961" y="2512168"/>
            <a:chExt cx="4155082" cy="3482867"/>
          </a:xfrm>
        </p:grpSpPr>
        <p:sp>
          <p:nvSpPr>
            <p:cNvPr id="22" name="椭圆 21"/>
            <p:cNvSpPr/>
            <p:nvPr/>
          </p:nvSpPr>
          <p:spPr>
            <a:xfrm>
              <a:off x="1912979" y="2829835"/>
              <a:ext cx="2439946" cy="2439942"/>
            </a:xfrm>
            <a:prstGeom prst="ellipse">
              <a:avLst/>
            </a:prstGeom>
            <a:noFill/>
            <a:ln w="19050">
              <a:solidFill>
                <a:srgbClr val="313D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4800" b="1" dirty="0" smtClean="0">
                  <a:solidFill>
                    <a:srgbClr val="244C89"/>
                  </a:solidFill>
                  <a:latin typeface="思源黑体" panose="020B0500000000000000" pitchFamily="34" charset="-122"/>
                  <a:ea typeface="思源黑体" panose="020B0500000000000000" pitchFamily="34" charset="-122"/>
                </a:rPr>
                <a:t>意义</a:t>
              </a:r>
              <a:endParaRPr lang="zh-CN" altLang="en-US" sz="4800" b="1" dirty="0">
                <a:solidFill>
                  <a:srgbClr val="244C89"/>
                </a:solidFill>
                <a:latin typeface="思源黑体" panose="020B0500000000000000" pitchFamily="34" charset="-122"/>
                <a:ea typeface="思源黑体" panose="020B0500000000000000" pitchFamily="34" charset="-122"/>
              </a:endParaRPr>
            </a:p>
          </p:txBody>
        </p:sp>
        <p:sp>
          <p:nvSpPr>
            <p:cNvPr id="23" name="椭圆 4"/>
            <p:cNvSpPr/>
            <p:nvPr/>
          </p:nvSpPr>
          <p:spPr>
            <a:xfrm>
              <a:off x="1596918" y="2512168"/>
              <a:ext cx="3082125" cy="3082122"/>
            </a:xfrm>
            <a:prstGeom prst="donut">
              <a:avLst>
                <a:gd name="adj" fmla="val 7853"/>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26" name="任意多边形 25"/>
            <p:cNvSpPr/>
            <p:nvPr/>
          </p:nvSpPr>
          <p:spPr>
            <a:xfrm rot="2700000">
              <a:off x="1196175" y="4777057"/>
              <a:ext cx="545764" cy="1890191"/>
            </a:xfrm>
            <a:custGeom>
              <a:avLst/>
              <a:gdLst>
                <a:gd name="connsiteX0" fmla="*/ 0 w 545764"/>
                <a:gd name="connsiteY0" fmla="*/ 474744 h 1890191"/>
                <a:gd name="connsiteX1" fmla="*/ 545764 w 545764"/>
                <a:gd name="connsiteY1" fmla="*/ 474744 h 1890191"/>
                <a:gd name="connsiteX2" fmla="*/ 545764 w 545764"/>
                <a:gd name="connsiteY2" fmla="*/ 1617309 h 1890191"/>
                <a:gd name="connsiteX3" fmla="*/ 272882 w 545764"/>
                <a:gd name="connsiteY3" fmla="*/ 1890191 h 1890191"/>
                <a:gd name="connsiteX4" fmla="*/ 0 w 545764"/>
                <a:gd name="connsiteY4" fmla="*/ 1617309 h 1890191"/>
                <a:gd name="connsiteX5" fmla="*/ 79925 w 545764"/>
                <a:gd name="connsiteY5" fmla="*/ 79925 h 1890191"/>
                <a:gd name="connsiteX6" fmla="*/ 272882 w 545764"/>
                <a:gd name="connsiteY6" fmla="*/ 0 h 1890191"/>
                <a:gd name="connsiteX7" fmla="*/ 545764 w 545764"/>
                <a:gd name="connsiteY7" fmla="*/ 272882 h 1890191"/>
                <a:gd name="connsiteX8" fmla="*/ 545764 w 545764"/>
                <a:gd name="connsiteY8" fmla="*/ 409430 h 1890191"/>
                <a:gd name="connsiteX9" fmla="*/ 0 w 545764"/>
                <a:gd name="connsiteY9" fmla="*/ 409430 h 1890191"/>
                <a:gd name="connsiteX10" fmla="*/ 0 w 545764"/>
                <a:gd name="connsiteY10" fmla="*/ 272882 h 1890191"/>
                <a:gd name="connsiteX11" fmla="*/ 79925 w 545764"/>
                <a:gd name="connsiteY11" fmla="*/ 79925 h 1890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5764" h="1890191">
                  <a:moveTo>
                    <a:pt x="0" y="474744"/>
                  </a:moveTo>
                  <a:lnTo>
                    <a:pt x="545764" y="474744"/>
                  </a:lnTo>
                  <a:lnTo>
                    <a:pt x="545764" y="1617309"/>
                  </a:lnTo>
                  <a:cubicBezTo>
                    <a:pt x="545764" y="1768018"/>
                    <a:pt x="423591" y="1890191"/>
                    <a:pt x="272882" y="1890191"/>
                  </a:cubicBezTo>
                  <a:cubicBezTo>
                    <a:pt x="122173" y="1890191"/>
                    <a:pt x="0" y="1768018"/>
                    <a:pt x="0" y="1617309"/>
                  </a:cubicBezTo>
                  <a:close/>
                  <a:moveTo>
                    <a:pt x="79925" y="79925"/>
                  </a:moveTo>
                  <a:cubicBezTo>
                    <a:pt x="129307" y="30543"/>
                    <a:pt x="197528" y="0"/>
                    <a:pt x="272882" y="0"/>
                  </a:cubicBezTo>
                  <a:cubicBezTo>
                    <a:pt x="423591" y="0"/>
                    <a:pt x="545764" y="122173"/>
                    <a:pt x="545764" y="272882"/>
                  </a:cubicBezTo>
                  <a:lnTo>
                    <a:pt x="545764" y="409430"/>
                  </a:lnTo>
                  <a:lnTo>
                    <a:pt x="0" y="409430"/>
                  </a:lnTo>
                  <a:lnTo>
                    <a:pt x="0" y="272882"/>
                  </a:lnTo>
                  <a:cubicBezTo>
                    <a:pt x="0" y="197528"/>
                    <a:pt x="30543" y="129307"/>
                    <a:pt x="79925" y="79925"/>
                  </a:cubicBezTo>
                  <a:close/>
                </a:path>
              </a:pathLst>
            </a:cu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a:p>
          </p:txBody>
        </p:sp>
        <p:sp>
          <p:nvSpPr>
            <p:cNvPr id="5" name="圆角矩形 4"/>
            <p:cNvSpPr/>
            <p:nvPr/>
          </p:nvSpPr>
          <p:spPr>
            <a:xfrm rot="2700000">
              <a:off x="1717862" y="4927522"/>
              <a:ext cx="726640" cy="358129"/>
            </a:xfrm>
            <a:prstGeom prst="roundRect">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grpSp>
      <p:sp>
        <p:nvSpPr>
          <p:cNvPr id="32" name="矩形 31"/>
          <p:cNvSpPr/>
          <p:nvPr>
            <p:custDataLst>
              <p:tags r:id="rId4"/>
            </p:custDataLst>
          </p:nvPr>
        </p:nvSpPr>
        <p:spPr>
          <a:xfrm>
            <a:off x="5235385" y="2137341"/>
            <a:ext cx="4554828" cy="755650"/>
          </a:xfrm>
          <a:prstGeom prst="rect">
            <a:avLst/>
          </a:prstGeom>
        </p:spPr>
        <p:txBody>
          <a:bodyPr wrap="square">
            <a:spAutoFit/>
          </a:bodyPr>
          <a:lstStyle/>
          <a:p>
            <a:pPr algn="just">
              <a:lnSpc>
                <a:spcPct val="120000"/>
              </a:lnSpc>
            </a:pPr>
            <a:r>
              <a:rPr lang="zh-CN" altLang="en-US" dirty="0">
                <a:solidFill>
                  <a:schemeClr val="tx1"/>
                </a:solidFill>
                <a:latin typeface="Noto Sans SC" panose="020B0200000000000000" charset="-122"/>
                <a:ea typeface="Noto Sans SC" panose="020B0200000000000000" charset="-122"/>
              </a:rPr>
              <a:t>理论价值：探索三维空间路径规划与局部避障的融合方法</a:t>
            </a:r>
            <a:endParaRPr lang="zh-CN" altLang="en-US" dirty="0">
              <a:solidFill>
                <a:schemeClr val="tx1"/>
              </a:solidFill>
              <a:latin typeface="Noto Sans SC" panose="020B0200000000000000" charset="-122"/>
              <a:ea typeface="Noto Sans SC" panose="020B0200000000000000" charset="-122"/>
            </a:endParaRPr>
          </a:p>
        </p:txBody>
      </p:sp>
      <p:sp>
        <p:nvSpPr>
          <p:cNvPr id="35" name="椭圆 34"/>
          <p:cNvSpPr/>
          <p:nvPr>
            <p:custDataLst>
              <p:tags r:id="rId5"/>
            </p:custDataLst>
          </p:nvPr>
        </p:nvSpPr>
        <p:spPr>
          <a:xfrm>
            <a:off x="4317309" y="2133542"/>
            <a:ext cx="797262" cy="797260"/>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3600" dirty="0" smtClean="0">
                <a:solidFill>
                  <a:schemeClr val="bg1"/>
                </a:solidFill>
                <a:latin typeface="Agency FB" panose="020B0503020202020204" pitchFamily="34" charset="0"/>
              </a:rPr>
              <a:t>01</a:t>
            </a:r>
            <a:endParaRPr lang="zh-CN" altLang="en-US" sz="3600" dirty="0">
              <a:solidFill>
                <a:schemeClr val="bg1"/>
              </a:solidFill>
              <a:latin typeface="Agency FB" panose="020B0503020202020204" pitchFamily="34" charset="0"/>
            </a:endParaRPr>
          </a:p>
        </p:txBody>
      </p:sp>
      <p:sp>
        <p:nvSpPr>
          <p:cNvPr id="36" name="椭圆 4"/>
          <p:cNvSpPr/>
          <p:nvPr>
            <p:custDataLst>
              <p:tags r:id="rId6"/>
            </p:custDataLst>
          </p:nvPr>
        </p:nvSpPr>
        <p:spPr>
          <a:xfrm>
            <a:off x="4241391" y="2057015"/>
            <a:ext cx="952906" cy="952906"/>
          </a:xfrm>
          <a:custGeom>
            <a:avLst/>
            <a:gdLst/>
            <a:ahLst/>
            <a:cxnLst/>
            <a:rect l="l" t="t" r="r" b="b"/>
            <a:pathLst>
              <a:path w="2473262" h="2473262">
                <a:moveTo>
                  <a:pt x="1236631" y="235688"/>
                </a:moveTo>
                <a:cubicBezTo>
                  <a:pt x="683825" y="235688"/>
                  <a:pt x="235688" y="683825"/>
                  <a:pt x="235688" y="1236631"/>
                </a:cubicBezTo>
                <a:cubicBezTo>
                  <a:pt x="235688" y="1789437"/>
                  <a:pt x="683825" y="2237574"/>
                  <a:pt x="1236631" y="2237574"/>
                </a:cubicBezTo>
                <a:cubicBezTo>
                  <a:pt x="1789437" y="2237574"/>
                  <a:pt x="2237574" y="1789437"/>
                  <a:pt x="2237574" y="1236631"/>
                </a:cubicBezTo>
                <a:cubicBezTo>
                  <a:pt x="2237574" y="683825"/>
                  <a:pt x="1789437" y="235688"/>
                  <a:pt x="1236631" y="235688"/>
                </a:cubicBezTo>
                <a:close/>
                <a:moveTo>
                  <a:pt x="1236631" y="0"/>
                </a:moveTo>
                <a:cubicBezTo>
                  <a:pt x="1919603" y="0"/>
                  <a:pt x="2473262" y="553659"/>
                  <a:pt x="2473262" y="1236631"/>
                </a:cubicBezTo>
                <a:cubicBezTo>
                  <a:pt x="2473262" y="1919603"/>
                  <a:pt x="1919603" y="2473262"/>
                  <a:pt x="1236631" y="2473262"/>
                </a:cubicBezTo>
                <a:cubicBezTo>
                  <a:pt x="553659" y="2473262"/>
                  <a:pt x="0" y="1919603"/>
                  <a:pt x="0" y="1236631"/>
                </a:cubicBezTo>
                <a:cubicBezTo>
                  <a:pt x="0" y="553659"/>
                  <a:pt x="553659" y="0"/>
                  <a:pt x="1236631" y="0"/>
                </a:cubicBezTo>
                <a:close/>
              </a:path>
            </a:pathLst>
          </a:custGeom>
          <a:solidFill>
            <a:srgbClr val="433D3C">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38" name="矩形 37"/>
          <p:cNvSpPr/>
          <p:nvPr>
            <p:custDataLst>
              <p:tags r:id="rId7"/>
            </p:custDataLst>
          </p:nvPr>
        </p:nvSpPr>
        <p:spPr>
          <a:xfrm>
            <a:off x="6015358" y="3691274"/>
            <a:ext cx="3917390" cy="755650"/>
          </a:xfrm>
          <a:prstGeom prst="rect">
            <a:avLst/>
          </a:prstGeom>
        </p:spPr>
        <p:txBody>
          <a:bodyPr wrap="square">
            <a:spAutoFit/>
          </a:bodyPr>
          <a:lstStyle/>
          <a:p>
            <a:pPr algn="just">
              <a:lnSpc>
                <a:spcPct val="120000"/>
              </a:lnSpc>
            </a:pPr>
            <a:r>
              <a:rPr lang="zh-CN" altLang="en-US" dirty="0">
                <a:solidFill>
                  <a:schemeClr val="tx1"/>
                </a:solidFill>
                <a:latin typeface="Noto Sans SC" panose="020B0200000000000000" charset="-122"/>
                <a:ea typeface="Noto Sans SC" panose="020B0200000000000000" charset="-122"/>
              </a:rPr>
              <a:t>应用价值：为低空自主飞行工程化落地提供参考方案</a:t>
            </a:r>
            <a:endParaRPr lang="zh-CN" altLang="en-US" dirty="0">
              <a:solidFill>
                <a:schemeClr val="tx1"/>
              </a:solidFill>
              <a:latin typeface="Noto Sans SC" panose="020B0200000000000000" charset="-122"/>
              <a:ea typeface="Noto Sans SC" panose="020B0200000000000000" charset="-122"/>
            </a:endParaRPr>
          </a:p>
        </p:txBody>
      </p:sp>
      <p:sp>
        <p:nvSpPr>
          <p:cNvPr id="40" name="椭圆 39"/>
          <p:cNvSpPr/>
          <p:nvPr>
            <p:custDataLst>
              <p:tags r:id="rId8"/>
            </p:custDataLst>
          </p:nvPr>
        </p:nvSpPr>
        <p:spPr>
          <a:xfrm>
            <a:off x="5090162" y="3633780"/>
            <a:ext cx="797262" cy="797260"/>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3600" dirty="0" smtClean="0">
                <a:solidFill>
                  <a:schemeClr val="bg1"/>
                </a:solidFill>
                <a:latin typeface="Agency FB" panose="020B0503020202020204" pitchFamily="34" charset="0"/>
              </a:rPr>
              <a:t>02</a:t>
            </a:r>
            <a:endParaRPr lang="zh-CN" altLang="en-US" sz="3600" dirty="0">
              <a:solidFill>
                <a:schemeClr val="bg1"/>
              </a:solidFill>
              <a:latin typeface="Agency FB" panose="020B0503020202020204" pitchFamily="34" charset="0"/>
            </a:endParaRPr>
          </a:p>
        </p:txBody>
      </p:sp>
      <p:sp>
        <p:nvSpPr>
          <p:cNvPr id="42" name="椭圆 4"/>
          <p:cNvSpPr/>
          <p:nvPr>
            <p:custDataLst>
              <p:tags r:id="rId9"/>
            </p:custDataLst>
          </p:nvPr>
        </p:nvSpPr>
        <p:spPr>
          <a:xfrm>
            <a:off x="5014244" y="3557253"/>
            <a:ext cx="952906" cy="952906"/>
          </a:xfrm>
          <a:custGeom>
            <a:avLst/>
            <a:gdLst/>
            <a:ahLst/>
            <a:cxnLst/>
            <a:rect l="l" t="t" r="r" b="b"/>
            <a:pathLst>
              <a:path w="2473262" h="2473262">
                <a:moveTo>
                  <a:pt x="1236631" y="235688"/>
                </a:moveTo>
                <a:cubicBezTo>
                  <a:pt x="683825" y="235688"/>
                  <a:pt x="235688" y="683825"/>
                  <a:pt x="235688" y="1236631"/>
                </a:cubicBezTo>
                <a:cubicBezTo>
                  <a:pt x="235688" y="1789437"/>
                  <a:pt x="683825" y="2237574"/>
                  <a:pt x="1236631" y="2237574"/>
                </a:cubicBezTo>
                <a:cubicBezTo>
                  <a:pt x="1789437" y="2237574"/>
                  <a:pt x="2237574" y="1789437"/>
                  <a:pt x="2237574" y="1236631"/>
                </a:cubicBezTo>
                <a:cubicBezTo>
                  <a:pt x="2237574" y="683825"/>
                  <a:pt x="1789437" y="235688"/>
                  <a:pt x="1236631" y="235688"/>
                </a:cubicBezTo>
                <a:close/>
                <a:moveTo>
                  <a:pt x="1236631" y="0"/>
                </a:moveTo>
                <a:cubicBezTo>
                  <a:pt x="1919603" y="0"/>
                  <a:pt x="2473262" y="553659"/>
                  <a:pt x="2473262" y="1236631"/>
                </a:cubicBezTo>
                <a:cubicBezTo>
                  <a:pt x="2473262" y="1919603"/>
                  <a:pt x="1919603" y="2473262"/>
                  <a:pt x="1236631" y="2473262"/>
                </a:cubicBezTo>
                <a:cubicBezTo>
                  <a:pt x="553659" y="2473262"/>
                  <a:pt x="0" y="1919603"/>
                  <a:pt x="0" y="1236631"/>
                </a:cubicBezTo>
                <a:cubicBezTo>
                  <a:pt x="0" y="553659"/>
                  <a:pt x="553659" y="0"/>
                  <a:pt x="1236631" y="0"/>
                </a:cubicBezTo>
                <a:close/>
              </a:path>
            </a:pathLst>
          </a:custGeom>
          <a:solidFill>
            <a:srgbClr val="313D51">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54" name="矩形 53"/>
          <p:cNvSpPr/>
          <p:nvPr>
            <p:custDataLst>
              <p:tags r:id="rId10"/>
            </p:custDataLst>
          </p:nvPr>
        </p:nvSpPr>
        <p:spPr>
          <a:xfrm>
            <a:off x="5240787" y="5024363"/>
            <a:ext cx="4179382" cy="755650"/>
          </a:xfrm>
          <a:prstGeom prst="rect">
            <a:avLst/>
          </a:prstGeom>
        </p:spPr>
        <p:txBody>
          <a:bodyPr wrap="square">
            <a:spAutoFit/>
          </a:bodyPr>
          <a:lstStyle/>
          <a:p>
            <a:pPr algn="just">
              <a:lnSpc>
                <a:spcPct val="120000"/>
              </a:lnSpc>
            </a:pPr>
            <a:r>
              <a:rPr lang="zh-CN" altLang="en-US" dirty="0">
                <a:solidFill>
                  <a:schemeClr val="tx1"/>
                </a:solidFill>
                <a:latin typeface="Noto Sans SC" panose="020B0200000000000000" charset="-122"/>
                <a:ea typeface="Noto Sans SC" panose="020B0200000000000000" charset="-122"/>
              </a:rPr>
              <a:t>社会价值：推动无人机在复杂城市环境中的安全应用</a:t>
            </a:r>
            <a:endParaRPr lang="zh-CN" altLang="en-US" dirty="0">
              <a:solidFill>
                <a:schemeClr val="tx1"/>
              </a:solidFill>
              <a:latin typeface="Noto Sans SC" panose="020B0200000000000000" charset="-122"/>
              <a:ea typeface="Noto Sans SC" panose="020B0200000000000000" charset="-122"/>
            </a:endParaRPr>
          </a:p>
        </p:txBody>
      </p:sp>
      <p:sp>
        <p:nvSpPr>
          <p:cNvPr id="56" name="椭圆 55"/>
          <p:cNvSpPr/>
          <p:nvPr>
            <p:custDataLst>
              <p:tags r:id="rId11"/>
            </p:custDataLst>
          </p:nvPr>
        </p:nvSpPr>
        <p:spPr>
          <a:xfrm>
            <a:off x="4337992" y="5008974"/>
            <a:ext cx="797262" cy="797260"/>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20000"/>
              </a:lnSpc>
            </a:pPr>
            <a:r>
              <a:rPr lang="en-US" altLang="zh-CN" sz="3600" dirty="0" smtClean="0">
                <a:solidFill>
                  <a:schemeClr val="bg1"/>
                </a:solidFill>
                <a:latin typeface="Agency FB" panose="020B0503020202020204" pitchFamily="34" charset="0"/>
              </a:rPr>
              <a:t>03</a:t>
            </a:r>
            <a:endParaRPr lang="zh-CN" altLang="en-US" sz="3600" dirty="0">
              <a:solidFill>
                <a:schemeClr val="bg1"/>
              </a:solidFill>
              <a:latin typeface="Agency FB" panose="020B0503020202020204" pitchFamily="34" charset="0"/>
            </a:endParaRPr>
          </a:p>
        </p:txBody>
      </p:sp>
      <p:sp>
        <p:nvSpPr>
          <p:cNvPr id="57" name="椭圆 4"/>
          <p:cNvSpPr/>
          <p:nvPr>
            <p:custDataLst>
              <p:tags r:id="rId12"/>
            </p:custDataLst>
          </p:nvPr>
        </p:nvSpPr>
        <p:spPr>
          <a:xfrm>
            <a:off x="4262074" y="4932447"/>
            <a:ext cx="952906" cy="952906"/>
          </a:xfrm>
          <a:custGeom>
            <a:avLst/>
            <a:gdLst/>
            <a:ahLst/>
            <a:cxnLst/>
            <a:rect l="l" t="t" r="r" b="b"/>
            <a:pathLst>
              <a:path w="2473262" h="2473262">
                <a:moveTo>
                  <a:pt x="1236631" y="235688"/>
                </a:moveTo>
                <a:cubicBezTo>
                  <a:pt x="683825" y="235688"/>
                  <a:pt x="235688" y="683825"/>
                  <a:pt x="235688" y="1236631"/>
                </a:cubicBezTo>
                <a:cubicBezTo>
                  <a:pt x="235688" y="1789437"/>
                  <a:pt x="683825" y="2237574"/>
                  <a:pt x="1236631" y="2237574"/>
                </a:cubicBezTo>
                <a:cubicBezTo>
                  <a:pt x="1789437" y="2237574"/>
                  <a:pt x="2237574" y="1789437"/>
                  <a:pt x="2237574" y="1236631"/>
                </a:cubicBezTo>
                <a:cubicBezTo>
                  <a:pt x="2237574" y="683825"/>
                  <a:pt x="1789437" y="235688"/>
                  <a:pt x="1236631" y="235688"/>
                </a:cubicBezTo>
                <a:close/>
                <a:moveTo>
                  <a:pt x="1236631" y="0"/>
                </a:moveTo>
                <a:cubicBezTo>
                  <a:pt x="1919603" y="0"/>
                  <a:pt x="2473262" y="553659"/>
                  <a:pt x="2473262" y="1236631"/>
                </a:cubicBezTo>
                <a:cubicBezTo>
                  <a:pt x="2473262" y="1919603"/>
                  <a:pt x="1919603" y="2473262"/>
                  <a:pt x="1236631" y="2473262"/>
                </a:cubicBezTo>
                <a:cubicBezTo>
                  <a:pt x="553659" y="2473262"/>
                  <a:pt x="0" y="1919603"/>
                  <a:pt x="0" y="1236631"/>
                </a:cubicBezTo>
                <a:cubicBezTo>
                  <a:pt x="0" y="553659"/>
                  <a:pt x="553659" y="0"/>
                  <a:pt x="1236631" y="0"/>
                </a:cubicBezTo>
                <a:close/>
              </a:path>
            </a:pathLst>
          </a:custGeom>
          <a:solidFill>
            <a:srgbClr val="313D51">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20000"/>
              </a:lnSpc>
            </a:pPr>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42" presetClass="path" presetSubtype="0" accel="50000" decel="50000" fill="hold" nodeType="withEffect">
                                  <p:stCondLst>
                                    <p:cond delay="0"/>
                                  </p:stCondLst>
                                  <p:childTnLst>
                                    <p:animMotion origin="layout" path="M -1.25E-6 4.81481E-6 L -0.34544 0.59375 " pathEditMode="relative" rAng="0" ptsTypes="AA">
                                      <p:cBhvr>
                                        <p:cTn id="8" dur="1000" spd="-100000" fill="hold"/>
                                        <p:tgtEl>
                                          <p:spTgt spid="7"/>
                                        </p:tgtEl>
                                        <p:attrNameLst>
                                          <p:attrName>ppt_x</p:attrName>
                                          <p:attrName>ppt_y</p:attrName>
                                        </p:attrNameLst>
                                      </p:cBhvr>
                                      <p:rCtr x="-17279" y="29676"/>
                                    </p:animMotion>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5"/>
                                        </p:tgtEl>
                                        <p:attrNameLst>
                                          <p:attrName>style.visibility</p:attrName>
                                        </p:attrNameLst>
                                      </p:cBhvr>
                                      <p:to>
                                        <p:strVal val="visible"/>
                                      </p:to>
                                    </p:set>
                                    <p:anim calcmode="lin" valueType="num">
                                      <p:cBhvr additive="base">
                                        <p:cTn id="13" dur="500" fill="hold"/>
                                        <p:tgtEl>
                                          <p:spTgt spid="35"/>
                                        </p:tgtEl>
                                        <p:attrNameLst>
                                          <p:attrName>ppt_x</p:attrName>
                                        </p:attrNameLst>
                                      </p:cBhvr>
                                      <p:tavLst>
                                        <p:tav tm="0">
                                          <p:val>
                                            <p:strVal val="1+#ppt_w/2"/>
                                          </p:val>
                                        </p:tav>
                                        <p:tav tm="100000">
                                          <p:val>
                                            <p:strVal val="#ppt_x"/>
                                          </p:val>
                                        </p:tav>
                                      </p:tavLst>
                                    </p:anim>
                                    <p:anim calcmode="lin" valueType="num">
                                      <p:cBhvr additive="base">
                                        <p:cTn id="14" dur="500" fill="hold"/>
                                        <p:tgtEl>
                                          <p:spTgt spid="35"/>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anim calcmode="lin" valueType="num">
                                      <p:cBhvr additive="base">
                                        <p:cTn id="17" dur="500" fill="hold"/>
                                        <p:tgtEl>
                                          <p:spTgt spid="36"/>
                                        </p:tgtEl>
                                        <p:attrNameLst>
                                          <p:attrName>ppt_x</p:attrName>
                                        </p:attrNameLst>
                                      </p:cBhvr>
                                      <p:tavLst>
                                        <p:tav tm="0">
                                          <p:val>
                                            <p:strVal val="1+#ppt_w/2"/>
                                          </p:val>
                                        </p:tav>
                                        <p:tav tm="100000">
                                          <p:val>
                                            <p:strVal val="#ppt_x"/>
                                          </p:val>
                                        </p:tav>
                                      </p:tavLst>
                                    </p:anim>
                                    <p:anim calcmode="lin" valueType="num">
                                      <p:cBhvr additive="base">
                                        <p:cTn id="18" dur="500" fill="hold"/>
                                        <p:tgtEl>
                                          <p:spTgt spid="36"/>
                                        </p:tgtEl>
                                        <p:attrNameLst>
                                          <p:attrName>ppt_y</p:attrName>
                                        </p:attrNameLst>
                                      </p:cBhvr>
                                      <p:tavLst>
                                        <p:tav tm="0">
                                          <p:val>
                                            <p:strVal val="#ppt_y"/>
                                          </p:val>
                                        </p:tav>
                                        <p:tav tm="100000">
                                          <p:val>
                                            <p:strVal val="#ppt_y"/>
                                          </p:val>
                                        </p:tav>
                                      </p:tavLst>
                                    </p:anim>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wipe(left)">
                                      <p:cBhvr>
                                        <p:cTn id="22" dur="500"/>
                                        <p:tgtEl>
                                          <p:spTgt spid="31"/>
                                        </p:tgtEl>
                                      </p:cBhvr>
                                    </p:animEffect>
                                  </p:childTnLst>
                                </p:cTn>
                              </p:par>
                            </p:childTnLst>
                          </p:cTn>
                        </p:par>
                        <p:par>
                          <p:cTn id="23" fill="hold">
                            <p:stCondLst>
                              <p:cond delay="1000"/>
                            </p:stCondLst>
                            <p:childTnLst>
                              <p:par>
                                <p:cTn id="24" presetID="53" presetClass="entr" presetSubtype="16" fill="hold" grpId="0" nodeType="afterEffect">
                                  <p:stCondLst>
                                    <p:cond delay="0"/>
                                  </p:stCondLst>
                                  <p:iterate type="lt">
                                    <p:tmPct val="10000"/>
                                  </p:iterate>
                                  <p:childTnLst>
                                    <p:set>
                                      <p:cBhvr>
                                        <p:cTn id="25" dur="1" fill="hold">
                                          <p:stCondLst>
                                            <p:cond delay="0"/>
                                          </p:stCondLst>
                                        </p:cTn>
                                        <p:tgtEl>
                                          <p:spTgt spid="32"/>
                                        </p:tgtEl>
                                        <p:attrNameLst>
                                          <p:attrName>style.visibility</p:attrName>
                                        </p:attrNameLst>
                                      </p:cBhvr>
                                      <p:to>
                                        <p:strVal val="visible"/>
                                      </p:to>
                                    </p:set>
                                    <p:anim calcmode="lin" valueType="num">
                                      <p:cBhvr>
                                        <p:cTn id="26" dur="250" fill="hold"/>
                                        <p:tgtEl>
                                          <p:spTgt spid="32"/>
                                        </p:tgtEl>
                                        <p:attrNameLst>
                                          <p:attrName>ppt_w</p:attrName>
                                        </p:attrNameLst>
                                      </p:cBhvr>
                                      <p:tavLst>
                                        <p:tav tm="0">
                                          <p:val>
                                            <p:fltVal val="0"/>
                                          </p:val>
                                        </p:tav>
                                        <p:tav tm="100000">
                                          <p:val>
                                            <p:strVal val="#ppt_w"/>
                                          </p:val>
                                        </p:tav>
                                      </p:tavLst>
                                    </p:anim>
                                    <p:anim calcmode="lin" valueType="num">
                                      <p:cBhvr>
                                        <p:cTn id="27" dur="250" fill="hold"/>
                                        <p:tgtEl>
                                          <p:spTgt spid="32"/>
                                        </p:tgtEl>
                                        <p:attrNameLst>
                                          <p:attrName>ppt_h</p:attrName>
                                        </p:attrNameLst>
                                      </p:cBhvr>
                                      <p:tavLst>
                                        <p:tav tm="0">
                                          <p:val>
                                            <p:fltVal val="0"/>
                                          </p:val>
                                        </p:tav>
                                        <p:tav tm="100000">
                                          <p:val>
                                            <p:strVal val="#ppt_h"/>
                                          </p:val>
                                        </p:tav>
                                      </p:tavLst>
                                    </p:anim>
                                    <p:animEffect transition="in" filter="fade">
                                      <p:cBhvr>
                                        <p:cTn id="28" dur="250"/>
                                        <p:tgtEl>
                                          <p:spTgt spid="32"/>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40"/>
                                        </p:tgtEl>
                                        <p:attrNameLst>
                                          <p:attrName>style.visibility</p:attrName>
                                        </p:attrNameLst>
                                      </p:cBhvr>
                                      <p:to>
                                        <p:strVal val="visible"/>
                                      </p:to>
                                    </p:set>
                                    <p:anim calcmode="lin" valueType="num">
                                      <p:cBhvr additive="base">
                                        <p:cTn id="33" dur="500" fill="hold"/>
                                        <p:tgtEl>
                                          <p:spTgt spid="40"/>
                                        </p:tgtEl>
                                        <p:attrNameLst>
                                          <p:attrName>ppt_x</p:attrName>
                                        </p:attrNameLst>
                                      </p:cBhvr>
                                      <p:tavLst>
                                        <p:tav tm="0">
                                          <p:val>
                                            <p:strVal val="1+#ppt_w/2"/>
                                          </p:val>
                                        </p:tav>
                                        <p:tav tm="100000">
                                          <p:val>
                                            <p:strVal val="#ppt_x"/>
                                          </p:val>
                                        </p:tav>
                                      </p:tavLst>
                                    </p:anim>
                                    <p:anim calcmode="lin" valueType="num">
                                      <p:cBhvr additive="base">
                                        <p:cTn id="34" dur="500" fill="hold"/>
                                        <p:tgtEl>
                                          <p:spTgt spid="40"/>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anim calcmode="lin" valueType="num">
                                      <p:cBhvr additive="base">
                                        <p:cTn id="37" dur="500" fill="hold"/>
                                        <p:tgtEl>
                                          <p:spTgt spid="42"/>
                                        </p:tgtEl>
                                        <p:attrNameLst>
                                          <p:attrName>ppt_x</p:attrName>
                                        </p:attrNameLst>
                                      </p:cBhvr>
                                      <p:tavLst>
                                        <p:tav tm="0">
                                          <p:val>
                                            <p:strVal val="1+#ppt_w/2"/>
                                          </p:val>
                                        </p:tav>
                                        <p:tav tm="100000">
                                          <p:val>
                                            <p:strVal val="#ppt_x"/>
                                          </p:val>
                                        </p:tav>
                                      </p:tavLst>
                                    </p:anim>
                                    <p:anim calcmode="lin" valueType="num">
                                      <p:cBhvr additive="base">
                                        <p:cTn id="38" dur="500" fill="hold"/>
                                        <p:tgtEl>
                                          <p:spTgt spid="42"/>
                                        </p:tgtEl>
                                        <p:attrNameLst>
                                          <p:attrName>ppt_y</p:attrName>
                                        </p:attrNameLst>
                                      </p:cBhvr>
                                      <p:tavLst>
                                        <p:tav tm="0">
                                          <p:val>
                                            <p:strVal val="#ppt_y"/>
                                          </p:val>
                                        </p:tav>
                                        <p:tav tm="100000">
                                          <p:val>
                                            <p:strVal val="#ppt_y"/>
                                          </p:val>
                                        </p:tav>
                                      </p:tavLst>
                                    </p:anim>
                                  </p:child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wipe(left)">
                                      <p:cBhvr>
                                        <p:cTn id="42" dur="500"/>
                                        <p:tgtEl>
                                          <p:spTgt spid="29"/>
                                        </p:tgtEl>
                                      </p:cBhvr>
                                    </p:animEffect>
                                  </p:childTnLst>
                                </p:cTn>
                              </p:par>
                            </p:childTnLst>
                          </p:cTn>
                        </p:par>
                        <p:par>
                          <p:cTn id="43" fill="hold">
                            <p:stCondLst>
                              <p:cond delay="1000"/>
                            </p:stCondLst>
                            <p:childTnLst>
                              <p:par>
                                <p:cTn id="44" presetID="53" presetClass="entr" presetSubtype="16" fill="hold" grpId="0" nodeType="afterEffect">
                                  <p:stCondLst>
                                    <p:cond delay="0"/>
                                  </p:stCondLst>
                                  <p:iterate type="lt">
                                    <p:tmPct val="10000"/>
                                  </p:iterate>
                                  <p:childTnLst>
                                    <p:set>
                                      <p:cBhvr>
                                        <p:cTn id="45" dur="1" fill="hold">
                                          <p:stCondLst>
                                            <p:cond delay="0"/>
                                          </p:stCondLst>
                                        </p:cTn>
                                        <p:tgtEl>
                                          <p:spTgt spid="38"/>
                                        </p:tgtEl>
                                        <p:attrNameLst>
                                          <p:attrName>style.visibility</p:attrName>
                                        </p:attrNameLst>
                                      </p:cBhvr>
                                      <p:to>
                                        <p:strVal val="visible"/>
                                      </p:to>
                                    </p:set>
                                    <p:anim calcmode="lin" valueType="num">
                                      <p:cBhvr>
                                        <p:cTn id="46" dur="250" fill="hold"/>
                                        <p:tgtEl>
                                          <p:spTgt spid="38"/>
                                        </p:tgtEl>
                                        <p:attrNameLst>
                                          <p:attrName>ppt_w</p:attrName>
                                        </p:attrNameLst>
                                      </p:cBhvr>
                                      <p:tavLst>
                                        <p:tav tm="0">
                                          <p:val>
                                            <p:fltVal val="0"/>
                                          </p:val>
                                        </p:tav>
                                        <p:tav tm="100000">
                                          <p:val>
                                            <p:strVal val="#ppt_w"/>
                                          </p:val>
                                        </p:tav>
                                      </p:tavLst>
                                    </p:anim>
                                    <p:anim calcmode="lin" valueType="num">
                                      <p:cBhvr>
                                        <p:cTn id="47" dur="250" fill="hold"/>
                                        <p:tgtEl>
                                          <p:spTgt spid="38"/>
                                        </p:tgtEl>
                                        <p:attrNameLst>
                                          <p:attrName>ppt_h</p:attrName>
                                        </p:attrNameLst>
                                      </p:cBhvr>
                                      <p:tavLst>
                                        <p:tav tm="0">
                                          <p:val>
                                            <p:fltVal val="0"/>
                                          </p:val>
                                        </p:tav>
                                        <p:tav tm="100000">
                                          <p:val>
                                            <p:strVal val="#ppt_h"/>
                                          </p:val>
                                        </p:tav>
                                      </p:tavLst>
                                    </p:anim>
                                    <p:animEffect transition="in" filter="fade">
                                      <p:cBhvr>
                                        <p:cTn id="48" dur="250"/>
                                        <p:tgtEl>
                                          <p:spTgt spid="38"/>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2" fill="hold" grpId="0" nodeType="clickEffect">
                                  <p:stCondLst>
                                    <p:cond delay="0"/>
                                  </p:stCondLst>
                                  <p:childTnLst>
                                    <p:set>
                                      <p:cBhvr>
                                        <p:cTn id="52" dur="1" fill="hold">
                                          <p:stCondLst>
                                            <p:cond delay="0"/>
                                          </p:stCondLst>
                                        </p:cTn>
                                        <p:tgtEl>
                                          <p:spTgt spid="56"/>
                                        </p:tgtEl>
                                        <p:attrNameLst>
                                          <p:attrName>style.visibility</p:attrName>
                                        </p:attrNameLst>
                                      </p:cBhvr>
                                      <p:to>
                                        <p:strVal val="visible"/>
                                      </p:to>
                                    </p:set>
                                    <p:anim calcmode="lin" valueType="num">
                                      <p:cBhvr additive="base">
                                        <p:cTn id="53" dur="500" fill="hold"/>
                                        <p:tgtEl>
                                          <p:spTgt spid="56"/>
                                        </p:tgtEl>
                                        <p:attrNameLst>
                                          <p:attrName>ppt_x</p:attrName>
                                        </p:attrNameLst>
                                      </p:cBhvr>
                                      <p:tavLst>
                                        <p:tav tm="0">
                                          <p:val>
                                            <p:strVal val="1+#ppt_w/2"/>
                                          </p:val>
                                        </p:tav>
                                        <p:tav tm="100000">
                                          <p:val>
                                            <p:strVal val="#ppt_x"/>
                                          </p:val>
                                        </p:tav>
                                      </p:tavLst>
                                    </p:anim>
                                    <p:anim calcmode="lin" valueType="num">
                                      <p:cBhvr additive="base">
                                        <p:cTn id="54" dur="500" fill="hold"/>
                                        <p:tgtEl>
                                          <p:spTgt spid="56"/>
                                        </p:tgtEl>
                                        <p:attrNameLst>
                                          <p:attrName>ppt_y</p:attrName>
                                        </p:attrNameLst>
                                      </p:cBhvr>
                                      <p:tavLst>
                                        <p:tav tm="0">
                                          <p:val>
                                            <p:strVal val="#ppt_y"/>
                                          </p:val>
                                        </p:tav>
                                        <p:tav tm="100000">
                                          <p:val>
                                            <p:strVal val="#ppt_y"/>
                                          </p:val>
                                        </p:tav>
                                      </p:tavLst>
                                    </p:anim>
                                  </p:childTnLst>
                                </p:cTn>
                              </p:par>
                              <p:par>
                                <p:cTn id="55" presetID="2" presetClass="entr" presetSubtype="2" fill="hold" grpId="0" nodeType="withEffect">
                                  <p:stCondLst>
                                    <p:cond delay="0"/>
                                  </p:stCondLst>
                                  <p:childTnLst>
                                    <p:set>
                                      <p:cBhvr>
                                        <p:cTn id="56" dur="1" fill="hold">
                                          <p:stCondLst>
                                            <p:cond delay="0"/>
                                          </p:stCondLst>
                                        </p:cTn>
                                        <p:tgtEl>
                                          <p:spTgt spid="57"/>
                                        </p:tgtEl>
                                        <p:attrNameLst>
                                          <p:attrName>style.visibility</p:attrName>
                                        </p:attrNameLst>
                                      </p:cBhvr>
                                      <p:to>
                                        <p:strVal val="visible"/>
                                      </p:to>
                                    </p:set>
                                    <p:anim calcmode="lin" valueType="num">
                                      <p:cBhvr additive="base">
                                        <p:cTn id="57" dur="500" fill="hold"/>
                                        <p:tgtEl>
                                          <p:spTgt spid="57"/>
                                        </p:tgtEl>
                                        <p:attrNameLst>
                                          <p:attrName>ppt_x</p:attrName>
                                        </p:attrNameLst>
                                      </p:cBhvr>
                                      <p:tavLst>
                                        <p:tav tm="0">
                                          <p:val>
                                            <p:strVal val="1+#ppt_w/2"/>
                                          </p:val>
                                        </p:tav>
                                        <p:tav tm="100000">
                                          <p:val>
                                            <p:strVal val="#ppt_x"/>
                                          </p:val>
                                        </p:tav>
                                      </p:tavLst>
                                    </p:anim>
                                    <p:anim calcmode="lin" valueType="num">
                                      <p:cBhvr additive="base">
                                        <p:cTn id="58" dur="500" fill="hold"/>
                                        <p:tgtEl>
                                          <p:spTgt spid="57"/>
                                        </p:tgtEl>
                                        <p:attrNameLst>
                                          <p:attrName>ppt_y</p:attrName>
                                        </p:attrNameLst>
                                      </p:cBhvr>
                                      <p:tavLst>
                                        <p:tav tm="0">
                                          <p:val>
                                            <p:strVal val="#ppt_y"/>
                                          </p:val>
                                        </p:tav>
                                        <p:tav tm="100000">
                                          <p:val>
                                            <p:strVal val="#ppt_y"/>
                                          </p:val>
                                        </p:tav>
                                      </p:tavLst>
                                    </p:anim>
                                  </p:childTnLst>
                                </p:cTn>
                              </p:par>
                            </p:childTnLst>
                          </p:cTn>
                        </p:par>
                        <p:par>
                          <p:cTn id="59" fill="hold">
                            <p:stCondLst>
                              <p:cond delay="500"/>
                            </p:stCondLst>
                            <p:childTnLst>
                              <p:par>
                                <p:cTn id="60" presetID="22" presetClass="entr" presetSubtype="8" fill="hold" grpId="0" nodeType="after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wipe(left)">
                                      <p:cBhvr>
                                        <p:cTn id="62" dur="500"/>
                                        <p:tgtEl>
                                          <p:spTgt spid="28"/>
                                        </p:tgtEl>
                                      </p:cBhvr>
                                    </p:animEffect>
                                  </p:childTnLst>
                                </p:cTn>
                              </p:par>
                            </p:childTnLst>
                          </p:cTn>
                        </p:par>
                        <p:par>
                          <p:cTn id="63" fill="hold">
                            <p:stCondLst>
                              <p:cond delay="1000"/>
                            </p:stCondLst>
                            <p:childTnLst>
                              <p:par>
                                <p:cTn id="64" presetID="53" presetClass="entr" presetSubtype="16" fill="hold" grpId="0" nodeType="afterEffect">
                                  <p:stCondLst>
                                    <p:cond delay="0"/>
                                  </p:stCondLst>
                                  <p:iterate type="lt">
                                    <p:tmPct val="10000"/>
                                  </p:iterate>
                                  <p:childTnLst>
                                    <p:set>
                                      <p:cBhvr>
                                        <p:cTn id="65" dur="1" fill="hold">
                                          <p:stCondLst>
                                            <p:cond delay="0"/>
                                          </p:stCondLst>
                                        </p:cTn>
                                        <p:tgtEl>
                                          <p:spTgt spid="54"/>
                                        </p:tgtEl>
                                        <p:attrNameLst>
                                          <p:attrName>style.visibility</p:attrName>
                                        </p:attrNameLst>
                                      </p:cBhvr>
                                      <p:to>
                                        <p:strVal val="visible"/>
                                      </p:to>
                                    </p:set>
                                    <p:anim calcmode="lin" valueType="num">
                                      <p:cBhvr>
                                        <p:cTn id="66" dur="250" fill="hold"/>
                                        <p:tgtEl>
                                          <p:spTgt spid="54"/>
                                        </p:tgtEl>
                                        <p:attrNameLst>
                                          <p:attrName>ppt_w</p:attrName>
                                        </p:attrNameLst>
                                      </p:cBhvr>
                                      <p:tavLst>
                                        <p:tav tm="0">
                                          <p:val>
                                            <p:fltVal val="0"/>
                                          </p:val>
                                        </p:tav>
                                        <p:tav tm="100000">
                                          <p:val>
                                            <p:strVal val="#ppt_w"/>
                                          </p:val>
                                        </p:tav>
                                      </p:tavLst>
                                    </p:anim>
                                    <p:anim calcmode="lin" valueType="num">
                                      <p:cBhvr>
                                        <p:cTn id="67" dur="250" fill="hold"/>
                                        <p:tgtEl>
                                          <p:spTgt spid="54"/>
                                        </p:tgtEl>
                                        <p:attrNameLst>
                                          <p:attrName>ppt_h</p:attrName>
                                        </p:attrNameLst>
                                      </p:cBhvr>
                                      <p:tavLst>
                                        <p:tav tm="0">
                                          <p:val>
                                            <p:fltVal val="0"/>
                                          </p:val>
                                        </p:tav>
                                        <p:tav tm="100000">
                                          <p:val>
                                            <p:strVal val="#ppt_h"/>
                                          </p:val>
                                        </p:tav>
                                      </p:tavLst>
                                    </p:anim>
                                    <p:animEffect transition="in" filter="fade">
                                      <p:cBhvr>
                                        <p:cTn id="68" dur="25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28" grpId="0" animBg="1"/>
      <p:bldP spid="29" grpId="0" animBg="1"/>
      <p:bldP spid="32" grpId="0"/>
      <p:bldP spid="35" grpId="0" animBg="1"/>
      <p:bldP spid="36" grpId="0" animBg="1"/>
      <p:bldP spid="38" grpId="0"/>
      <p:bldP spid="40" grpId="0" animBg="1"/>
      <p:bldP spid="42" grpId="0" animBg="1"/>
      <p:bldP spid="54" grpId="0"/>
      <p:bldP spid="56" grpId="0" animBg="1"/>
      <p:bldP spid="5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lnSpc>
                <a:spcPct val="120000"/>
              </a:lnSpc>
            </a:pPr>
            <a:r>
              <a:rPr lang="zh-CN" altLang="en-US" dirty="0" smtClean="0"/>
              <a:t>国外研究现状</a:t>
            </a:r>
            <a:endParaRPr lang="zh-CN" altLang="en-US" dirty="0"/>
          </a:p>
        </p:txBody>
      </p:sp>
      <p:grpSp>
        <p:nvGrpSpPr>
          <p:cNvPr id="11" name="组合 10"/>
          <p:cNvGrpSpPr/>
          <p:nvPr>
            <p:custDataLst>
              <p:tags r:id="rId1"/>
            </p:custDataLst>
          </p:nvPr>
        </p:nvGrpSpPr>
        <p:grpSpPr>
          <a:xfrm>
            <a:off x="1621523" y="2007927"/>
            <a:ext cx="2619669" cy="3846585"/>
            <a:chOff x="1474030" y="1802903"/>
            <a:chExt cx="2935782" cy="4310749"/>
          </a:xfrm>
        </p:grpSpPr>
        <p:sp>
          <p:nvSpPr>
            <p:cNvPr id="31" name="Rectangle 24"/>
            <p:cNvSpPr>
              <a:spLocks noChangeArrowheads="1"/>
            </p:cNvSpPr>
            <p:nvPr>
              <p:custDataLst>
                <p:tags r:id="rId2"/>
              </p:custDataLst>
            </p:nvPr>
          </p:nvSpPr>
          <p:spPr bwMode="auto">
            <a:xfrm>
              <a:off x="1474030" y="1802903"/>
              <a:ext cx="2935782" cy="4310749"/>
            </a:xfrm>
            <a:prstGeom prst="rect">
              <a:avLst/>
            </a:prstGeom>
            <a:solidFill>
              <a:schemeClr val="bg1"/>
            </a:solidFill>
            <a:ln>
              <a:noFill/>
            </a:ln>
            <a:effectLst>
              <a:innerShdw blurRad="76200">
                <a:prstClr val="black"/>
              </a:innerShdw>
            </a:effectLst>
          </p:spPr>
          <p:txBody>
            <a:bodyPr/>
            <a:lstStyle/>
            <a:p>
              <a:pPr>
                <a:lnSpc>
                  <a:spcPct val="120000"/>
                </a:lnSpc>
              </a:pPr>
              <a:endParaRPr lang="zh-CN" altLang="zh-CN"/>
            </a:p>
          </p:txBody>
        </p:sp>
        <p:sp>
          <p:nvSpPr>
            <p:cNvPr id="32" name="Freeform 25"/>
            <p:cNvSpPr/>
            <p:nvPr>
              <p:custDataLst>
                <p:tags r:id="rId3"/>
              </p:custDataLst>
            </p:nvPr>
          </p:nvSpPr>
          <p:spPr bwMode="auto">
            <a:xfrm>
              <a:off x="1474030" y="1802903"/>
              <a:ext cx="1139938" cy="1334560"/>
            </a:xfrm>
            <a:custGeom>
              <a:avLst/>
              <a:gdLst>
                <a:gd name="T0" fmla="*/ 64 w 64"/>
                <a:gd name="T1" fmla="*/ 21 h 75"/>
                <a:gd name="T2" fmla="*/ 59 w 64"/>
                <a:gd name="T3" fmla="*/ 0 h 75"/>
                <a:gd name="T4" fmla="*/ 0 w 64"/>
                <a:gd name="T5" fmla="*/ 0 h 75"/>
                <a:gd name="T6" fmla="*/ 0 w 64"/>
                <a:gd name="T7" fmla="*/ 74 h 75"/>
                <a:gd name="T8" fmla="*/ 10 w 64"/>
                <a:gd name="T9" fmla="*/ 75 h 75"/>
                <a:gd name="T10" fmla="*/ 64 w 64"/>
                <a:gd name="T11" fmla="*/ 21 h 75"/>
              </a:gdLst>
              <a:ahLst/>
              <a:cxnLst>
                <a:cxn ang="0">
                  <a:pos x="T0" y="T1"/>
                </a:cxn>
                <a:cxn ang="0">
                  <a:pos x="T2" y="T3"/>
                </a:cxn>
                <a:cxn ang="0">
                  <a:pos x="T4" y="T5"/>
                </a:cxn>
                <a:cxn ang="0">
                  <a:pos x="T6" y="T7"/>
                </a:cxn>
                <a:cxn ang="0">
                  <a:pos x="T8" y="T9"/>
                </a:cxn>
                <a:cxn ang="0">
                  <a:pos x="T10" y="T11"/>
                </a:cxn>
              </a:cxnLst>
              <a:rect l="0" t="0" r="r" b="b"/>
              <a:pathLst>
                <a:path w="64" h="75">
                  <a:moveTo>
                    <a:pt x="64" y="21"/>
                  </a:moveTo>
                  <a:cubicBezTo>
                    <a:pt x="64" y="14"/>
                    <a:pt x="62" y="7"/>
                    <a:pt x="59" y="0"/>
                  </a:cubicBezTo>
                  <a:cubicBezTo>
                    <a:pt x="0" y="0"/>
                    <a:pt x="0" y="0"/>
                    <a:pt x="0" y="0"/>
                  </a:cubicBezTo>
                  <a:cubicBezTo>
                    <a:pt x="0" y="74"/>
                    <a:pt x="0" y="74"/>
                    <a:pt x="0" y="74"/>
                  </a:cubicBezTo>
                  <a:cubicBezTo>
                    <a:pt x="3" y="75"/>
                    <a:pt x="7" y="75"/>
                    <a:pt x="10" y="75"/>
                  </a:cubicBezTo>
                  <a:cubicBezTo>
                    <a:pt x="40" y="75"/>
                    <a:pt x="64" y="51"/>
                    <a:pt x="64" y="21"/>
                  </a:cubicBezTo>
                  <a:close/>
                </a:path>
              </a:pathLst>
            </a:custGeom>
            <a:solidFill>
              <a:srgbClr val="244C89"/>
            </a:solidFill>
            <a:ln>
              <a:noFill/>
            </a:ln>
            <a:effectLst>
              <a:outerShdw blurRad="38100" dist="38100" dir="2700000" algn="tl" rotWithShape="0">
                <a:prstClr val="black">
                  <a:alpha val="43000"/>
                </a:prstClr>
              </a:outerShdw>
            </a:effectLst>
          </p:spPr>
          <p:txBody>
            <a:bodyPr/>
            <a:lstStyle/>
            <a:p>
              <a:pPr fontAlgn="auto">
                <a:lnSpc>
                  <a:spcPct val="120000"/>
                </a:lnSpc>
                <a:defRPr/>
              </a:pPr>
              <a:endParaRPr lang="en-US">
                <a:latin typeface="+mn-lt"/>
                <a:cs typeface="+mn-cs"/>
              </a:endParaRPr>
            </a:p>
          </p:txBody>
        </p:sp>
        <p:sp>
          <p:nvSpPr>
            <p:cNvPr id="33" name="TextBox 18"/>
            <p:cNvSpPr txBox="1"/>
            <p:nvPr>
              <p:custDataLst>
                <p:tags r:id="rId4"/>
              </p:custDataLst>
            </p:nvPr>
          </p:nvSpPr>
          <p:spPr>
            <a:xfrm>
              <a:off x="1696039" y="2045551"/>
              <a:ext cx="945313" cy="785689"/>
            </a:xfrm>
            <a:prstGeom prst="rect">
              <a:avLst/>
            </a:prstGeom>
            <a:noFill/>
          </p:spPr>
          <p:txBody>
            <a:bodyPr>
              <a:spAutoFit/>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fontAlgn="base">
                <a:spcBef>
                  <a:spcPct val="0"/>
                </a:spcBef>
                <a:spcAft>
                  <a:spcPct val="0"/>
                </a:spcAft>
                <a:defRPr>
                  <a:solidFill>
                    <a:schemeClr val="tx1"/>
                  </a:solidFill>
                  <a:latin typeface="Rockwell" panose="02060603020205020403" pitchFamily="18" charset="0"/>
                </a:defRPr>
              </a:lvl6pPr>
              <a:lvl7pPr marL="2971800" indent="-228600" fontAlgn="base">
                <a:spcBef>
                  <a:spcPct val="0"/>
                </a:spcBef>
                <a:spcAft>
                  <a:spcPct val="0"/>
                </a:spcAft>
                <a:defRPr>
                  <a:solidFill>
                    <a:schemeClr val="tx1"/>
                  </a:solidFill>
                  <a:latin typeface="Rockwell" panose="02060603020205020403" pitchFamily="18" charset="0"/>
                </a:defRPr>
              </a:lvl7pPr>
              <a:lvl8pPr marL="3429000" indent="-228600" fontAlgn="base">
                <a:spcBef>
                  <a:spcPct val="0"/>
                </a:spcBef>
                <a:spcAft>
                  <a:spcPct val="0"/>
                </a:spcAft>
                <a:defRPr>
                  <a:solidFill>
                    <a:schemeClr val="tx1"/>
                  </a:solidFill>
                  <a:latin typeface="Rockwell" panose="02060603020205020403" pitchFamily="18" charset="0"/>
                </a:defRPr>
              </a:lvl8pPr>
              <a:lvl9pPr marL="3886200" indent="-228600" fontAlgn="base">
                <a:spcBef>
                  <a:spcPct val="0"/>
                </a:spcBef>
                <a:spcAft>
                  <a:spcPct val="0"/>
                </a:spcAft>
                <a:defRPr>
                  <a:solidFill>
                    <a:schemeClr val="tx1"/>
                  </a:solidFill>
                  <a:latin typeface="Rockwell" panose="02060603020205020403" pitchFamily="18" charset="0"/>
                </a:defRPr>
              </a:lvl9pPr>
            </a:lstStyle>
            <a:p>
              <a:pPr>
                <a:lnSpc>
                  <a:spcPct val="120000"/>
                </a:lnSpc>
              </a:pPr>
              <a:r>
                <a:rPr lang="en-US" altLang="zh-CN" sz="3600" dirty="0" smtClean="0">
                  <a:solidFill>
                    <a:schemeClr val="bg1"/>
                  </a:solidFill>
                  <a:latin typeface="思源黑体" panose="020B0500000000000000" pitchFamily="34" charset="-122"/>
                  <a:ea typeface="思源黑体" panose="020B0500000000000000" pitchFamily="34" charset="-122"/>
                </a:rPr>
                <a:t>01</a:t>
              </a:r>
              <a:endParaRPr lang="en-US" altLang="zh-CN" sz="3600" dirty="0">
                <a:solidFill>
                  <a:schemeClr val="bg1"/>
                </a:solidFill>
                <a:latin typeface="思源黑体" panose="020B0500000000000000" pitchFamily="34" charset="-122"/>
                <a:ea typeface="思源黑体" panose="020B0500000000000000" pitchFamily="34" charset="-122"/>
              </a:endParaRPr>
            </a:p>
          </p:txBody>
        </p:sp>
        <p:sp>
          <p:nvSpPr>
            <p:cNvPr id="34" name="文本框 33"/>
            <p:cNvSpPr txBox="1"/>
            <p:nvPr>
              <p:custDataLst>
                <p:tags r:id="rId5"/>
              </p:custDataLst>
            </p:nvPr>
          </p:nvSpPr>
          <p:spPr>
            <a:xfrm>
              <a:off x="1607478" y="4235411"/>
              <a:ext cx="2668885" cy="1837415"/>
            </a:xfrm>
            <a:prstGeom prst="rect">
              <a:avLst/>
            </a:prstGeom>
            <a:noFill/>
          </p:spPr>
          <p:txBody>
            <a:bodyPr wrap="square" rtlCol="0">
              <a:spAutoFit/>
            </a:bodyPr>
            <a:lstStyle/>
            <a:p>
              <a:pPr>
                <a:lnSpc>
                  <a:spcPct val="120000"/>
                </a:lnSpc>
              </a:pPr>
              <a:r>
                <a:rPr lang="en-US" altLang="zh-CN" sz="1200" dirty="0" smtClean="0">
                  <a:solidFill>
                    <a:schemeClr val="tx1"/>
                  </a:solidFill>
                  <a:latin typeface="Noto Sans SC" panose="020B0200000000000000" charset="-122"/>
                  <a:ea typeface="Noto Sans SC" panose="020B0200000000000000" charset="-122"/>
                  <a:cs typeface="Noto Sans SC" panose="020B0200000000000000" charset="-122"/>
                </a:rPr>
                <a:t>1.A</a:t>
              </a:r>
              <a:r>
                <a:rPr lang="zh-CN" altLang="en-US" sz="1200" dirty="0" smtClean="0">
                  <a:solidFill>
                    <a:schemeClr val="tx1"/>
                  </a:solidFill>
                  <a:latin typeface="Noto Sans SC" panose="020B0200000000000000" charset="-122"/>
                  <a:ea typeface="Noto Sans SC" panose="020B0200000000000000" charset="-122"/>
                  <a:cs typeface="Noto Sans SC" panose="020B0200000000000000" charset="-122"/>
                </a:rPr>
                <a:t>及其衍生物（</a:t>
              </a:r>
              <a:r>
                <a:rPr lang="en-US" altLang="zh-CN" sz="1200" dirty="0" smtClean="0">
                  <a:solidFill>
                    <a:schemeClr val="tx1"/>
                  </a:solidFill>
                  <a:latin typeface="Noto Sans SC" panose="020B0200000000000000" charset="-122"/>
                  <a:ea typeface="Noto Sans SC" panose="020B0200000000000000" charset="-122"/>
                  <a:cs typeface="Noto Sans SC" panose="020B0200000000000000" charset="-122"/>
                </a:rPr>
                <a:t>D Lite、Theta*）</a:t>
              </a:r>
              <a:r>
                <a:rPr lang="zh-CN" altLang="en-US" sz="1200" dirty="0" smtClean="0">
                  <a:solidFill>
                    <a:schemeClr val="tx1"/>
                  </a:solidFill>
                  <a:latin typeface="Noto Sans SC" panose="020B0200000000000000" charset="-122"/>
                  <a:ea typeface="Noto Sans SC" panose="020B0200000000000000" charset="-122"/>
                  <a:cs typeface="Noto Sans SC" panose="020B0200000000000000" charset="-122"/>
                </a:rPr>
                <a:t>路径搜索成熟，但多用于二维；</a:t>
              </a:r>
              <a:endParaRPr lang="zh-CN" altLang="en-US" sz="1200" dirty="0" smtClean="0">
                <a:solidFill>
                  <a:schemeClr val="tx1"/>
                </a:solidFill>
                <a:latin typeface="Noto Sans SC" panose="020B0200000000000000" charset="-122"/>
                <a:ea typeface="Noto Sans SC" panose="020B0200000000000000" charset="-122"/>
                <a:cs typeface="Noto Sans SC" panose="020B0200000000000000" charset="-122"/>
              </a:endParaRPr>
            </a:p>
            <a:p>
              <a:pPr>
                <a:lnSpc>
                  <a:spcPct val="120000"/>
                </a:lnSpc>
              </a:pPr>
              <a:r>
                <a:rPr lang="en-US" altLang="zh-CN" sz="1200" dirty="0" smtClean="0">
                  <a:solidFill>
                    <a:schemeClr val="tx1"/>
                  </a:solidFill>
                  <a:latin typeface="Noto Sans SC" panose="020B0200000000000000" charset="-122"/>
                  <a:ea typeface="Noto Sans SC" panose="020B0200000000000000" charset="-122"/>
                  <a:cs typeface="Noto Sans SC" panose="020B0200000000000000" charset="-122"/>
                </a:rPr>
                <a:t>2.</a:t>
              </a:r>
              <a:r>
                <a:rPr lang="zh-CN" altLang="en-US" sz="1200" dirty="0" smtClean="0">
                  <a:solidFill>
                    <a:schemeClr val="tx1"/>
                  </a:solidFill>
                  <a:latin typeface="Noto Sans SC" panose="020B0200000000000000" charset="-122"/>
                  <a:ea typeface="Noto Sans SC" panose="020B0200000000000000" charset="-122"/>
                  <a:cs typeface="Noto Sans SC" panose="020B0200000000000000" charset="-122"/>
                </a:rPr>
                <a:t>人工势场法实时性强，但存在局部极小值问题；</a:t>
              </a:r>
              <a:endParaRPr lang="zh-CN" altLang="en-US" sz="1200" dirty="0" smtClean="0">
                <a:solidFill>
                  <a:schemeClr val="tx1"/>
                </a:solidFill>
                <a:latin typeface="Noto Sans SC" panose="020B0200000000000000" charset="-122"/>
                <a:ea typeface="Noto Sans SC" panose="020B0200000000000000" charset="-122"/>
                <a:cs typeface="Noto Sans SC" panose="020B0200000000000000" charset="-122"/>
              </a:endParaRPr>
            </a:p>
            <a:p>
              <a:pPr>
                <a:lnSpc>
                  <a:spcPct val="120000"/>
                </a:lnSpc>
              </a:pPr>
              <a:r>
                <a:rPr lang="en-US" altLang="zh-CN" sz="1200" dirty="0" smtClean="0">
                  <a:solidFill>
                    <a:schemeClr val="tx1"/>
                  </a:solidFill>
                  <a:latin typeface="Noto Sans SC" panose="020B0200000000000000" charset="-122"/>
                  <a:ea typeface="Noto Sans SC" panose="020B0200000000000000" charset="-122"/>
                  <a:cs typeface="Noto Sans SC" panose="020B0200000000000000" charset="-122"/>
                </a:rPr>
                <a:t>3.CBMBA A*（Zhang</a:t>
              </a:r>
              <a:r>
                <a:rPr lang="zh-CN" altLang="en-US" sz="1200" dirty="0" smtClean="0">
                  <a:solidFill>
                    <a:schemeClr val="tx1"/>
                  </a:solidFill>
                  <a:latin typeface="Noto Sans SC" panose="020B0200000000000000" charset="-122"/>
                  <a:ea typeface="Noto Sans SC" panose="020B0200000000000000" charset="-122"/>
                  <a:cs typeface="Noto Sans SC" panose="020B0200000000000000" charset="-122"/>
                </a:rPr>
                <a:t>等，2026）针对密集障碍优化，但尚未验证三维建筑群场景。</a:t>
              </a:r>
              <a:endParaRPr lang="zh-CN" altLang="en-US" sz="1200" dirty="0" smtClean="0">
                <a:solidFill>
                  <a:schemeClr val="tx1"/>
                </a:solidFill>
                <a:latin typeface="Noto Sans SC" panose="020B0200000000000000" charset="-122"/>
                <a:ea typeface="Noto Sans SC" panose="020B0200000000000000" charset="-122"/>
                <a:cs typeface="Noto Sans SC" panose="020B0200000000000000" charset="-122"/>
              </a:endParaRPr>
            </a:p>
          </p:txBody>
        </p:sp>
        <p:grpSp>
          <p:nvGrpSpPr>
            <p:cNvPr id="35" name="组合 216"/>
            <p:cNvGrpSpPr/>
            <p:nvPr/>
          </p:nvGrpSpPr>
          <p:grpSpPr bwMode="auto">
            <a:xfrm>
              <a:off x="3419075" y="2282206"/>
              <a:ext cx="614951" cy="465338"/>
              <a:chOff x="3192968" y="2571029"/>
              <a:chExt cx="1012825" cy="766763"/>
            </a:xfrm>
            <a:solidFill>
              <a:srgbClr val="0B2C4F"/>
            </a:solidFill>
            <a:effectLst>
              <a:outerShdw blurRad="38100" sx="101000" sy="101000" algn="ctr" rotWithShape="0">
                <a:prstClr val="black">
                  <a:alpha val="40000"/>
                </a:prstClr>
              </a:outerShdw>
            </a:effectLst>
          </p:grpSpPr>
          <p:sp>
            <p:nvSpPr>
              <p:cNvPr id="36" name="Freeform 74"/>
              <p:cNvSpPr>
                <a:spLocks noEditPoints="1"/>
              </p:cNvSpPr>
              <p:nvPr>
                <p:custDataLst>
                  <p:tags r:id="rId6"/>
                </p:custDataLst>
              </p:nvPr>
            </p:nvSpPr>
            <p:spPr bwMode="auto">
              <a:xfrm>
                <a:off x="3484175" y="3081969"/>
                <a:ext cx="649932" cy="240826"/>
              </a:xfrm>
              <a:custGeom>
                <a:avLst/>
                <a:gdLst>
                  <a:gd name="T0" fmla="*/ 0 w 173"/>
                  <a:gd name="T1" fmla="*/ 12 h 64"/>
                  <a:gd name="T2" fmla="*/ 0 w 173"/>
                  <a:gd name="T3" fmla="*/ 52 h 64"/>
                  <a:gd name="T4" fmla="*/ 12 w 173"/>
                  <a:gd name="T5" fmla="*/ 64 h 64"/>
                  <a:gd name="T6" fmla="*/ 173 w 173"/>
                  <a:gd name="T7" fmla="*/ 64 h 64"/>
                  <a:gd name="T8" fmla="*/ 173 w 173"/>
                  <a:gd name="T9" fmla="*/ 54 h 64"/>
                  <a:gd name="T10" fmla="*/ 162 w 173"/>
                  <a:gd name="T11" fmla="*/ 54 h 64"/>
                  <a:gd name="T12" fmla="*/ 159 w 173"/>
                  <a:gd name="T13" fmla="*/ 34 h 64"/>
                  <a:gd name="T14" fmla="*/ 164 w 173"/>
                  <a:gd name="T15" fmla="*/ 10 h 64"/>
                  <a:gd name="T16" fmla="*/ 173 w 173"/>
                  <a:gd name="T17" fmla="*/ 10 h 64"/>
                  <a:gd name="T18" fmla="*/ 173 w 173"/>
                  <a:gd name="T19" fmla="*/ 0 h 64"/>
                  <a:gd name="T20" fmla="*/ 12 w 173"/>
                  <a:gd name="T21" fmla="*/ 0 h 64"/>
                  <a:gd name="T22" fmla="*/ 0 w 173"/>
                  <a:gd name="T23" fmla="*/ 12 h 64"/>
                  <a:gd name="T24" fmla="*/ 150 w 173"/>
                  <a:gd name="T25" fmla="*/ 21 h 64"/>
                  <a:gd name="T26" fmla="*/ 149 w 173"/>
                  <a:gd name="T27" fmla="*/ 30 h 64"/>
                  <a:gd name="T28" fmla="*/ 25 w 173"/>
                  <a:gd name="T29" fmla="*/ 30 h 64"/>
                  <a:gd name="T30" fmla="*/ 25 w 173"/>
                  <a:gd name="T31" fmla="*/ 34 h 64"/>
                  <a:gd name="T32" fmla="*/ 149 w 173"/>
                  <a:gd name="T33" fmla="*/ 34 h 64"/>
                  <a:gd name="T34" fmla="*/ 150 w 173"/>
                  <a:gd name="T35" fmla="*/ 43 h 64"/>
                  <a:gd name="T36" fmla="*/ 26 w 173"/>
                  <a:gd name="T37" fmla="*/ 43 h 64"/>
                  <a:gd name="T38" fmla="*/ 26 w 173"/>
                  <a:gd name="T39" fmla="*/ 47 h 64"/>
                  <a:gd name="T40" fmla="*/ 150 w 173"/>
                  <a:gd name="T41" fmla="*/ 47 h 64"/>
                  <a:gd name="T42" fmla="*/ 152 w 173"/>
                  <a:gd name="T43" fmla="*/ 54 h 64"/>
                  <a:gd name="T44" fmla="*/ 12 w 173"/>
                  <a:gd name="T45" fmla="*/ 54 h 64"/>
                  <a:gd name="T46" fmla="*/ 10 w 173"/>
                  <a:gd name="T47" fmla="*/ 52 h 64"/>
                  <a:gd name="T48" fmla="*/ 10 w 173"/>
                  <a:gd name="T49" fmla="*/ 12 h 64"/>
                  <a:gd name="T50" fmla="*/ 12 w 173"/>
                  <a:gd name="T51" fmla="*/ 10 h 64"/>
                  <a:gd name="T52" fmla="*/ 153 w 173"/>
                  <a:gd name="T53" fmla="*/ 10 h 64"/>
                  <a:gd name="T54" fmla="*/ 151 w 173"/>
                  <a:gd name="T55" fmla="*/ 17 h 64"/>
                  <a:gd name="T56" fmla="*/ 26 w 173"/>
                  <a:gd name="T57" fmla="*/ 17 h 64"/>
                  <a:gd name="T58" fmla="*/ 26 w 173"/>
                  <a:gd name="T59" fmla="*/ 21 h 64"/>
                  <a:gd name="T60" fmla="*/ 150 w 173"/>
                  <a:gd name="T61"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3" h="64">
                    <a:moveTo>
                      <a:pt x="0" y="12"/>
                    </a:moveTo>
                    <a:cubicBezTo>
                      <a:pt x="0" y="52"/>
                      <a:pt x="0" y="52"/>
                      <a:pt x="0" y="52"/>
                    </a:cubicBezTo>
                    <a:cubicBezTo>
                      <a:pt x="0" y="59"/>
                      <a:pt x="6" y="64"/>
                      <a:pt x="12" y="64"/>
                    </a:cubicBezTo>
                    <a:cubicBezTo>
                      <a:pt x="173" y="64"/>
                      <a:pt x="173" y="64"/>
                      <a:pt x="173" y="64"/>
                    </a:cubicBezTo>
                    <a:cubicBezTo>
                      <a:pt x="173" y="54"/>
                      <a:pt x="173" y="54"/>
                      <a:pt x="173" y="54"/>
                    </a:cubicBezTo>
                    <a:cubicBezTo>
                      <a:pt x="162" y="54"/>
                      <a:pt x="162" y="54"/>
                      <a:pt x="162" y="54"/>
                    </a:cubicBezTo>
                    <a:cubicBezTo>
                      <a:pt x="161" y="50"/>
                      <a:pt x="159" y="43"/>
                      <a:pt x="159" y="34"/>
                    </a:cubicBezTo>
                    <a:cubicBezTo>
                      <a:pt x="159" y="23"/>
                      <a:pt x="162" y="15"/>
                      <a:pt x="164" y="10"/>
                    </a:cubicBezTo>
                    <a:cubicBezTo>
                      <a:pt x="173" y="10"/>
                      <a:pt x="173" y="10"/>
                      <a:pt x="173" y="10"/>
                    </a:cubicBezTo>
                    <a:cubicBezTo>
                      <a:pt x="173" y="0"/>
                      <a:pt x="173" y="0"/>
                      <a:pt x="173" y="0"/>
                    </a:cubicBezTo>
                    <a:cubicBezTo>
                      <a:pt x="12" y="0"/>
                      <a:pt x="12" y="0"/>
                      <a:pt x="12" y="0"/>
                    </a:cubicBezTo>
                    <a:cubicBezTo>
                      <a:pt x="6" y="0"/>
                      <a:pt x="0" y="5"/>
                      <a:pt x="0" y="12"/>
                    </a:cubicBezTo>
                    <a:close/>
                    <a:moveTo>
                      <a:pt x="150" y="21"/>
                    </a:moveTo>
                    <a:cubicBezTo>
                      <a:pt x="150" y="24"/>
                      <a:pt x="149" y="27"/>
                      <a:pt x="149" y="30"/>
                    </a:cubicBezTo>
                    <a:cubicBezTo>
                      <a:pt x="25" y="30"/>
                      <a:pt x="25" y="30"/>
                      <a:pt x="25" y="30"/>
                    </a:cubicBezTo>
                    <a:cubicBezTo>
                      <a:pt x="25" y="34"/>
                      <a:pt x="25" y="34"/>
                      <a:pt x="25" y="34"/>
                    </a:cubicBezTo>
                    <a:cubicBezTo>
                      <a:pt x="149" y="34"/>
                      <a:pt x="149" y="34"/>
                      <a:pt x="149" y="34"/>
                    </a:cubicBezTo>
                    <a:cubicBezTo>
                      <a:pt x="149" y="37"/>
                      <a:pt x="149" y="40"/>
                      <a:pt x="150" y="43"/>
                    </a:cubicBezTo>
                    <a:cubicBezTo>
                      <a:pt x="26" y="43"/>
                      <a:pt x="26" y="43"/>
                      <a:pt x="26" y="43"/>
                    </a:cubicBezTo>
                    <a:cubicBezTo>
                      <a:pt x="26" y="47"/>
                      <a:pt x="26" y="47"/>
                      <a:pt x="26" y="47"/>
                    </a:cubicBezTo>
                    <a:cubicBezTo>
                      <a:pt x="150" y="47"/>
                      <a:pt x="150" y="47"/>
                      <a:pt x="150" y="47"/>
                    </a:cubicBezTo>
                    <a:cubicBezTo>
                      <a:pt x="151" y="50"/>
                      <a:pt x="151" y="52"/>
                      <a:pt x="152" y="54"/>
                    </a:cubicBezTo>
                    <a:cubicBezTo>
                      <a:pt x="12" y="54"/>
                      <a:pt x="12" y="54"/>
                      <a:pt x="12" y="54"/>
                    </a:cubicBezTo>
                    <a:cubicBezTo>
                      <a:pt x="11" y="54"/>
                      <a:pt x="10" y="53"/>
                      <a:pt x="10" y="52"/>
                    </a:cubicBezTo>
                    <a:cubicBezTo>
                      <a:pt x="10" y="12"/>
                      <a:pt x="10" y="12"/>
                      <a:pt x="10" y="12"/>
                    </a:cubicBezTo>
                    <a:cubicBezTo>
                      <a:pt x="10" y="11"/>
                      <a:pt x="11" y="10"/>
                      <a:pt x="12" y="10"/>
                    </a:cubicBezTo>
                    <a:cubicBezTo>
                      <a:pt x="153" y="10"/>
                      <a:pt x="153" y="10"/>
                      <a:pt x="153" y="10"/>
                    </a:cubicBezTo>
                    <a:cubicBezTo>
                      <a:pt x="152" y="12"/>
                      <a:pt x="152" y="14"/>
                      <a:pt x="151" y="17"/>
                    </a:cubicBezTo>
                    <a:cubicBezTo>
                      <a:pt x="26" y="17"/>
                      <a:pt x="26" y="17"/>
                      <a:pt x="26" y="17"/>
                    </a:cubicBezTo>
                    <a:cubicBezTo>
                      <a:pt x="26" y="21"/>
                      <a:pt x="26" y="21"/>
                      <a:pt x="26" y="21"/>
                    </a:cubicBezTo>
                    <a:lnTo>
                      <a:pt x="150" y="21"/>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37" name="Freeform 75"/>
              <p:cNvSpPr>
                <a:spLocks noEditPoints="1"/>
              </p:cNvSpPr>
              <p:nvPr>
                <p:custDataLst>
                  <p:tags r:id="rId7"/>
                </p:custDataLst>
              </p:nvPr>
            </p:nvSpPr>
            <p:spPr bwMode="auto">
              <a:xfrm>
                <a:off x="3472139" y="2808028"/>
                <a:ext cx="652942" cy="243837"/>
              </a:xfrm>
              <a:custGeom>
                <a:avLst/>
                <a:gdLst>
                  <a:gd name="T0" fmla="*/ 12 w 173"/>
                  <a:gd name="T1" fmla="*/ 65 h 65"/>
                  <a:gd name="T2" fmla="*/ 173 w 173"/>
                  <a:gd name="T3" fmla="*/ 65 h 65"/>
                  <a:gd name="T4" fmla="*/ 173 w 173"/>
                  <a:gd name="T5" fmla="*/ 55 h 65"/>
                  <a:gd name="T6" fmla="*/ 162 w 173"/>
                  <a:gd name="T7" fmla="*/ 55 h 65"/>
                  <a:gd name="T8" fmla="*/ 159 w 173"/>
                  <a:gd name="T9" fmla="*/ 35 h 65"/>
                  <a:gd name="T10" fmla="*/ 164 w 173"/>
                  <a:gd name="T11" fmla="*/ 10 h 65"/>
                  <a:gd name="T12" fmla="*/ 173 w 173"/>
                  <a:gd name="T13" fmla="*/ 10 h 65"/>
                  <a:gd name="T14" fmla="*/ 173 w 173"/>
                  <a:gd name="T15" fmla="*/ 0 h 65"/>
                  <a:gd name="T16" fmla="*/ 12 w 173"/>
                  <a:gd name="T17" fmla="*/ 0 h 65"/>
                  <a:gd name="T18" fmla="*/ 0 w 173"/>
                  <a:gd name="T19" fmla="*/ 12 h 65"/>
                  <a:gd name="T20" fmla="*/ 0 w 173"/>
                  <a:gd name="T21" fmla="*/ 53 h 65"/>
                  <a:gd name="T22" fmla="*/ 12 w 173"/>
                  <a:gd name="T23" fmla="*/ 65 h 65"/>
                  <a:gd name="T24" fmla="*/ 10 w 173"/>
                  <a:gd name="T25" fmla="*/ 12 h 65"/>
                  <a:gd name="T26" fmla="*/ 12 w 173"/>
                  <a:gd name="T27" fmla="*/ 10 h 65"/>
                  <a:gd name="T28" fmla="*/ 153 w 173"/>
                  <a:gd name="T29" fmla="*/ 10 h 65"/>
                  <a:gd name="T30" fmla="*/ 151 w 173"/>
                  <a:gd name="T31" fmla="*/ 17 h 65"/>
                  <a:gd name="T32" fmla="*/ 26 w 173"/>
                  <a:gd name="T33" fmla="*/ 17 h 65"/>
                  <a:gd name="T34" fmla="*/ 26 w 173"/>
                  <a:gd name="T35" fmla="*/ 22 h 65"/>
                  <a:gd name="T36" fmla="*/ 150 w 173"/>
                  <a:gd name="T37" fmla="*/ 22 h 65"/>
                  <a:gd name="T38" fmla="*/ 149 w 173"/>
                  <a:gd name="T39" fmla="*/ 30 h 65"/>
                  <a:gd name="T40" fmla="*/ 25 w 173"/>
                  <a:gd name="T41" fmla="*/ 30 h 65"/>
                  <a:gd name="T42" fmla="*/ 25 w 173"/>
                  <a:gd name="T43" fmla="*/ 35 h 65"/>
                  <a:gd name="T44" fmla="*/ 149 w 173"/>
                  <a:gd name="T45" fmla="*/ 35 h 65"/>
                  <a:gd name="T46" fmla="*/ 150 w 173"/>
                  <a:gd name="T47" fmla="*/ 43 h 65"/>
                  <a:gd name="T48" fmla="*/ 26 w 173"/>
                  <a:gd name="T49" fmla="*/ 43 h 65"/>
                  <a:gd name="T50" fmla="*/ 26 w 173"/>
                  <a:gd name="T51" fmla="*/ 48 h 65"/>
                  <a:gd name="T52" fmla="*/ 150 w 173"/>
                  <a:gd name="T53" fmla="*/ 48 h 65"/>
                  <a:gd name="T54" fmla="*/ 152 w 173"/>
                  <a:gd name="T55" fmla="*/ 55 h 65"/>
                  <a:gd name="T56" fmla="*/ 12 w 173"/>
                  <a:gd name="T57" fmla="*/ 55 h 65"/>
                  <a:gd name="T58" fmla="*/ 10 w 173"/>
                  <a:gd name="T59" fmla="*/ 53 h 65"/>
                  <a:gd name="T60" fmla="*/ 10 w 173"/>
                  <a:gd name="T61" fmla="*/ 1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3" h="65">
                    <a:moveTo>
                      <a:pt x="12" y="65"/>
                    </a:moveTo>
                    <a:cubicBezTo>
                      <a:pt x="173" y="65"/>
                      <a:pt x="173" y="65"/>
                      <a:pt x="173" y="65"/>
                    </a:cubicBezTo>
                    <a:cubicBezTo>
                      <a:pt x="173" y="55"/>
                      <a:pt x="173" y="55"/>
                      <a:pt x="173" y="55"/>
                    </a:cubicBezTo>
                    <a:cubicBezTo>
                      <a:pt x="162" y="55"/>
                      <a:pt x="162" y="55"/>
                      <a:pt x="162" y="55"/>
                    </a:cubicBezTo>
                    <a:cubicBezTo>
                      <a:pt x="161" y="50"/>
                      <a:pt x="159" y="43"/>
                      <a:pt x="159" y="35"/>
                    </a:cubicBezTo>
                    <a:cubicBezTo>
                      <a:pt x="159" y="23"/>
                      <a:pt x="162" y="15"/>
                      <a:pt x="164" y="10"/>
                    </a:cubicBezTo>
                    <a:cubicBezTo>
                      <a:pt x="173" y="10"/>
                      <a:pt x="173" y="10"/>
                      <a:pt x="173" y="10"/>
                    </a:cubicBezTo>
                    <a:cubicBezTo>
                      <a:pt x="173" y="0"/>
                      <a:pt x="173" y="0"/>
                      <a:pt x="173" y="0"/>
                    </a:cubicBezTo>
                    <a:cubicBezTo>
                      <a:pt x="12" y="0"/>
                      <a:pt x="12" y="0"/>
                      <a:pt x="12" y="0"/>
                    </a:cubicBezTo>
                    <a:cubicBezTo>
                      <a:pt x="6" y="0"/>
                      <a:pt x="0" y="6"/>
                      <a:pt x="0" y="12"/>
                    </a:cubicBezTo>
                    <a:cubicBezTo>
                      <a:pt x="0" y="53"/>
                      <a:pt x="0" y="53"/>
                      <a:pt x="0" y="53"/>
                    </a:cubicBezTo>
                    <a:cubicBezTo>
                      <a:pt x="0" y="59"/>
                      <a:pt x="6" y="65"/>
                      <a:pt x="12" y="65"/>
                    </a:cubicBezTo>
                    <a:close/>
                    <a:moveTo>
                      <a:pt x="10" y="12"/>
                    </a:moveTo>
                    <a:cubicBezTo>
                      <a:pt x="10" y="11"/>
                      <a:pt x="11" y="10"/>
                      <a:pt x="12" y="10"/>
                    </a:cubicBezTo>
                    <a:cubicBezTo>
                      <a:pt x="153" y="10"/>
                      <a:pt x="153" y="10"/>
                      <a:pt x="153" y="10"/>
                    </a:cubicBezTo>
                    <a:cubicBezTo>
                      <a:pt x="152" y="13"/>
                      <a:pt x="152" y="15"/>
                      <a:pt x="151" y="17"/>
                    </a:cubicBezTo>
                    <a:cubicBezTo>
                      <a:pt x="26" y="17"/>
                      <a:pt x="26" y="17"/>
                      <a:pt x="26" y="17"/>
                    </a:cubicBezTo>
                    <a:cubicBezTo>
                      <a:pt x="26" y="22"/>
                      <a:pt x="26" y="22"/>
                      <a:pt x="26" y="22"/>
                    </a:cubicBezTo>
                    <a:cubicBezTo>
                      <a:pt x="150" y="22"/>
                      <a:pt x="150" y="22"/>
                      <a:pt x="150" y="22"/>
                    </a:cubicBezTo>
                    <a:cubicBezTo>
                      <a:pt x="150" y="25"/>
                      <a:pt x="149" y="27"/>
                      <a:pt x="149" y="30"/>
                    </a:cubicBezTo>
                    <a:cubicBezTo>
                      <a:pt x="25" y="30"/>
                      <a:pt x="25" y="30"/>
                      <a:pt x="25" y="30"/>
                    </a:cubicBezTo>
                    <a:cubicBezTo>
                      <a:pt x="25" y="35"/>
                      <a:pt x="25" y="35"/>
                      <a:pt x="25" y="35"/>
                    </a:cubicBezTo>
                    <a:cubicBezTo>
                      <a:pt x="149" y="35"/>
                      <a:pt x="149" y="35"/>
                      <a:pt x="149" y="35"/>
                    </a:cubicBezTo>
                    <a:cubicBezTo>
                      <a:pt x="149" y="38"/>
                      <a:pt x="149" y="41"/>
                      <a:pt x="150" y="43"/>
                    </a:cubicBezTo>
                    <a:cubicBezTo>
                      <a:pt x="26" y="43"/>
                      <a:pt x="26" y="43"/>
                      <a:pt x="26" y="43"/>
                    </a:cubicBezTo>
                    <a:cubicBezTo>
                      <a:pt x="26" y="48"/>
                      <a:pt x="26" y="48"/>
                      <a:pt x="26" y="48"/>
                    </a:cubicBezTo>
                    <a:cubicBezTo>
                      <a:pt x="150" y="48"/>
                      <a:pt x="150" y="48"/>
                      <a:pt x="150" y="48"/>
                    </a:cubicBezTo>
                    <a:cubicBezTo>
                      <a:pt x="151" y="50"/>
                      <a:pt x="151" y="53"/>
                      <a:pt x="152" y="55"/>
                    </a:cubicBezTo>
                    <a:cubicBezTo>
                      <a:pt x="12" y="55"/>
                      <a:pt x="12" y="55"/>
                      <a:pt x="12" y="55"/>
                    </a:cubicBezTo>
                    <a:cubicBezTo>
                      <a:pt x="11" y="55"/>
                      <a:pt x="10" y="54"/>
                      <a:pt x="10" y="53"/>
                    </a:cubicBezTo>
                    <a:lnTo>
                      <a:pt x="10" y="12"/>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38" name="Freeform 76"/>
              <p:cNvSpPr>
                <a:spLocks noEditPoints="1"/>
              </p:cNvSpPr>
              <p:nvPr>
                <p:custDataLst>
                  <p:tags r:id="rId8"/>
                </p:custDataLst>
              </p:nvPr>
            </p:nvSpPr>
            <p:spPr bwMode="auto">
              <a:xfrm>
                <a:off x="3192308" y="2750833"/>
                <a:ext cx="279831" cy="587012"/>
              </a:xfrm>
              <a:custGeom>
                <a:avLst/>
                <a:gdLst>
                  <a:gd name="T0" fmla="*/ 65 w 75"/>
                  <a:gd name="T1" fmla="*/ 16 h 156"/>
                  <a:gd name="T2" fmla="*/ 48 w 75"/>
                  <a:gd name="T3" fmla="*/ 16 h 156"/>
                  <a:gd name="T4" fmla="*/ 27 w 75"/>
                  <a:gd name="T5" fmla="*/ 9 h 156"/>
                  <a:gd name="T6" fmla="*/ 28 w 75"/>
                  <a:gd name="T7" fmla="*/ 2 h 156"/>
                  <a:gd name="T8" fmla="*/ 19 w 75"/>
                  <a:gd name="T9" fmla="*/ 0 h 156"/>
                  <a:gd name="T10" fmla="*/ 1 w 75"/>
                  <a:gd name="T11" fmla="*/ 139 h 156"/>
                  <a:gd name="T12" fmla="*/ 10 w 75"/>
                  <a:gd name="T13" fmla="*/ 150 h 156"/>
                  <a:gd name="T14" fmla="*/ 45 w 75"/>
                  <a:gd name="T15" fmla="*/ 155 h 156"/>
                  <a:gd name="T16" fmla="*/ 57 w 75"/>
                  <a:gd name="T17" fmla="*/ 146 h 156"/>
                  <a:gd name="T18" fmla="*/ 75 w 75"/>
                  <a:gd name="T19" fmla="*/ 8 h 156"/>
                  <a:gd name="T20" fmla="*/ 67 w 75"/>
                  <a:gd name="T21" fmla="*/ 7 h 156"/>
                  <a:gd name="T22" fmla="*/ 65 w 75"/>
                  <a:gd name="T23" fmla="*/ 16 h 156"/>
                  <a:gd name="T24" fmla="*/ 48 w 75"/>
                  <a:gd name="T25" fmla="*/ 145 h 156"/>
                  <a:gd name="T26" fmla="*/ 46 w 75"/>
                  <a:gd name="T27" fmla="*/ 146 h 156"/>
                  <a:gd name="T28" fmla="*/ 11 w 75"/>
                  <a:gd name="T29" fmla="*/ 142 h 156"/>
                  <a:gd name="T30" fmla="*/ 10 w 75"/>
                  <a:gd name="T31" fmla="*/ 140 h 156"/>
                  <a:gd name="T32" fmla="*/ 26 w 75"/>
                  <a:gd name="T33" fmla="*/ 18 h 156"/>
                  <a:gd name="T34" fmla="*/ 32 w 75"/>
                  <a:gd name="T35" fmla="*/ 21 h 156"/>
                  <a:gd name="T36" fmla="*/ 17 w 75"/>
                  <a:gd name="T37" fmla="*/ 129 h 156"/>
                  <a:gd name="T38" fmla="*/ 21 w 75"/>
                  <a:gd name="T39" fmla="*/ 129 h 156"/>
                  <a:gd name="T40" fmla="*/ 35 w 75"/>
                  <a:gd name="T41" fmla="*/ 22 h 156"/>
                  <a:gd name="T42" fmla="*/ 43 w 75"/>
                  <a:gd name="T43" fmla="*/ 24 h 156"/>
                  <a:gd name="T44" fmla="*/ 28 w 75"/>
                  <a:gd name="T45" fmla="*/ 131 h 156"/>
                  <a:gd name="T46" fmla="*/ 32 w 75"/>
                  <a:gd name="T47" fmla="*/ 131 h 156"/>
                  <a:gd name="T48" fmla="*/ 47 w 75"/>
                  <a:gd name="T49" fmla="*/ 25 h 156"/>
                  <a:gd name="T50" fmla="*/ 54 w 75"/>
                  <a:gd name="T51" fmla="*/ 25 h 156"/>
                  <a:gd name="T52" fmla="*/ 40 w 75"/>
                  <a:gd name="T53" fmla="*/ 132 h 156"/>
                  <a:gd name="T54" fmla="*/ 43 w 75"/>
                  <a:gd name="T55" fmla="*/ 132 h 156"/>
                  <a:gd name="T56" fmla="*/ 58 w 75"/>
                  <a:gd name="T57" fmla="*/ 25 h 156"/>
                  <a:gd name="T58" fmla="*/ 64 w 75"/>
                  <a:gd name="T59" fmla="*/ 25 h 156"/>
                  <a:gd name="T60" fmla="*/ 48 w 75"/>
                  <a:gd name="T61" fmla="*/ 145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5" h="156">
                    <a:moveTo>
                      <a:pt x="65" y="16"/>
                    </a:moveTo>
                    <a:cubicBezTo>
                      <a:pt x="61" y="17"/>
                      <a:pt x="55" y="17"/>
                      <a:pt x="48" y="16"/>
                    </a:cubicBezTo>
                    <a:cubicBezTo>
                      <a:pt x="38" y="15"/>
                      <a:pt x="31" y="11"/>
                      <a:pt x="27" y="9"/>
                    </a:cubicBezTo>
                    <a:cubicBezTo>
                      <a:pt x="28" y="2"/>
                      <a:pt x="28" y="2"/>
                      <a:pt x="28" y="2"/>
                    </a:cubicBezTo>
                    <a:cubicBezTo>
                      <a:pt x="19" y="0"/>
                      <a:pt x="19" y="0"/>
                      <a:pt x="19" y="0"/>
                    </a:cubicBezTo>
                    <a:cubicBezTo>
                      <a:pt x="1" y="139"/>
                      <a:pt x="1" y="139"/>
                      <a:pt x="1" y="139"/>
                    </a:cubicBezTo>
                    <a:cubicBezTo>
                      <a:pt x="0" y="144"/>
                      <a:pt x="4" y="150"/>
                      <a:pt x="10" y="150"/>
                    </a:cubicBezTo>
                    <a:cubicBezTo>
                      <a:pt x="45" y="155"/>
                      <a:pt x="45" y="155"/>
                      <a:pt x="45" y="155"/>
                    </a:cubicBezTo>
                    <a:cubicBezTo>
                      <a:pt x="51" y="156"/>
                      <a:pt x="56" y="152"/>
                      <a:pt x="57" y="146"/>
                    </a:cubicBezTo>
                    <a:cubicBezTo>
                      <a:pt x="75" y="8"/>
                      <a:pt x="75" y="8"/>
                      <a:pt x="75" y="8"/>
                    </a:cubicBezTo>
                    <a:cubicBezTo>
                      <a:pt x="67" y="7"/>
                      <a:pt x="67" y="7"/>
                      <a:pt x="67" y="7"/>
                    </a:cubicBezTo>
                    <a:lnTo>
                      <a:pt x="65" y="16"/>
                    </a:lnTo>
                    <a:close/>
                    <a:moveTo>
                      <a:pt x="48" y="145"/>
                    </a:moveTo>
                    <a:cubicBezTo>
                      <a:pt x="48" y="146"/>
                      <a:pt x="47" y="147"/>
                      <a:pt x="46" y="146"/>
                    </a:cubicBezTo>
                    <a:cubicBezTo>
                      <a:pt x="11" y="142"/>
                      <a:pt x="11" y="142"/>
                      <a:pt x="11" y="142"/>
                    </a:cubicBezTo>
                    <a:cubicBezTo>
                      <a:pt x="10" y="142"/>
                      <a:pt x="10" y="141"/>
                      <a:pt x="10" y="140"/>
                    </a:cubicBezTo>
                    <a:cubicBezTo>
                      <a:pt x="26" y="18"/>
                      <a:pt x="26" y="18"/>
                      <a:pt x="26" y="18"/>
                    </a:cubicBezTo>
                    <a:cubicBezTo>
                      <a:pt x="28" y="19"/>
                      <a:pt x="30" y="20"/>
                      <a:pt x="32" y="21"/>
                    </a:cubicBezTo>
                    <a:cubicBezTo>
                      <a:pt x="17" y="129"/>
                      <a:pt x="17" y="129"/>
                      <a:pt x="17" y="129"/>
                    </a:cubicBezTo>
                    <a:cubicBezTo>
                      <a:pt x="21" y="129"/>
                      <a:pt x="21" y="129"/>
                      <a:pt x="21" y="129"/>
                    </a:cubicBezTo>
                    <a:cubicBezTo>
                      <a:pt x="35" y="22"/>
                      <a:pt x="35" y="22"/>
                      <a:pt x="35" y="22"/>
                    </a:cubicBezTo>
                    <a:cubicBezTo>
                      <a:pt x="38" y="23"/>
                      <a:pt x="40" y="23"/>
                      <a:pt x="43" y="24"/>
                    </a:cubicBezTo>
                    <a:cubicBezTo>
                      <a:pt x="28" y="131"/>
                      <a:pt x="28" y="131"/>
                      <a:pt x="28" y="131"/>
                    </a:cubicBezTo>
                    <a:cubicBezTo>
                      <a:pt x="32" y="131"/>
                      <a:pt x="32" y="131"/>
                      <a:pt x="32" y="131"/>
                    </a:cubicBezTo>
                    <a:cubicBezTo>
                      <a:pt x="47" y="25"/>
                      <a:pt x="47" y="25"/>
                      <a:pt x="47" y="25"/>
                    </a:cubicBezTo>
                    <a:cubicBezTo>
                      <a:pt x="49" y="25"/>
                      <a:pt x="51" y="25"/>
                      <a:pt x="54" y="25"/>
                    </a:cubicBezTo>
                    <a:cubicBezTo>
                      <a:pt x="40" y="132"/>
                      <a:pt x="40" y="132"/>
                      <a:pt x="40" y="132"/>
                    </a:cubicBezTo>
                    <a:cubicBezTo>
                      <a:pt x="43" y="132"/>
                      <a:pt x="43" y="132"/>
                      <a:pt x="43" y="132"/>
                    </a:cubicBezTo>
                    <a:cubicBezTo>
                      <a:pt x="58" y="25"/>
                      <a:pt x="58" y="25"/>
                      <a:pt x="58" y="25"/>
                    </a:cubicBezTo>
                    <a:cubicBezTo>
                      <a:pt x="60" y="25"/>
                      <a:pt x="62" y="25"/>
                      <a:pt x="64" y="25"/>
                    </a:cubicBezTo>
                    <a:lnTo>
                      <a:pt x="48" y="145"/>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39" name="Rectangle 77"/>
              <p:cNvSpPr>
                <a:spLocks noChangeArrowheads="1"/>
              </p:cNvSpPr>
              <p:nvPr>
                <p:custDataLst>
                  <p:tags r:id="rId9"/>
                </p:custDataLst>
              </p:nvPr>
            </p:nvSpPr>
            <p:spPr bwMode="auto">
              <a:xfrm>
                <a:off x="3664712" y="2570214"/>
                <a:ext cx="541610" cy="42145"/>
              </a:xfrm>
              <a:prstGeom prst="rect">
                <a:avLst/>
              </a:prstGeom>
              <a:solidFill>
                <a:srgbClr val="244C89"/>
              </a:solidFill>
              <a:ln>
                <a:no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40" name="Freeform 78"/>
              <p:cNvSpPr/>
              <p:nvPr>
                <p:custDataLst>
                  <p:tags r:id="rId10"/>
                </p:custDataLst>
              </p:nvPr>
            </p:nvSpPr>
            <p:spPr bwMode="auto">
              <a:xfrm>
                <a:off x="4146143" y="2621388"/>
                <a:ext cx="57171" cy="219755"/>
              </a:xfrm>
              <a:custGeom>
                <a:avLst/>
                <a:gdLst>
                  <a:gd name="T0" fmla="*/ 10 w 15"/>
                  <a:gd name="T1" fmla="*/ 0 h 58"/>
                  <a:gd name="T2" fmla="*/ 5 w 15"/>
                  <a:gd name="T3" fmla="*/ 0 h 58"/>
                  <a:gd name="T4" fmla="*/ 5 w 15"/>
                  <a:gd name="T5" fmla="*/ 38 h 58"/>
                  <a:gd name="T6" fmla="*/ 0 w 15"/>
                  <a:gd name="T7" fmla="*/ 50 h 58"/>
                  <a:gd name="T8" fmla="*/ 7 w 15"/>
                  <a:gd name="T9" fmla="*/ 58 h 58"/>
                  <a:gd name="T10" fmla="*/ 15 w 15"/>
                  <a:gd name="T11" fmla="*/ 50 h 58"/>
                  <a:gd name="T12" fmla="*/ 10 w 15"/>
                  <a:gd name="T13" fmla="*/ 38 h 58"/>
                  <a:gd name="T14" fmla="*/ 10 w 15"/>
                  <a:gd name="T15" fmla="*/ 0 h 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58">
                    <a:moveTo>
                      <a:pt x="10" y="0"/>
                    </a:moveTo>
                    <a:cubicBezTo>
                      <a:pt x="5" y="0"/>
                      <a:pt x="5" y="0"/>
                      <a:pt x="5" y="0"/>
                    </a:cubicBezTo>
                    <a:cubicBezTo>
                      <a:pt x="5" y="38"/>
                      <a:pt x="5" y="38"/>
                      <a:pt x="5" y="38"/>
                    </a:cubicBezTo>
                    <a:cubicBezTo>
                      <a:pt x="2" y="41"/>
                      <a:pt x="0" y="47"/>
                      <a:pt x="0" y="50"/>
                    </a:cubicBezTo>
                    <a:cubicBezTo>
                      <a:pt x="0" y="54"/>
                      <a:pt x="3" y="58"/>
                      <a:pt x="7" y="58"/>
                    </a:cubicBezTo>
                    <a:cubicBezTo>
                      <a:pt x="11" y="58"/>
                      <a:pt x="15" y="54"/>
                      <a:pt x="15" y="50"/>
                    </a:cubicBezTo>
                    <a:cubicBezTo>
                      <a:pt x="15" y="47"/>
                      <a:pt x="13" y="41"/>
                      <a:pt x="10" y="38"/>
                    </a:cubicBezTo>
                    <a:lnTo>
                      <a:pt x="10" y="0"/>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42" name="Rectangle 79"/>
              <p:cNvSpPr>
                <a:spLocks noChangeArrowheads="1"/>
              </p:cNvSpPr>
              <p:nvPr>
                <p:custDataLst>
                  <p:tags r:id="rId11"/>
                </p:custDataLst>
              </p:nvPr>
            </p:nvSpPr>
            <p:spPr bwMode="auto">
              <a:xfrm>
                <a:off x="3721883" y="2630420"/>
                <a:ext cx="418242" cy="159546"/>
              </a:xfrm>
              <a:prstGeom prst="rect">
                <a:avLst/>
              </a:prstGeom>
              <a:solidFill>
                <a:srgbClr val="244C89"/>
              </a:solidFill>
              <a:ln>
                <a:no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grpSp>
        <p:sp>
          <p:nvSpPr>
            <p:cNvPr id="7" name="矩形 6"/>
            <p:cNvSpPr/>
            <p:nvPr>
              <p:custDataLst>
                <p:tags r:id="rId12"/>
              </p:custDataLst>
            </p:nvPr>
          </p:nvSpPr>
          <p:spPr>
            <a:xfrm>
              <a:off x="1971801" y="3415737"/>
              <a:ext cx="1921387" cy="515928"/>
            </a:xfrm>
            <a:prstGeom prst="rect">
              <a:avLst/>
            </a:prstGeom>
          </p:spPr>
          <p:txBody>
            <a:bodyPr wrap="none">
              <a:spAutoFit/>
            </a:bodyPr>
            <a:lstStyle/>
            <a:p>
              <a:pPr algn="ctr">
                <a:lnSpc>
                  <a:spcPct val="120000"/>
                </a:lnSpc>
              </a:pPr>
              <a:r>
                <a:rPr lang="zh-CN" altLang="en-US" sz="2000" b="1" dirty="0">
                  <a:solidFill>
                    <a:srgbClr val="244C89"/>
                  </a:solidFill>
                  <a:latin typeface="思源黑体" panose="020B0500000000000000" pitchFamily="34" charset="-122"/>
                  <a:ea typeface="思源黑体" panose="020B0500000000000000" pitchFamily="34" charset="-122"/>
                </a:rPr>
                <a:t>国外研究综述</a:t>
              </a:r>
              <a:endParaRPr lang="zh-CN" altLang="en-US" sz="2000" b="1" dirty="0">
                <a:solidFill>
                  <a:srgbClr val="244C89"/>
                </a:solidFill>
                <a:latin typeface="思源黑体" panose="020B0500000000000000" pitchFamily="34" charset="-122"/>
                <a:ea typeface="思源黑体" panose="020B0500000000000000" pitchFamily="34" charset="-122"/>
              </a:endParaRPr>
            </a:p>
          </p:txBody>
        </p:sp>
        <p:cxnSp>
          <p:nvCxnSpPr>
            <p:cNvPr id="9" name="直接连接符 8"/>
            <p:cNvCxnSpPr/>
            <p:nvPr>
              <p:custDataLst>
                <p:tags r:id="rId13"/>
              </p:custDataLst>
            </p:nvPr>
          </p:nvCxnSpPr>
          <p:spPr>
            <a:xfrm>
              <a:off x="2613968" y="4028610"/>
              <a:ext cx="586432" cy="0"/>
            </a:xfrm>
            <a:prstGeom prst="line">
              <a:avLst/>
            </a:prstGeom>
            <a:ln w="38100">
              <a:solidFill>
                <a:srgbClr val="244C89"/>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custDataLst>
              <p:tags r:id="rId14"/>
            </p:custDataLst>
          </p:nvPr>
        </p:nvGrpSpPr>
        <p:grpSpPr>
          <a:xfrm>
            <a:off x="4830573" y="2007927"/>
            <a:ext cx="2619669" cy="3846585"/>
            <a:chOff x="4736414" y="1765832"/>
            <a:chExt cx="2935782" cy="4310749"/>
          </a:xfrm>
        </p:grpSpPr>
        <p:grpSp>
          <p:nvGrpSpPr>
            <p:cNvPr id="13" name="组合 12"/>
            <p:cNvGrpSpPr/>
            <p:nvPr/>
          </p:nvGrpSpPr>
          <p:grpSpPr>
            <a:xfrm>
              <a:off x="4736414" y="1765832"/>
              <a:ext cx="2935782" cy="4310749"/>
              <a:chOff x="4711700" y="1802903"/>
              <a:chExt cx="2935782" cy="4310749"/>
            </a:xfrm>
          </p:grpSpPr>
          <p:sp>
            <p:nvSpPr>
              <p:cNvPr id="45" name="Rectangle 24"/>
              <p:cNvSpPr>
                <a:spLocks noChangeArrowheads="1"/>
              </p:cNvSpPr>
              <p:nvPr>
                <p:custDataLst>
                  <p:tags r:id="rId15"/>
                </p:custDataLst>
              </p:nvPr>
            </p:nvSpPr>
            <p:spPr bwMode="auto">
              <a:xfrm>
                <a:off x="4711700" y="1802903"/>
                <a:ext cx="2935782" cy="4310749"/>
              </a:xfrm>
              <a:prstGeom prst="rect">
                <a:avLst/>
              </a:prstGeom>
              <a:solidFill>
                <a:schemeClr val="bg1"/>
              </a:solidFill>
              <a:ln>
                <a:noFill/>
              </a:ln>
              <a:effectLst>
                <a:innerShdw blurRad="76200">
                  <a:prstClr val="black"/>
                </a:innerShdw>
              </a:effectLst>
            </p:spPr>
            <p:txBody>
              <a:bodyPr/>
              <a:lstStyle/>
              <a:p>
                <a:pPr>
                  <a:lnSpc>
                    <a:spcPct val="120000"/>
                  </a:lnSpc>
                </a:pPr>
                <a:endParaRPr lang="zh-CN" altLang="zh-CN"/>
              </a:p>
            </p:txBody>
          </p:sp>
          <p:sp>
            <p:nvSpPr>
              <p:cNvPr id="54" name="Freeform 25"/>
              <p:cNvSpPr/>
              <p:nvPr>
                <p:custDataLst>
                  <p:tags r:id="rId16"/>
                </p:custDataLst>
              </p:nvPr>
            </p:nvSpPr>
            <p:spPr bwMode="auto">
              <a:xfrm>
                <a:off x="4711700" y="1802903"/>
                <a:ext cx="1139938" cy="1334560"/>
              </a:xfrm>
              <a:custGeom>
                <a:avLst/>
                <a:gdLst>
                  <a:gd name="T0" fmla="*/ 64 w 64"/>
                  <a:gd name="T1" fmla="*/ 21 h 75"/>
                  <a:gd name="T2" fmla="*/ 59 w 64"/>
                  <a:gd name="T3" fmla="*/ 0 h 75"/>
                  <a:gd name="T4" fmla="*/ 0 w 64"/>
                  <a:gd name="T5" fmla="*/ 0 h 75"/>
                  <a:gd name="T6" fmla="*/ 0 w 64"/>
                  <a:gd name="T7" fmla="*/ 74 h 75"/>
                  <a:gd name="T8" fmla="*/ 10 w 64"/>
                  <a:gd name="T9" fmla="*/ 75 h 75"/>
                  <a:gd name="T10" fmla="*/ 64 w 64"/>
                  <a:gd name="T11" fmla="*/ 21 h 75"/>
                </a:gdLst>
                <a:ahLst/>
                <a:cxnLst>
                  <a:cxn ang="0">
                    <a:pos x="T0" y="T1"/>
                  </a:cxn>
                  <a:cxn ang="0">
                    <a:pos x="T2" y="T3"/>
                  </a:cxn>
                  <a:cxn ang="0">
                    <a:pos x="T4" y="T5"/>
                  </a:cxn>
                  <a:cxn ang="0">
                    <a:pos x="T6" y="T7"/>
                  </a:cxn>
                  <a:cxn ang="0">
                    <a:pos x="T8" y="T9"/>
                  </a:cxn>
                  <a:cxn ang="0">
                    <a:pos x="T10" y="T11"/>
                  </a:cxn>
                </a:cxnLst>
                <a:rect l="0" t="0" r="r" b="b"/>
                <a:pathLst>
                  <a:path w="64" h="75">
                    <a:moveTo>
                      <a:pt x="64" y="21"/>
                    </a:moveTo>
                    <a:cubicBezTo>
                      <a:pt x="64" y="14"/>
                      <a:pt x="62" y="7"/>
                      <a:pt x="59" y="0"/>
                    </a:cubicBezTo>
                    <a:cubicBezTo>
                      <a:pt x="0" y="0"/>
                      <a:pt x="0" y="0"/>
                      <a:pt x="0" y="0"/>
                    </a:cubicBezTo>
                    <a:cubicBezTo>
                      <a:pt x="0" y="74"/>
                      <a:pt x="0" y="74"/>
                      <a:pt x="0" y="74"/>
                    </a:cubicBezTo>
                    <a:cubicBezTo>
                      <a:pt x="3" y="75"/>
                      <a:pt x="7" y="75"/>
                      <a:pt x="10" y="75"/>
                    </a:cubicBezTo>
                    <a:cubicBezTo>
                      <a:pt x="40" y="75"/>
                      <a:pt x="64" y="51"/>
                      <a:pt x="64" y="21"/>
                    </a:cubicBezTo>
                    <a:close/>
                  </a:path>
                </a:pathLst>
              </a:custGeom>
              <a:solidFill>
                <a:srgbClr val="244C89"/>
              </a:solidFill>
              <a:ln>
                <a:noFill/>
              </a:ln>
              <a:effectLst>
                <a:outerShdw blurRad="38100" dist="38100" dir="2700000" algn="tl" rotWithShape="0">
                  <a:prstClr val="black">
                    <a:alpha val="43000"/>
                  </a:prstClr>
                </a:outerShdw>
              </a:effectLst>
            </p:spPr>
            <p:txBody>
              <a:bodyPr/>
              <a:lstStyle/>
              <a:p>
                <a:pPr fontAlgn="auto">
                  <a:lnSpc>
                    <a:spcPct val="120000"/>
                  </a:lnSpc>
                  <a:defRPr/>
                </a:pPr>
                <a:endParaRPr lang="en-US">
                  <a:latin typeface="+mn-lt"/>
                  <a:cs typeface="+mn-cs"/>
                </a:endParaRPr>
              </a:p>
            </p:txBody>
          </p:sp>
          <p:sp>
            <p:nvSpPr>
              <p:cNvPr id="55" name="TextBox 18"/>
              <p:cNvSpPr txBox="1"/>
              <p:nvPr>
                <p:custDataLst>
                  <p:tags r:id="rId17"/>
                </p:custDataLst>
              </p:nvPr>
            </p:nvSpPr>
            <p:spPr>
              <a:xfrm>
                <a:off x="4933709" y="2045551"/>
                <a:ext cx="945313" cy="785689"/>
              </a:xfrm>
              <a:prstGeom prst="rect">
                <a:avLst/>
              </a:prstGeom>
              <a:noFill/>
            </p:spPr>
            <p:txBody>
              <a:bodyPr>
                <a:spAutoFit/>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fontAlgn="base">
                  <a:spcBef>
                    <a:spcPct val="0"/>
                  </a:spcBef>
                  <a:spcAft>
                    <a:spcPct val="0"/>
                  </a:spcAft>
                  <a:defRPr>
                    <a:solidFill>
                      <a:schemeClr val="tx1"/>
                    </a:solidFill>
                    <a:latin typeface="Rockwell" panose="02060603020205020403" pitchFamily="18" charset="0"/>
                  </a:defRPr>
                </a:lvl6pPr>
                <a:lvl7pPr marL="2971800" indent="-228600" fontAlgn="base">
                  <a:spcBef>
                    <a:spcPct val="0"/>
                  </a:spcBef>
                  <a:spcAft>
                    <a:spcPct val="0"/>
                  </a:spcAft>
                  <a:defRPr>
                    <a:solidFill>
                      <a:schemeClr val="tx1"/>
                    </a:solidFill>
                    <a:latin typeface="Rockwell" panose="02060603020205020403" pitchFamily="18" charset="0"/>
                  </a:defRPr>
                </a:lvl7pPr>
                <a:lvl8pPr marL="3429000" indent="-228600" fontAlgn="base">
                  <a:spcBef>
                    <a:spcPct val="0"/>
                  </a:spcBef>
                  <a:spcAft>
                    <a:spcPct val="0"/>
                  </a:spcAft>
                  <a:defRPr>
                    <a:solidFill>
                      <a:schemeClr val="tx1"/>
                    </a:solidFill>
                    <a:latin typeface="Rockwell" panose="02060603020205020403" pitchFamily="18" charset="0"/>
                  </a:defRPr>
                </a:lvl8pPr>
                <a:lvl9pPr marL="3886200" indent="-228600" fontAlgn="base">
                  <a:spcBef>
                    <a:spcPct val="0"/>
                  </a:spcBef>
                  <a:spcAft>
                    <a:spcPct val="0"/>
                  </a:spcAft>
                  <a:defRPr>
                    <a:solidFill>
                      <a:schemeClr val="tx1"/>
                    </a:solidFill>
                    <a:latin typeface="Rockwell" panose="02060603020205020403" pitchFamily="18" charset="0"/>
                  </a:defRPr>
                </a:lvl9pPr>
              </a:lstStyle>
              <a:p>
                <a:pPr>
                  <a:lnSpc>
                    <a:spcPct val="120000"/>
                  </a:lnSpc>
                </a:pPr>
                <a:r>
                  <a:rPr lang="en-US" altLang="zh-CN" sz="3600" dirty="0" smtClean="0">
                    <a:solidFill>
                      <a:schemeClr val="bg1"/>
                    </a:solidFill>
                    <a:latin typeface="思源黑体" panose="020B0500000000000000" pitchFamily="34" charset="-122"/>
                    <a:ea typeface="思源黑体" panose="020B0500000000000000" pitchFamily="34" charset="-122"/>
                  </a:rPr>
                  <a:t>02</a:t>
                </a:r>
                <a:endParaRPr lang="en-US" altLang="zh-CN" sz="3600" dirty="0">
                  <a:solidFill>
                    <a:schemeClr val="bg1"/>
                  </a:solidFill>
                  <a:latin typeface="思源黑体" panose="020B0500000000000000" pitchFamily="34" charset="-122"/>
                  <a:ea typeface="思源黑体" panose="020B0500000000000000" pitchFamily="34" charset="-122"/>
                </a:endParaRPr>
              </a:p>
            </p:txBody>
          </p:sp>
          <p:sp>
            <p:nvSpPr>
              <p:cNvPr id="56" name="文本框 55"/>
              <p:cNvSpPr txBox="1"/>
              <p:nvPr>
                <p:custDataLst>
                  <p:tags r:id="rId18"/>
                </p:custDataLst>
              </p:nvPr>
            </p:nvSpPr>
            <p:spPr>
              <a:xfrm>
                <a:off x="4845148" y="4235411"/>
                <a:ext cx="2668885" cy="1589770"/>
              </a:xfrm>
              <a:prstGeom prst="rect">
                <a:avLst/>
              </a:prstGeom>
              <a:noFill/>
            </p:spPr>
            <p:txBody>
              <a:bodyPr wrap="square" rtlCol="0">
                <a:spAutoFit/>
              </a:bodyPr>
              <a:lstStyle/>
              <a:p>
                <a:pPr>
                  <a:lnSpc>
                    <a:spcPct val="120000"/>
                  </a:lnSpc>
                </a:pPr>
                <a:r>
                  <a:rPr lang="en-US" altLang="zh-CN" sz="1200" dirty="0" smtClean="0">
                    <a:solidFill>
                      <a:schemeClr val="tx1"/>
                    </a:solidFill>
                    <a:latin typeface="Noto Sans SC" panose="020B0200000000000000" charset="-122"/>
                    <a:ea typeface="Noto Sans SC" panose="020B0200000000000000" charset="-122"/>
                    <a:cs typeface="Times New Roman" panose="02020603050405020304" pitchFamily="18" charset="0"/>
                  </a:rPr>
                  <a:t>1.</a:t>
                </a:r>
                <a:r>
                  <a:rPr lang="zh-CN" altLang="en-US" sz="1200" dirty="0" smtClean="0">
                    <a:solidFill>
                      <a:schemeClr val="tx1"/>
                    </a:solidFill>
                    <a:latin typeface="Noto Sans SC" panose="020B0200000000000000" charset="-122"/>
                    <a:ea typeface="Noto Sans SC" panose="020B0200000000000000" charset="-122"/>
                    <a:cs typeface="Times New Roman" panose="02020603050405020304" pitchFamily="18" charset="0"/>
                  </a:rPr>
                  <a:t>北航、哈工大等高校有研究成果；</a:t>
                </a:r>
                <a:endParaRPr lang="zh-CN" altLang="en-US" sz="1200" dirty="0" smtClean="0">
                  <a:solidFill>
                    <a:schemeClr val="tx1"/>
                  </a:solidFill>
                  <a:latin typeface="Noto Sans SC" panose="020B0200000000000000" charset="-122"/>
                  <a:ea typeface="Noto Sans SC" panose="020B0200000000000000" charset="-122"/>
                  <a:cs typeface="Times New Roman" panose="02020603050405020304" pitchFamily="18" charset="0"/>
                </a:endParaRPr>
              </a:p>
              <a:p>
                <a:pPr>
                  <a:lnSpc>
                    <a:spcPct val="120000"/>
                  </a:lnSpc>
                </a:pPr>
                <a:r>
                  <a:rPr lang="en-US" altLang="zh-CN" sz="1200" dirty="0" smtClean="0">
                    <a:solidFill>
                      <a:schemeClr val="tx1"/>
                    </a:solidFill>
                    <a:latin typeface="Noto Sans SC" panose="020B0200000000000000" charset="-122"/>
                    <a:ea typeface="Noto Sans SC" panose="020B0200000000000000" charset="-122"/>
                    <a:cs typeface="Times New Roman" panose="02020603050405020304" pitchFamily="18" charset="0"/>
                  </a:rPr>
                  <a:t>2.</a:t>
                </a:r>
                <a:r>
                  <a:rPr lang="zh-CN" altLang="en-US" sz="1200" dirty="0" smtClean="0">
                    <a:solidFill>
                      <a:schemeClr val="tx1"/>
                    </a:solidFill>
                    <a:latin typeface="Noto Sans SC" panose="020B0200000000000000" charset="-122"/>
                    <a:ea typeface="Noto Sans SC" panose="020B0200000000000000" charset="-122"/>
                    <a:cs typeface="Times New Roman" panose="02020603050405020304" pitchFamily="18" charset="0"/>
                  </a:rPr>
                  <a:t>但面向复杂建筑群的三维全流程仿真验证系统尚不成熟；</a:t>
                </a:r>
                <a:endParaRPr lang="zh-CN" altLang="en-US" sz="1200" dirty="0" smtClean="0">
                  <a:solidFill>
                    <a:schemeClr val="tx1"/>
                  </a:solidFill>
                  <a:latin typeface="Noto Sans SC" panose="020B0200000000000000" charset="-122"/>
                  <a:ea typeface="Noto Sans SC" panose="020B0200000000000000" charset="-122"/>
                  <a:cs typeface="Times New Roman" panose="02020603050405020304" pitchFamily="18" charset="0"/>
                </a:endParaRPr>
              </a:p>
              <a:p>
                <a:pPr>
                  <a:lnSpc>
                    <a:spcPct val="120000"/>
                  </a:lnSpc>
                </a:pPr>
                <a:r>
                  <a:rPr lang="en-US" altLang="zh-CN" sz="1200" dirty="0" smtClean="0">
                    <a:solidFill>
                      <a:schemeClr val="tx1"/>
                    </a:solidFill>
                    <a:latin typeface="Noto Sans SC" panose="020B0200000000000000" charset="-122"/>
                    <a:ea typeface="Noto Sans SC" panose="020B0200000000000000" charset="-122"/>
                    <a:cs typeface="Times New Roman" panose="02020603050405020304" pitchFamily="18" charset="0"/>
                  </a:rPr>
                  <a:t>3.</a:t>
                </a:r>
                <a:r>
                  <a:rPr lang="zh-CN" altLang="en-US" sz="1200" dirty="0" smtClean="0">
                    <a:solidFill>
                      <a:schemeClr val="tx1"/>
                    </a:solidFill>
                    <a:latin typeface="Noto Sans SC" panose="020B0200000000000000" charset="-122"/>
                    <a:ea typeface="Noto Sans SC" panose="020B0200000000000000" charset="-122"/>
                    <a:cs typeface="Times New Roman" panose="02020603050405020304" pitchFamily="18" charset="0"/>
                  </a:rPr>
                  <a:t>缺乏全局与局部避障算法的有效融合机制。</a:t>
                </a:r>
                <a:endParaRPr lang="zh-CN" altLang="en-US" sz="1200" dirty="0" smtClean="0">
                  <a:solidFill>
                    <a:schemeClr val="tx1"/>
                  </a:solidFill>
                  <a:latin typeface="Noto Sans SC" panose="020B0200000000000000" charset="-122"/>
                  <a:ea typeface="Noto Sans SC" panose="020B0200000000000000" charset="-122"/>
                  <a:cs typeface="Times New Roman" panose="02020603050405020304" pitchFamily="18" charset="0"/>
                </a:endParaRPr>
              </a:p>
            </p:txBody>
          </p:sp>
          <p:sp>
            <p:nvSpPr>
              <p:cNvPr id="58" name="矩形 57"/>
              <p:cNvSpPr/>
              <p:nvPr>
                <p:custDataLst>
                  <p:tags r:id="rId19"/>
                </p:custDataLst>
              </p:nvPr>
            </p:nvSpPr>
            <p:spPr>
              <a:xfrm>
                <a:off x="5209471" y="3415737"/>
                <a:ext cx="1921387" cy="515928"/>
              </a:xfrm>
              <a:prstGeom prst="rect">
                <a:avLst/>
              </a:prstGeom>
            </p:spPr>
            <p:txBody>
              <a:bodyPr wrap="none">
                <a:spAutoFit/>
              </a:bodyPr>
              <a:lstStyle/>
              <a:p>
                <a:pPr algn="ctr">
                  <a:lnSpc>
                    <a:spcPct val="120000"/>
                  </a:lnSpc>
                </a:pPr>
                <a:r>
                  <a:rPr lang="zh-CN" altLang="en-US" sz="2000" b="1" dirty="0">
                    <a:solidFill>
                      <a:srgbClr val="244C89"/>
                    </a:solidFill>
                    <a:latin typeface="思源黑体" panose="020B0500000000000000" pitchFamily="34" charset="-122"/>
                    <a:ea typeface="思源黑体" panose="020B0500000000000000" pitchFamily="34" charset="-122"/>
                  </a:rPr>
                  <a:t>国内研究现状</a:t>
                </a:r>
                <a:endParaRPr lang="zh-CN" altLang="en-US" sz="2000" b="1" dirty="0">
                  <a:solidFill>
                    <a:srgbClr val="244C89"/>
                  </a:solidFill>
                  <a:latin typeface="思源黑体" panose="020B0500000000000000" pitchFamily="34" charset="-122"/>
                  <a:ea typeface="思源黑体" panose="020B0500000000000000" pitchFamily="34" charset="-122"/>
                </a:endParaRPr>
              </a:p>
            </p:txBody>
          </p:sp>
          <p:cxnSp>
            <p:nvCxnSpPr>
              <p:cNvPr id="59" name="直接连接符 58"/>
              <p:cNvCxnSpPr/>
              <p:nvPr>
                <p:custDataLst>
                  <p:tags r:id="rId20"/>
                </p:custDataLst>
              </p:nvPr>
            </p:nvCxnSpPr>
            <p:spPr>
              <a:xfrm>
                <a:off x="5851638" y="4028610"/>
                <a:ext cx="586432" cy="0"/>
              </a:xfrm>
              <a:prstGeom prst="line">
                <a:avLst/>
              </a:prstGeom>
              <a:ln w="38100">
                <a:solidFill>
                  <a:srgbClr val="244C89"/>
                </a:solidFill>
              </a:ln>
            </p:spPr>
            <p:style>
              <a:lnRef idx="1">
                <a:schemeClr val="accent1"/>
              </a:lnRef>
              <a:fillRef idx="0">
                <a:schemeClr val="accent1"/>
              </a:fillRef>
              <a:effectRef idx="0">
                <a:schemeClr val="accent1"/>
              </a:effectRef>
              <a:fontRef idx="minor">
                <a:schemeClr val="tx1"/>
              </a:fontRef>
            </p:style>
          </p:cxnSp>
        </p:grpSp>
        <p:grpSp>
          <p:nvGrpSpPr>
            <p:cNvPr id="80" name="组合 221"/>
            <p:cNvGrpSpPr/>
            <p:nvPr/>
          </p:nvGrpSpPr>
          <p:grpSpPr bwMode="auto">
            <a:xfrm>
              <a:off x="6629100" y="2256464"/>
              <a:ext cx="640086" cy="420193"/>
              <a:chOff x="165605" y="4160117"/>
              <a:chExt cx="962026" cy="631825"/>
            </a:xfrm>
            <a:solidFill>
              <a:srgbClr val="0B2C4F"/>
            </a:solidFill>
          </p:grpSpPr>
          <p:sp>
            <p:nvSpPr>
              <p:cNvPr id="81" name="Freeform 113"/>
              <p:cNvSpPr/>
              <p:nvPr>
                <p:custDataLst>
                  <p:tags r:id="rId21"/>
                </p:custDataLst>
              </p:nvPr>
            </p:nvSpPr>
            <p:spPr bwMode="auto">
              <a:xfrm>
                <a:off x="171329" y="4674430"/>
                <a:ext cx="956844" cy="117404"/>
              </a:xfrm>
              <a:custGeom>
                <a:avLst/>
                <a:gdLst>
                  <a:gd name="T0" fmla="*/ 145 w 255"/>
                  <a:gd name="T1" fmla="*/ 26 h 31"/>
                  <a:gd name="T2" fmla="*/ 145 w 255"/>
                  <a:gd name="T3" fmla="*/ 22 h 31"/>
                  <a:gd name="T4" fmla="*/ 253 w 255"/>
                  <a:gd name="T5" fmla="*/ 22 h 31"/>
                  <a:gd name="T6" fmla="*/ 251 w 255"/>
                  <a:gd name="T7" fmla="*/ 17 h 31"/>
                  <a:gd name="T8" fmla="*/ 157 w 255"/>
                  <a:gd name="T9" fmla="*/ 17 h 31"/>
                  <a:gd name="T10" fmla="*/ 157 w 255"/>
                  <a:gd name="T11" fmla="*/ 12 h 31"/>
                  <a:gd name="T12" fmla="*/ 248 w 255"/>
                  <a:gd name="T13" fmla="*/ 12 h 31"/>
                  <a:gd name="T14" fmla="*/ 193 w 255"/>
                  <a:gd name="T15" fmla="*/ 2 h 31"/>
                  <a:gd name="T16" fmla="*/ 136 w 255"/>
                  <a:gd name="T17" fmla="*/ 13 h 31"/>
                  <a:gd name="T18" fmla="*/ 136 w 255"/>
                  <a:gd name="T19" fmla="*/ 17 h 31"/>
                  <a:gd name="T20" fmla="*/ 127 w 255"/>
                  <a:gd name="T21" fmla="*/ 17 h 31"/>
                  <a:gd name="T22" fmla="*/ 119 w 255"/>
                  <a:gd name="T23" fmla="*/ 17 h 31"/>
                  <a:gd name="T24" fmla="*/ 119 w 255"/>
                  <a:gd name="T25" fmla="*/ 14 h 31"/>
                  <a:gd name="T26" fmla="*/ 61 w 255"/>
                  <a:gd name="T27" fmla="*/ 0 h 31"/>
                  <a:gd name="T28" fmla="*/ 6 w 255"/>
                  <a:gd name="T29" fmla="*/ 10 h 31"/>
                  <a:gd name="T30" fmla="*/ 97 w 255"/>
                  <a:gd name="T31" fmla="*/ 10 h 31"/>
                  <a:gd name="T32" fmla="*/ 97 w 255"/>
                  <a:gd name="T33" fmla="*/ 14 h 31"/>
                  <a:gd name="T34" fmla="*/ 2 w 255"/>
                  <a:gd name="T35" fmla="*/ 14 h 31"/>
                  <a:gd name="T36" fmla="*/ 2 w 255"/>
                  <a:gd name="T37" fmla="*/ 19 h 31"/>
                  <a:gd name="T38" fmla="*/ 109 w 255"/>
                  <a:gd name="T39" fmla="*/ 19 h 31"/>
                  <a:gd name="T40" fmla="*/ 109 w 255"/>
                  <a:gd name="T41" fmla="*/ 24 h 31"/>
                  <a:gd name="T42" fmla="*/ 1 w 255"/>
                  <a:gd name="T43" fmla="*/ 24 h 31"/>
                  <a:gd name="T44" fmla="*/ 0 w 255"/>
                  <a:gd name="T45" fmla="*/ 31 h 31"/>
                  <a:gd name="T46" fmla="*/ 255 w 255"/>
                  <a:gd name="T47" fmla="*/ 31 h 31"/>
                  <a:gd name="T48" fmla="*/ 254 w 255"/>
                  <a:gd name="T49" fmla="*/ 26 h 31"/>
                  <a:gd name="T50" fmla="*/ 145 w 255"/>
                  <a:gd name="T51" fmla="*/ 26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55" h="31">
                    <a:moveTo>
                      <a:pt x="145" y="26"/>
                    </a:moveTo>
                    <a:cubicBezTo>
                      <a:pt x="145" y="22"/>
                      <a:pt x="145" y="22"/>
                      <a:pt x="145" y="22"/>
                    </a:cubicBezTo>
                    <a:cubicBezTo>
                      <a:pt x="253" y="22"/>
                      <a:pt x="253" y="22"/>
                      <a:pt x="253" y="22"/>
                    </a:cubicBezTo>
                    <a:cubicBezTo>
                      <a:pt x="251" y="17"/>
                      <a:pt x="251" y="17"/>
                      <a:pt x="251" y="17"/>
                    </a:cubicBezTo>
                    <a:cubicBezTo>
                      <a:pt x="157" y="17"/>
                      <a:pt x="157" y="17"/>
                      <a:pt x="157" y="17"/>
                    </a:cubicBezTo>
                    <a:cubicBezTo>
                      <a:pt x="157" y="12"/>
                      <a:pt x="157" y="12"/>
                      <a:pt x="157" y="12"/>
                    </a:cubicBezTo>
                    <a:cubicBezTo>
                      <a:pt x="248" y="12"/>
                      <a:pt x="248" y="12"/>
                      <a:pt x="248" y="12"/>
                    </a:cubicBezTo>
                    <a:cubicBezTo>
                      <a:pt x="242" y="8"/>
                      <a:pt x="223" y="2"/>
                      <a:pt x="193" y="2"/>
                    </a:cubicBezTo>
                    <a:cubicBezTo>
                      <a:pt x="163" y="2"/>
                      <a:pt x="142" y="8"/>
                      <a:pt x="136" y="13"/>
                    </a:cubicBezTo>
                    <a:cubicBezTo>
                      <a:pt x="136" y="17"/>
                      <a:pt x="136" y="17"/>
                      <a:pt x="136" y="17"/>
                    </a:cubicBezTo>
                    <a:cubicBezTo>
                      <a:pt x="127" y="17"/>
                      <a:pt x="127" y="17"/>
                      <a:pt x="127" y="17"/>
                    </a:cubicBezTo>
                    <a:cubicBezTo>
                      <a:pt x="119" y="17"/>
                      <a:pt x="119" y="17"/>
                      <a:pt x="119" y="17"/>
                    </a:cubicBezTo>
                    <a:cubicBezTo>
                      <a:pt x="119" y="14"/>
                      <a:pt x="119" y="14"/>
                      <a:pt x="119" y="14"/>
                    </a:cubicBezTo>
                    <a:cubicBezTo>
                      <a:pt x="119" y="9"/>
                      <a:pt x="99" y="0"/>
                      <a:pt x="61" y="0"/>
                    </a:cubicBezTo>
                    <a:cubicBezTo>
                      <a:pt x="33" y="0"/>
                      <a:pt x="14" y="5"/>
                      <a:pt x="6" y="10"/>
                    </a:cubicBezTo>
                    <a:cubicBezTo>
                      <a:pt x="97" y="10"/>
                      <a:pt x="97" y="10"/>
                      <a:pt x="97" y="10"/>
                    </a:cubicBezTo>
                    <a:cubicBezTo>
                      <a:pt x="97" y="14"/>
                      <a:pt x="97" y="14"/>
                      <a:pt x="97" y="14"/>
                    </a:cubicBezTo>
                    <a:cubicBezTo>
                      <a:pt x="2" y="14"/>
                      <a:pt x="2" y="14"/>
                      <a:pt x="2" y="14"/>
                    </a:cubicBezTo>
                    <a:cubicBezTo>
                      <a:pt x="2" y="19"/>
                      <a:pt x="2" y="19"/>
                      <a:pt x="2" y="19"/>
                    </a:cubicBezTo>
                    <a:cubicBezTo>
                      <a:pt x="109" y="19"/>
                      <a:pt x="109" y="19"/>
                      <a:pt x="109" y="19"/>
                    </a:cubicBezTo>
                    <a:cubicBezTo>
                      <a:pt x="109" y="24"/>
                      <a:pt x="109" y="24"/>
                      <a:pt x="109" y="24"/>
                    </a:cubicBezTo>
                    <a:cubicBezTo>
                      <a:pt x="1" y="24"/>
                      <a:pt x="1" y="24"/>
                      <a:pt x="1" y="24"/>
                    </a:cubicBezTo>
                    <a:cubicBezTo>
                      <a:pt x="0" y="31"/>
                      <a:pt x="0" y="31"/>
                      <a:pt x="0" y="31"/>
                    </a:cubicBezTo>
                    <a:cubicBezTo>
                      <a:pt x="255" y="31"/>
                      <a:pt x="255" y="31"/>
                      <a:pt x="255" y="31"/>
                    </a:cubicBezTo>
                    <a:cubicBezTo>
                      <a:pt x="254" y="26"/>
                      <a:pt x="254" y="26"/>
                      <a:pt x="254" y="26"/>
                    </a:cubicBezTo>
                    <a:lnTo>
                      <a:pt x="145" y="26"/>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82" name="Freeform 114"/>
              <p:cNvSpPr>
                <a:spLocks noEditPoints="1"/>
              </p:cNvSpPr>
              <p:nvPr>
                <p:custDataLst>
                  <p:tags r:id="rId22"/>
                </p:custDataLst>
              </p:nvPr>
            </p:nvSpPr>
            <p:spPr bwMode="auto">
              <a:xfrm>
                <a:off x="165311" y="4159666"/>
                <a:ext cx="466385" cy="568950"/>
              </a:xfrm>
              <a:custGeom>
                <a:avLst/>
                <a:gdLst>
                  <a:gd name="T0" fmla="*/ 62 w 124"/>
                  <a:gd name="T1" fmla="*/ 134 h 151"/>
                  <a:gd name="T2" fmla="*/ 124 w 124"/>
                  <a:gd name="T3" fmla="*/ 151 h 151"/>
                  <a:gd name="T4" fmla="*/ 124 w 124"/>
                  <a:gd name="T5" fmla="*/ 151 h 151"/>
                  <a:gd name="T6" fmla="*/ 124 w 124"/>
                  <a:gd name="T7" fmla="*/ 17 h 151"/>
                  <a:gd name="T8" fmla="*/ 124 w 124"/>
                  <a:gd name="T9" fmla="*/ 17 h 151"/>
                  <a:gd name="T10" fmla="*/ 62 w 124"/>
                  <a:gd name="T11" fmla="*/ 0 h 151"/>
                  <a:gd name="T12" fmla="*/ 1 w 124"/>
                  <a:gd name="T13" fmla="*/ 17 h 151"/>
                  <a:gd name="T14" fmla="*/ 0 w 124"/>
                  <a:gd name="T15" fmla="*/ 17 h 151"/>
                  <a:gd name="T16" fmla="*/ 0 w 124"/>
                  <a:gd name="T17" fmla="*/ 149 h 151"/>
                  <a:gd name="T18" fmla="*/ 62 w 124"/>
                  <a:gd name="T19" fmla="*/ 134 h 151"/>
                  <a:gd name="T20" fmla="*/ 111 w 124"/>
                  <a:gd name="T21" fmla="*/ 75 h 151"/>
                  <a:gd name="T22" fmla="*/ 61 w 124"/>
                  <a:gd name="T23" fmla="*/ 67 h 151"/>
                  <a:gd name="T24" fmla="*/ 12 w 124"/>
                  <a:gd name="T25" fmla="*/ 75 h 151"/>
                  <a:gd name="T26" fmla="*/ 12 w 124"/>
                  <a:gd name="T27" fmla="*/ 69 h 151"/>
                  <a:gd name="T28" fmla="*/ 61 w 124"/>
                  <a:gd name="T29" fmla="*/ 61 h 151"/>
                  <a:gd name="T30" fmla="*/ 111 w 124"/>
                  <a:gd name="T31" fmla="*/ 69 h 151"/>
                  <a:gd name="T32" fmla="*/ 111 w 124"/>
                  <a:gd name="T33" fmla="*/ 75 h 151"/>
                  <a:gd name="T34" fmla="*/ 12 w 124"/>
                  <a:gd name="T35" fmla="*/ 31 h 151"/>
                  <a:gd name="T36" fmla="*/ 61 w 124"/>
                  <a:gd name="T37" fmla="*/ 23 h 151"/>
                  <a:gd name="T38" fmla="*/ 111 w 124"/>
                  <a:gd name="T39" fmla="*/ 31 h 151"/>
                  <a:gd name="T40" fmla="*/ 111 w 124"/>
                  <a:gd name="T41" fmla="*/ 37 h 151"/>
                  <a:gd name="T42" fmla="*/ 61 w 124"/>
                  <a:gd name="T43" fmla="*/ 29 h 151"/>
                  <a:gd name="T44" fmla="*/ 12 w 124"/>
                  <a:gd name="T45" fmla="*/ 37 h 151"/>
                  <a:gd name="T46" fmla="*/ 12 w 124"/>
                  <a:gd name="T47" fmla="*/ 31 h 151"/>
                  <a:gd name="T48" fmla="*/ 12 w 124"/>
                  <a:gd name="T49" fmla="*/ 50 h 151"/>
                  <a:gd name="T50" fmla="*/ 61 w 124"/>
                  <a:gd name="T51" fmla="*/ 43 h 151"/>
                  <a:gd name="T52" fmla="*/ 111 w 124"/>
                  <a:gd name="T53" fmla="*/ 50 h 151"/>
                  <a:gd name="T54" fmla="*/ 111 w 124"/>
                  <a:gd name="T55" fmla="*/ 56 h 151"/>
                  <a:gd name="T56" fmla="*/ 61 w 124"/>
                  <a:gd name="T57" fmla="*/ 49 h 151"/>
                  <a:gd name="T58" fmla="*/ 12 w 124"/>
                  <a:gd name="T59" fmla="*/ 56 h 151"/>
                  <a:gd name="T60" fmla="*/ 12 w 124"/>
                  <a:gd name="T61" fmla="*/ 50 h 151"/>
                  <a:gd name="T62" fmla="*/ 12 w 124"/>
                  <a:gd name="T63" fmla="*/ 88 h 151"/>
                  <a:gd name="T64" fmla="*/ 61 w 124"/>
                  <a:gd name="T65" fmla="*/ 80 h 151"/>
                  <a:gd name="T66" fmla="*/ 111 w 124"/>
                  <a:gd name="T67" fmla="*/ 88 h 151"/>
                  <a:gd name="T68" fmla="*/ 111 w 124"/>
                  <a:gd name="T69" fmla="*/ 94 h 151"/>
                  <a:gd name="T70" fmla="*/ 61 w 124"/>
                  <a:gd name="T71" fmla="*/ 87 h 151"/>
                  <a:gd name="T72" fmla="*/ 12 w 124"/>
                  <a:gd name="T73" fmla="*/ 94 h 151"/>
                  <a:gd name="T74" fmla="*/ 12 w 124"/>
                  <a:gd name="T75" fmla="*/ 88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51">
                    <a:moveTo>
                      <a:pt x="62" y="134"/>
                    </a:moveTo>
                    <a:cubicBezTo>
                      <a:pt x="96" y="134"/>
                      <a:pt x="124" y="141"/>
                      <a:pt x="124" y="151"/>
                    </a:cubicBezTo>
                    <a:cubicBezTo>
                      <a:pt x="124" y="151"/>
                      <a:pt x="124" y="151"/>
                      <a:pt x="124" y="151"/>
                    </a:cubicBezTo>
                    <a:cubicBezTo>
                      <a:pt x="124" y="17"/>
                      <a:pt x="124" y="17"/>
                      <a:pt x="124" y="17"/>
                    </a:cubicBezTo>
                    <a:cubicBezTo>
                      <a:pt x="124" y="17"/>
                      <a:pt x="124" y="17"/>
                      <a:pt x="124" y="17"/>
                    </a:cubicBezTo>
                    <a:cubicBezTo>
                      <a:pt x="122" y="8"/>
                      <a:pt x="95" y="0"/>
                      <a:pt x="62" y="0"/>
                    </a:cubicBezTo>
                    <a:cubicBezTo>
                      <a:pt x="29" y="0"/>
                      <a:pt x="2" y="8"/>
                      <a:pt x="1" y="17"/>
                    </a:cubicBezTo>
                    <a:cubicBezTo>
                      <a:pt x="0" y="17"/>
                      <a:pt x="0" y="17"/>
                      <a:pt x="0" y="17"/>
                    </a:cubicBezTo>
                    <a:cubicBezTo>
                      <a:pt x="0" y="149"/>
                      <a:pt x="0" y="149"/>
                      <a:pt x="0" y="149"/>
                    </a:cubicBezTo>
                    <a:cubicBezTo>
                      <a:pt x="4" y="140"/>
                      <a:pt x="30" y="134"/>
                      <a:pt x="62" y="134"/>
                    </a:cubicBezTo>
                    <a:close/>
                    <a:moveTo>
                      <a:pt x="111" y="75"/>
                    </a:moveTo>
                    <a:cubicBezTo>
                      <a:pt x="103" y="71"/>
                      <a:pt x="86" y="67"/>
                      <a:pt x="61" y="67"/>
                    </a:cubicBezTo>
                    <a:cubicBezTo>
                      <a:pt x="37" y="67"/>
                      <a:pt x="20" y="71"/>
                      <a:pt x="12" y="75"/>
                    </a:cubicBezTo>
                    <a:cubicBezTo>
                      <a:pt x="12" y="69"/>
                      <a:pt x="12" y="69"/>
                      <a:pt x="12" y="69"/>
                    </a:cubicBezTo>
                    <a:cubicBezTo>
                      <a:pt x="17" y="66"/>
                      <a:pt x="35" y="61"/>
                      <a:pt x="61" y="61"/>
                    </a:cubicBezTo>
                    <a:cubicBezTo>
                      <a:pt x="88" y="61"/>
                      <a:pt x="105" y="66"/>
                      <a:pt x="111" y="69"/>
                    </a:cubicBezTo>
                    <a:lnTo>
                      <a:pt x="111" y="75"/>
                    </a:lnTo>
                    <a:close/>
                    <a:moveTo>
                      <a:pt x="12" y="31"/>
                    </a:moveTo>
                    <a:cubicBezTo>
                      <a:pt x="17" y="28"/>
                      <a:pt x="35" y="23"/>
                      <a:pt x="61" y="23"/>
                    </a:cubicBezTo>
                    <a:cubicBezTo>
                      <a:pt x="88" y="23"/>
                      <a:pt x="105" y="28"/>
                      <a:pt x="111" y="31"/>
                    </a:cubicBezTo>
                    <a:cubicBezTo>
                      <a:pt x="111" y="37"/>
                      <a:pt x="111" y="37"/>
                      <a:pt x="111" y="37"/>
                    </a:cubicBezTo>
                    <a:cubicBezTo>
                      <a:pt x="103" y="33"/>
                      <a:pt x="86" y="29"/>
                      <a:pt x="61" y="29"/>
                    </a:cubicBezTo>
                    <a:cubicBezTo>
                      <a:pt x="37" y="29"/>
                      <a:pt x="20" y="33"/>
                      <a:pt x="12" y="37"/>
                    </a:cubicBezTo>
                    <a:lnTo>
                      <a:pt x="12" y="31"/>
                    </a:lnTo>
                    <a:close/>
                    <a:moveTo>
                      <a:pt x="12" y="50"/>
                    </a:moveTo>
                    <a:cubicBezTo>
                      <a:pt x="17" y="48"/>
                      <a:pt x="34" y="43"/>
                      <a:pt x="61" y="43"/>
                    </a:cubicBezTo>
                    <a:cubicBezTo>
                      <a:pt x="88" y="43"/>
                      <a:pt x="105" y="48"/>
                      <a:pt x="111" y="50"/>
                    </a:cubicBezTo>
                    <a:cubicBezTo>
                      <a:pt x="111" y="56"/>
                      <a:pt x="111" y="56"/>
                      <a:pt x="111" y="56"/>
                    </a:cubicBezTo>
                    <a:cubicBezTo>
                      <a:pt x="103" y="53"/>
                      <a:pt x="86" y="49"/>
                      <a:pt x="61" y="49"/>
                    </a:cubicBezTo>
                    <a:cubicBezTo>
                      <a:pt x="37" y="49"/>
                      <a:pt x="20" y="53"/>
                      <a:pt x="12" y="56"/>
                    </a:cubicBezTo>
                    <a:lnTo>
                      <a:pt x="12" y="50"/>
                    </a:lnTo>
                    <a:close/>
                    <a:moveTo>
                      <a:pt x="12" y="88"/>
                    </a:moveTo>
                    <a:cubicBezTo>
                      <a:pt x="17" y="85"/>
                      <a:pt x="34" y="80"/>
                      <a:pt x="61" y="80"/>
                    </a:cubicBezTo>
                    <a:cubicBezTo>
                      <a:pt x="88" y="80"/>
                      <a:pt x="105" y="85"/>
                      <a:pt x="111" y="88"/>
                    </a:cubicBezTo>
                    <a:cubicBezTo>
                      <a:pt x="111" y="94"/>
                      <a:pt x="111" y="94"/>
                      <a:pt x="111" y="94"/>
                    </a:cubicBezTo>
                    <a:cubicBezTo>
                      <a:pt x="103" y="91"/>
                      <a:pt x="86" y="87"/>
                      <a:pt x="61" y="87"/>
                    </a:cubicBezTo>
                    <a:cubicBezTo>
                      <a:pt x="37" y="87"/>
                      <a:pt x="20" y="91"/>
                      <a:pt x="12" y="94"/>
                    </a:cubicBezTo>
                    <a:lnTo>
                      <a:pt x="12" y="88"/>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83" name="Freeform 115"/>
              <p:cNvSpPr/>
              <p:nvPr>
                <p:custDataLst>
                  <p:tags r:id="rId23"/>
                </p:custDataLst>
              </p:nvPr>
            </p:nvSpPr>
            <p:spPr bwMode="auto">
              <a:xfrm>
                <a:off x="926573" y="4237934"/>
                <a:ext cx="132394" cy="135464"/>
              </a:xfrm>
              <a:custGeom>
                <a:avLst/>
                <a:gdLst>
                  <a:gd name="T0" fmla="*/ 35 w 35"/>
                  <a:gd name="T1" fmla="*/ 36 h 36"/>
                  <a:gd name="T2" fmla="*/ 35 w 35"/>
                  <a:gd name="T3" fmla="*/ 6 h 36"/>
                  <a:gd name="T4" fmla="*/ 0 w 35"/>
                  <a:gd name="T5" fmla="*/ 0 h 36"/>
                  <a:gd name="T6" fmla="*/ 0 w 35"/>
                  <a:gd name="T7" fmla="*/ 31 h 36"/>
                  <a:gd name="T8" fmla="*/ 35 w 35"/>
                  <a:gd name="T9" fmla="*/ 36 h 36"/>
                </a:gdLst>
                <a:ahLst/>
                <a:cxnLst>
                  <a:cxn ang="0">
                    <a:pos x="T0" y="T1"/>
                  </a:cxn>
                  <a:cxn ang="0">
                    <a:pos x="T2" y="T3"/>
                  </a:cxn>
                  <a:cxn ang="0">
                    <a:pos x="T4" y="T5"/>
                  </a:cxn>
                  <a:cxn ang="0">
                    <a:pos x="T6" y="T7"/>
                  </a:cxn>
                  <a:cxn ang="0">
                    <a:pos x="T8" y="T9"/>
                  </a:cxn>
                </a:cxnLst>
                <a:rect l="0" t="0" r="r" b="b"/>
                <a:pathLst>
                  <a:path w="35" h="36">
                    <a:moveTo>
                      <a:pt x="35" y="36"/>
                    </a:moveTo>
                    <a:cubicBezTo>
                      <a:pt x="35" y="6"/>
                      <a:pt x="35" y="6"/>
                      <a:pt x="35" y="6"/>
                    </a:cubicBezTo>
                    <a:cubicBezTo>
                      <a:pt x="29" y="4"/>
                      <a:pt x="17" y="1"/>
                      <a:pt x="0" y="0"/>
                    </a:cubicBezTo>
                    <a:cubicBezTo>
                      <a:pt x="0" y="31"/>
                      <a:pt x="0" y="31"/>
                      <a:pt x="0" y="31"/>
                    </a:cubicBezTo>
                    <a:cubicBezTo>
                      <a:pt x="15" y="32"/>
                      <a:pt x="26" y="34"/>
                      <a:pt x="35" y="36"/>
                    </a:cubicBez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84" name="Freeform 116"/>
              <p:cNvSpPr>
                <a:spLocks noEditPoints="1"/>
              </p:cNvSpPr>
              <p:nvPr>
                <p:custDataLst>
                  <p:tags r:id="rId24"/>
                </p:custDataLst>
              </p:nvPr>
            </p:nvSpPr>
            <p:spPr bwMode="auto">
              <a:xfrm>
                <a:off x="661786" y="4168696"/>
                <a:ext cx="466387" cy="568952"/>
              </a:xfrm>
              <a:custGeom>
                <a:avLst/>
                <a:gdLst>
                  <a:gd name="T0" fmla="*/ 124 w 124"/>
                  <a:gd name="T1" fmla="*/ 17 h 151"/>
                  <a:gd name="T2" fmla="*/ 62 w 124"/>
                  <a:gd name="T3" fmla="*/ 0 h 151"/>
                  <a:gd name="T4" fmla="*/ 1 w 124"/>
                  <a:gd name="T5" fmla="*/ 17 h 151"/>
                  <a:gd name="T6" fmla="*/ 0 w 124"/>
                  <a:gd name="T7" fmla="*/ 17 h 151"/>
                  <a:gd name="T8" fmla="*/ 0 w 124"/>
                  <a:gd name="T9" fmla="*/ 148 h 151"/>
                  <a:gd name="T10" fmla="*/ 62 w 124"/>
                  <a:gd name="T11" fmla="*/ 133 h 151"/>
                  <a:gd name="T12" fmla="*/ 124 w 124"/>
                  <a:gd name="T13" fmla="*/ 151 h 151"/>
                  <a:gd name="T14" fmla="*/ 124 w 124"/>
                  <a:gd name="T15" fmla="*/ 151 h 151"/>
                  <a:gd name="T16" fmla="*/ 124 w 124"/>
                  <a:gd name="T17" fmla="*/ 17 h 151"/>
                  <a:gd name="T18" fmla="*/ 112 w 124"/>
                  <a:gd name="T19" fmla="*/ 76 h 151"/>
                  <a:gd name="T20" fmla="*/ 112 w 124"/>
                  <a:gd name="T21" fmla="*/ 82 h 151"/>
                  <a:gd name="T22" fmla="*/ 62 w 124"/>
                  <a:gd name="T23" fmla="*/ 74 h 151"/>
                  <a:gd name="T24" fmla="*/ 13 w 124"/>
                  <a:gd name="T25" fmla="*/ 82 h 151"/>
                  <a:gd name="T26" fmla="*/ 13 w 124"/>
                  <a:gd name="T27" fmla="*/ 76 h 151"/>
                  <a:gd name="T28" fmla="*/ 62 w 124"/>
                  <a:gd name="T29" fmla="*/ 68 h 151"/>
                  <a:gd name="T30" fmla="*/ 112 w 124"/>
                  <a:gd name="T31" fmla="*/ 76 h 151"/>
                  <a:gd name="T32" fmla="*/ 13 w 124"/>
                  <a:gd name="T33" fmla="*/ 30 h 151"/>
                  <a:gd name="T34" fmla="*/ 55 w 124"/>
                  <a:gd name="T35" fmla="*/ 22 h 151"/>
                  <a:gd name="T36" fmla="*/ 55 w 124"/>
                  <a:gd name="T37" fmla="*/ 28 h 151"/>
                  <a:gd name="T38" fmla="*/ 13 w 124"/>
                  <a:gd name="T39" fmla="*/ 36 h 151"/>
                  <a:gd name="T40" fmla="*/ 13 w 124"/>
                  <a:gd name="T41" fmla="*/ 30 h 151"/>
                  <a:gd name="T42" fmla="*/ 13 w 124"/>
                  <a:gd name="T43" fmla="*/ 49 h 151"/>
                  <a:gd name="T44" fmla="*/ 55 w 124"/>
                  <a:gd name="T45" fmla="*/ 42 h 151"/>
                  <a:gd name="T46" fmla="*/ 55 w 124"/>
                  <a:gd name="T47" fmla="*/ 48 h 151"/>
                  <a:gd name="T48" fmla="*/ 13 w 124"/>
                  <a:gd name="T49" fmla="*/ 55 h 151"/>
                  <a:gd name="T50" fmla="*/ 13 w 124"/>
                  <a:gd name="T51" fmla="*/ 49 h 151"/>
                  <a:gd name="T52" fmla="*/ 112 w 124"/>
                  <a:gd name="T53" fmla="*/ 119 h 151"/>
                  <a:gd name="T54" fmla="*/ 62 w 124"/>
                  <a:gd name="T55" fmla="*/ 112 h 151"/>
                  <a:gd name="T56" fmla="*/ 13 w 124"/>
                  <a:gd name="T57" fmla="*/ 119 h 151"/>
                  <a:gd name="T58" fmla="*/ 13 w 124"/>
                  <a:gd name="T59" fmla="*/ 114 h 151"/>
                  <a:gd name="T60" fmla="*/ 62 w 124"/>
                  <a:gd name="T61" fmla="*/ 106 h 151"/>
                  <a:gd name="T62" fmla="*/ 112 w 124"/>
                  <a:gd name="T63" fmla="*/ 114 h 151"/>
                  <a:gd name="T64" fmla="*/ 112 w 124"/>
                  <a:gd name="T65" fmla="*/ 119 h 151"/>
                  <a:gd name="T66" fmla="*/ 112 w 124"/>
                  <a:gd name="T67" fmla="*/ 100 h 151"/>
                  <a:gd name="T68" fmla="*/ 62 w 124"/>
                  <a:gd name="T69" fmla="*/ 92 h 151"/>
                  <a:gd name="T70" fmla="*/ 13 w 124"/>
                  <a:gd name="T71" fmla="*/ 100 h 151"/>
                  <a:gd name="T72" fmla="*/ 13 w 124"/>
                  <a:gd name="T73" fmla="*/ 94 h 151"/>
                  <a:gd name="T74" fmla="*/ 62 w 124"/>
                  <a:gd name="T75" fmla="*/ 86 h 151"/>
                  <a:gd name="T76" fmla="*/ 112 w 124"/>
                  <a:gd name="T77" fmla="*/ 94 h 151"/>
                  <a:gd name="T78" fmla="*/ 112 w 124"/>
                  <a:gd name="T79" fmla="*/ 100 h 151"/>
                  <a:gd name="T80" fmla="*/ 112 w 124"/>
                  <a:gd name="T81" fmla="*/ 65 h 151"/>
                  <a:gd name="T82" fmla="*/ 65 w 124"/>
                  <a:gd name="T83" fmla="*/ 57 h 151"/>
                  <a:gd name="T84" fmla="*/ 65 w 124"/>
                  <a:gd name="T85" fmla="*/ 12 h 151"/>
                  <a:gd name="T86" fmla="*/ 112 w 124"/>
                  <a:gd name="T87" fmla="*/ 21 h 151"/>
                  <a:gd name="T88" fmla="*/ 112 w 124"/>
                  <a:gd name="T89" fmla="*/ 65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4" h="151">
                    <a:moveTo>
                      <a:pt x="124" y="17"/>
                    </a:moveTo>
                    <a:cubicBezTo>
                      <a:pt x="123" y="7"/>
                      <a:pt x="96" y="0"/>
                      <a:pt x="62" y="0"/>
                    </a:cubicBezTo>
                    <a:cubicBezTo>
                      <a:pt x="29" y="0"/>
                      <a:pt x="2" y="7"/>
                      <a:pt x="1" y="17"/>
                    </a:cubicBezTo>
                    <a:cubicBezTo>
                      <a:pt x="0" y="17"/>
                      <a:pt x="0" y="17"/>
                      <a:pt x="0" y="17"/>
                    </a:cubicBezTo>
                    <a:cubicBezTo>
                      <a:pt x="0" y="148"/>
                      <a:pt x="0" y="148"/>
                      <a:pt x="0" y="148"/>
                    </a:cubicBezTo>
                    <a:cubicBezTo>
                      <a:pt x="4" y="140"/>
                      <a:pt x="30" y="133"/>
                      <a:pt x="62" y="133"/>
                    </a:cubicBezTo>
                    <a:cubicBezTo>
                      <a:pt x="96" y="133"/>
                      <a:pt x="124" y="141"/>
                      <a:pt x="124" y="151"/>
                    </a:cubicBezTo>
                    <a:cubicBezTo>
                      <a:pt x="124" y="151"/>
                      <a:pt x="124" y="151"/>
                      <a:pt x="124" y="151"/>
                    </a:cubicBezTo>
                    <a:cubicBezTo>
                      <a:pt x="124" y="17"/>
                      <a:pt x="124" y="17"/>
                      <a:pt x="124" y="17"/>
                    </a:cubicBezTo>
                    <a:close/>
                    <a:moveTo>
                      <a:pt x="112" y="76"/>
                    </a:moveTo>
                    <a:cubicBezTo>
                      <a:pt x="112" y="82"/>
                      <a:pt x="112" y="82"/>
                      <a:pt x="112" y="82"/>
                    </a:cubicBezTo>
                    <a:cubicBezTo>
                      <a:pt x="104" y="78"/>
                      <a:pt x="87" y="74"/>
                      <a:pt x="62" y="74"/>
                    </a:cubicBezTo>
                    <a:cubicBezTo>
                      <a:pt x="38" y="74"/>
                      <a:pt x="21" y="78"/>
                      <a:pt x="13" y="82"/>
                    </a:cubicBezTo>
                    <a:cubicBezTo>
                      <a:pt x="13" y="76"/>
                      <a:pt x="13" y="76"/>
                      <a:pt x="13" y="76"/>
                    </a:cubicBezTo>
                    <a:cubicBezTo>
                      <a:pt x="18" y="73"/>
                      <a:pt x="35" y="68"/>
                      <a:pt x="62" y="68"/>
                    </a:cubicBezTo>
                    <a:cubicBezTo>
                      <a:pt x="89" y="68"/>
                      <a:pt x="106" y="73"/>
                      <a:pt x="112" y="76"/>
                    </a:cubicBezTo>
                    <a:close/>
                    <a:moveTo>
                      <a:pt x="13" y="30"/>
                    </a:moveTo>
                    <a:cubicBezTo>
                      <a:pt x="18" y="27"/>
                      <a:pt x="32" y="23"/>
                      <a:pt x="55" y="22"/>
                    </a:cubicBezTo>
                    <a:cubicBezTo>
                      <a:pt x="55" y="28"/>
                      <a:pt x="55" y="28"/>
                      <a:pt x="55" y="28"/>
                    </a:cubicBezTo>
                    <a:cubicBezTo>
                      <a:pt x="34" y="29"/>
                      <a:pt x="20" y="33"/>
                      <a:pt x="13" y="36"/>
                    </a:cubicBezTo>
                    <a:lnTo>
                      <a:pt x="13" y="30"/>
                    </a:lnTo>
                    <a:close/>
                    <a:moveTo>
                      <a:pt x="13" y="49"/>
                    </a:moveTo>
                    <a:cubicBezTo>
                      <a:pt x="18" y="47"/>
                      <a:pt x="32" y="42"/>
                      <a:pt x="55" y="42"/>
                    </a:cubicBezTo>
                    <a:cubicBezTo>
                      <a:pt x="55" y="48"/>
                      <a:pt x="55" y="48"/>
                      <a:pt x="55" y="48"/>
                    </a:cubicBezTo>
                    <a:cubicBezTo>
                      <a:pt x="34" y="49"/>
                      <a:pt x="20" y="52"/>
                      <a:pt x="13" y="55"/>
                    </a:cubicBezTo>
                    <a:lnTo>
                      <a:pt x="13" y="49"/>
                    </a:lnTo>
                    <a:close/>
                    <a:moveTo>
                      <a:pt x="112" y="119"/>
                    </a:moveTo>
                    <a:cubicBezTo>
                      <a:pt x="104" y="116"/>
                      <a:pt x="87" y="112"/>
                      <a:pt x="62" y="112"/>
                    </a:cubicBezTo>
                    <a:cubicBezTo>
                      <a:pt x="38" y="112"/>
                      <a:pt x="21" y="116"/>
                      <a:pt x="13" y="119"/>
                    </a:cubicBezTo>
                    <a:cubicBezTo>
                      <a:pt x="13" y="114"/>
                      <a:pt x="13" y="114"/>
                      <a:pt x="13" y="114"/>
                    </a:cubicBezTo>
                    <a:cubicBezTo>
                      <a:pt x="18" y="111"/>
                      <a:pt x="35" y="106"/>
                      <a:pt x="62" y="106"/>
                    </a:cubicBezTo>
                    <a:cubicBezTo>
                      <a:pt x="89" y="106"/>
                      <a:pt x="106" y="111"/>
                      <a:pt x="112" y="114"/>
                    </a:cubicBezTo>
                    <a:lnTo>
                      <a:pt x="112" y="119"/>
                    </a:lnTo>
                    <a:close/>
                    <a:moveTo>
                      <a:pt x="112" y="100"/>
                    </a:moveTo>
                    <a:cubicBezTo>
                      <a:pt x="104" y="97"/>
                      <a:pt x="87" y="92"/>
                      <a:pt x="62" y="92"/>
                    </a:cubicBezTo>
                    <a:cubicBezTo>
                      <a:pt x="38" y="92"/>
                      <a:pt x="21" y="97"/>
                      <a:pt x="13" y="100"/>
                    </a:cubicBezTo>
                    <a:cubicBezTo>
                      <a:pt x="13" y="94"/>
                      <a:pt x="13" y="94"/>
                      <a:pt x="13" y="94"/>
                    </a:cubicBezTo>
                    <a:cubicBezTo>
                      <a:pt x="18" y="91"/>
                      <a:pt x="36" y="86"/>
                      <a:pt x="62" y="86"/>
                    </a:cubicBezTo>
                    <a:cubicBezTo>
                      <a:pt x="89" y="86"/>
                      <a:pt x="106" y="91"/>
                      <a:pt x="112" y="94"/>
                    </a:cubicBezTo>
                    <a:lnTo>
                      <a:pt x="112" y="100"/>
                    </a:lnTo>
                    <a:close/>
                    <a:moveTo>
                      <a:pt x="112" y="65"/>
                    </a:moveTo>
                    <a:cubicBezTo>
                      <a:pt x="106" y="62"/>
                      <a:pt x="90" y="57"/>
                      <a:pt x="65" y="57"/>
                    </a:cubicBezTo>
                    <a:cubicBezTo>
                      <a:pt x="65" y="12"/>
                      <a:pt x="65" y="12"/>
                      <a:pt x="65" y="12"/>
                    </a:cubicBezTo>
                    <a:cubicBezTo>
                      <a:pt x="90" y="13"/>
                      <a:pt x="107" y="18"/>
                      <a:pt x="112" y="21"/>
                    </a:cubicBezTo>
                    <a:lnTo>
                      <a:pt x="112" y="65"/>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grpSp>
      </p:grpSp>
      <p:grpSp>
        <p:nvGrpSpPr>
          <p:cNvPr id="14" name="组合 13"/>
          <p:cNvGrpSpPr/>
          <p:nvPr>
            <p:custDataLst>
              <p:tags r:id="rId25"/>
            </p:custDataLst>
          </p:nvPr>
        </p:nvGrpSpPr>
        <p:grpSpPr>
          <a:xfrm>
            <a:off x="8039622" y="2007927"/>
            <a:ext cx="2619669" cy="3846585"/>
            <a:chOff x="8163192" y="1765832"/>
            <a:chExt cx="2935782" cy="4310749"/>
          </a:xfrm>
        </p:grpSpPr>
        <p:grpSp>
          <p:nvGrpSpPr>
            <p:cNvPr id="12" name="组合 11"/>
            <p:cNvGrpSpPr/>
            <p:nvPr/>
          </p:nvGrpSpPr>
          <p:grpSpPr>
            <a:xfrm>
              <a:off x="8163192" y="1765832"/>
              <a:ext cx="2935782" cy="4310749"/>
              <a:chOff x="8150835" y="1802903"/>
              <a:chExt cx="2935782" cy="4310749"/>
            </a:xfrm>
          </p:grpSpPr>
          <p:sp>
            <p:nvSpPr>
              <p:cNvPr id="67" name="Rectangle 24"/>
              <p:cNvSpPr>
                <a:spLocks noChangeArrowheads="1"/>
              </p:cNvSpPr>
              <p:nvPr>
                <p:custDataLst>
                  <p:tags r:id="rId26"/>
                </p:custDataLst>
              </p:nvPr>
            </p:nvSpPr>
            <p:spPr bwMode="auto">
              <a:xfrm>
                <a:off x="8150835" y="1802903"/>
                <a:ext cx="2935782" cy="4310749"/>
              </a:xfrm>
              <a:prstGeom prst="rect">
                <a:avLst/>
              </a:prstGeom>
              <a:solidFill>
                <a:schemeClr val="bg1"/>
              </a:solidFill>
              <a:ln>
                <a:noFill/>
              </a:ln>
              <a:effectLst>
                <a:innerShdw blurRad="76200">
                  <a:prstClr val="black"/>
                </a:innerShdw>
              </a:effectLst>
            </p:spPr>
            <p:txBody>
              <a:bodyPr/>
              <a:lstStyle/>
              <a:p>
                <a:pPr>
                  <a:lnSpc>
                    <a:spcPct val="120000"/>
                  </a:lnSpc>
                </a:pPr>
                <a:endParaRPr lang="zh-CN" altLang="zh-CN"/>
              </a:p>
            </p:txBody>
          </p:sp>
          <p:sp>
            <p:nvSpPr>
              <p:cNvPr id="68" name="Freeform 25"/>
              <p:cNvSpPr/>
              <p:nvPr>
                <p:custDataLst>
                  <p:tags r:id="rId27"/>
                </p:custDataLst>
              </p:nvPr>
            </p:nvSpPr>
            <p:spPr bwMode="auto">
              <a:xfrm>
                <a:off x="8150835" y="1802903"/>
                <a:ext cx="1139938" cy="1334560"/>
              </a:xfrm>
              <a:custGeom>
                <a:avLst/>
                <a:gdLst>
                  <a:gd name="T0" fmla="*/ 64 w 64"/>
                  <a:gd name="T1" fmla="*/ 21 h 75"/>
                  <a:gd name="T2" fmla="*/ 59 w 64"/>
                  <a:gd name="T3" fmla="*/ 0 h 75"/>
                  <a:gd name="T4" fmla="*/ 0 w 64"/>
                  <a:gd name="T5" fmla="*/ 0 h 75"/>
                  <a:gd name="T6" fmla="*/ 0 w 64"/>
                  <a:gd name="T7" fmla="*/ 74 h 75"/>
                  <a:gd name="T8" fmla="*/ 10 w 64"/>
                  <a:gd name="T9" fmla="*/ 75 h 75"/>
                  <a:gd name="T10" fmla="*/ 64 w 64"/>
                  <a:gd name="T11" fmla="*/ 21 h 75"/>
                </a:gdLst>
                <a:ahLst/>
                <a:cxnLst>
                  <a:cxn ang="0">
                    <a:pos x="T0" y="T1"/>
                  </a:cxn>
                  <a:cxn ang="0">
                    <a:pos x="T2" y="T3"/>
                  </a:cxn>
                  <a:cxn ang="0">
                    <a:pos x="T4" y="T5"/>
                  </a:cxn>
                  <a:cxn ang="0">
                    <a:pos x="T6" y="T7"/>
                  </a:cxn>
                  <a:cxn ang="0">
                    <a:pos x="T8" y="T9"/>
                  </a:cxn>
                  <a:cxn ang="0">
                    <a:pos x="T10" y="T11"/>
                  </a:cxn>
                </a:cxnLst>
                <a:rect l="0" t="0" r="r" b="b"/>
                <a:pathLst>
                  <a:path w="64" h="75">
                    <a:moveTo>
                      <a:pt x="64" y="21"/>
                    </a:moveTo>
                    <a:cubicBezTo>
                      <a:pt x="64" y="14"/>
                      <a:pt x="62" y="7"/>
                      <a:pt x="59" y="0"/>
                    </a:cubicBezTo>
                    <a:cubicBezTo>
                      <a:pt x="0" y="0"/>
                      <a:pt x="0" y="0"/>
                      <a:pt x="0" y="0"/>
                    </a:cubicBezTo>
                    <a:cubicBezTo>
                      <a:pt x="0" y="74"/>
                      <a:pt x="0" y="74"/>
                      <a:pt x="0" y="74"/>
                    </a:cubicBezTo>
                    <a:cubicBezTo>
                      <a:pt x="3" y="75"/>
                      <a:pt x="7" y="75"/>
                      <a:pt x="10" y="75"/>
                    </a:cubicBezTo>
                    <a:cubicBezTo>
                      <a:pt x="40" y="75"/>
                      <a:pt x="64" y="51"/>
                      <a:pt x="64" y="21"/>
                    </a:cubicBezTo>
                    <a:close/>
                  </a:path>
                </a:pathLst>
              </a:custGeom>
              <a:solidFill>
                <a:srgbClr val="244C89"/>
              </a:solidFill>
              <a:ln>
                <a:noFill/>
              </a:ln>
              <a:effectLst>
                <a:outerShdw blurRad="38100" dist="38100" dir="2700000" algn="tl" rotWithShape="0">
                  <a:prstClr val="black">
                    <a:alpha val="43000"/>
                  </a:prstClr>
                </a:outerShdw>
              </a:effectLst>
            </p:spPr>
            <p:txBody>
              <a:bodyPr/>
              <a:lstStyle/>
              <a:p>
                <a:pPr fontAlgn="auto">
                  <a:lnSpc>
                    <a:spcPct val="120000"/>
                  </a:lnSpc>
                  <a:defRPr/>
                </a:pPr>
                <a:endParaRPr lang="en-US">
                  <a:latin typeface="+mn-lt"/>
                  <a:cs typeface="+mn-cs"/>
                </a:endParaRPr>
              </a:p>
            </p:txBody>
          </p:sp>
          <p:sp>
            <p:nvSpPr>
              <p:cNvPr id="69" name="TextBox 18"/>
              <p:cNvSpPr txBox="1"/>
              <p:nvPr>
                <p:custDataLst>
                  <p:tags r:id="rId28"/>
                </p:custDataLst>
              </p:nvPr>
            </p:nvSpPr>
            <p:spPr>
              <a:xfrm>
                <a:off x="8372844" y="2045551"/>
                <a:ext cx="945313" cy="785689"/>
              </a:xfrm>
              <a:prstGeom prst="rect">
                <a:avLst/>
              </a:prstGeom>
              <a:noFill/>
            </p:spPr>
            <p:txBody>
              <a:bodyPr>
                <a:spAutoFit/>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fontAlgn="base">
                  <a:spcBef>
                    <a:spcPct val="0"/>
                  </a:spcBef>
                  <a:spcAft>
                    <a:spcPct val="0"/>
                  </a:spcAft>
                  <a:defRPr>
                    <a:solidFill>
                      <a:schemeClr val="tx1"/>
                    </a:solidFill>
                    <a:latin typeface="Rockwell" panose="02060603020205020403" pitchFamily="18" charset="0"/>
                  </a:defRPr>
                </a:lvl6pPr>
                <a:lvl7pPr marL="2971800" indent="-228600" fontAlgn="base">
                  <a:spcBef>
                    <a:spcPct val="0"/>
                  </a:spcBef>
                  <a:spcAft>
                    <a:spcPct val="0"/>
                  </a:spcAft>
                  <a:defRPr>
                    <a:solidFill>
                      <a:schemeClr val="tx1"/>
                    </a:solidFill>
                    <a:latin typeface="Rockwell" panose="02060603020205020403" pitchFamily="18" charset="0"/>
                  </a:defRPr>
                </a:lvl7pPr>
                <a:lvl8pPr marL="3429000" indent="-228600" fontAlgn="base">
                  <a:spcBef>
                    <a:spcPct val="0"/>
                  </a:spcBef>
                  <a:spcAft>
                    <a:spcPct val="0"/>
                  </a:spcAft>
                  <a:defRPr>
                    <a:solidFill>
                      <a:schemeClr val="tx1"/>
                    </a:solidFill>
                    <a:latin typeface="Rockwell" panose="02060603020205020403" pitchFamily="18" charset="0"/>
                  </a:defRPr>
                </a:lvl8pPr>
                <a:lvl9pPr marL="3886200" indent="-228600" fontAlgn="base">
                  <a:spcBef>
                    <a:spcPct val="0"/>
                  </a:spcBef>
                  <a:spcAft>
                    <a:spcPct val="0"/>
                  </a:spcAft>
                  <a:defRPr>
                    <a:solidFill>
                      <a:schemeClr val="tx1"/>
                    </a:solidFill>
                    <a:latin typeface="Rockwell" panose="02060603020205020403" pitchFamily="18" charset="0"/>
                  </a:defRPr>
                </a:lvl9pPr>
              </a:lstStyle>
              <a:p>
                <a:pPr>
                  <a:lnSpc>
                    <a:spcPct val="120000"/>
                  </a:lnSpc>
                </a:pPr>
                <a:r>
                  <a:rPr lang="en-US" altLang="zh-CN" sz="3600" dirty="0" smtClean="0">
                    <a:solidFill>
                      <a:schemeClr val="bg1"/>
                    </a:solidFill>
                    <a:latin typeface="思源黑体" panose="020B0500000000000000" pitchFamily="34" charset="-122"/>
                    <a:ea typeface="思源黑体" panose="020B0500000000000000" pitchFamily="34" charset="-122"/>
                  </a:rPr>
                  <a:t>03</a:t>
                </a:r>
                <a:endParaRPr lang="en-US" altLang="zh-CN" sz="3600" dirty="0">
                  <a:solidFill>
                    <a:schemeClr val="bg1"/>
                  </a:solidFill>
                  <a:latin typeface="思源黑体" panose="020B0500000000000000" pitchFamily="34" charset="-122"/>
                  <a:ea typeface="思源黑体" panose="020B0500000000000000" pitchFamily="34" charset="-122"/>
                </a:endParaRPr>
              </a:p>
            </p:txBody>
          </p:sp>
          <p:sp>
            <p:nvSpPr>
              <p:cNvPr id="70" name="文本框 69"/>
              <p:cNvSpPr txBox="1"/>
              <p:nvPr>
                <p:custDataLst>
                  <p:tags r:id="rId29"/>
                </p:custDataLst>
              </p:nvPr>
            </p:nvSpPr>
            <p:spPr>
              <a:xfrm>
                <a:off x="8284283" y="4235411"/>
                <a:ext cx="2668885" cy="970656"/>
              </a:xfrm>
              <a:prstGeom prst="rect">
                <a:avLst/>
              </a:prstGeom>
              <a:noFill/>
            </p:spPr>
            <p:txBody>
              <a:bodyPr wrap="square" rtlCol="0">
                <a:spAutoFit/>
              </a:bodyPr>
              <a:lstStyle/>
              <a:p>
                <a:pPr>
                  <a:lnSpc>
                    <a:spcPct val="120000"/>
                  </a:lnSpc>
                </a:pPr>
                <a:r>
                  <a:rPr lang="zh-CN" altLang="en-US" sz="1400" dirty="0" smtClean="0">
                    <a:solidFill>
                      <a:schemeClr val="tx1"/>
                    </a:solidFill>
                    <a:latin typeface="Noto Sans SC" panose="020B0200000000000000" charset="-122"/>
                    <a:ea typeface="Noto Sans SC" panose="020B0200000000000000" charset="-122"/>
                    <a:cs typeface="Noto Sans SC" panose="020B0200000000000000" charset="-122"/>
                  </a:rPr>
                  <a:t>填补“三维场景建模+全局规划+局部避障+仿真验证”一体化系统的空白</a:t>
                </a:r>
                <a:endParaRPr lang="zh-CN" altLang="en-US" sz="1400" dirty="0" smtClean="0">
                  <a:solidFill>
                    <a:schemeClr val="tx1"/>
                  </a:solidFill>
                  <a:latin typeface="Noto Sans SC" panose="020B0200000000000000" charset="-122"/>
                  <a:ea typeface="Noto Sans SC" panose="020B0200000000000000" charset="-122"/>
                  <a:cs typeface="Noto Sans SC" panose="020B0200000000000000" charset="-122"/>
                </a:endParaRPr>
              </a:p>
            </p:txBody>
          </p:sp>
          <p:sp>
            <p:nvSpPr>
              <p:cNvPr id="72" name="矩形 71"/>
              <p:cNvSpPr/>
              <p:nvPr>
                <p:custDataLst>
                  <p:tags r:id="rId30"/>
                </p:custDataLst>
              </p:nvPr>
            </p:nvSpPr>
            <p:spPr>
              <a:xfrm>
                <a:off x="8934678" y="3415737"/>
                <a:ext cx="1349241" cy="515928"/>
              </a:xfrm>
              <a:prstGeom prst="rect">
                <a:avLst/>
              </a:prstGeom>
            </p:spPr>
            <p:txBody>
              <a:bodyPr wrap="none">
                <a:spAutoFit/>
              </a:bodyPr>
              <a:lstStyle/>
              <a:p>
                <a:pPr algn="ctr">
                  <a:lnSpc>
                    <a:spcPct val="120000"/>
                  </a:lnSpc>
                </a:pPr>
                <a:r>
                  <a:rPr lang="zh-CN" altLang="en-US" sz="2000" b="1" dirty="0" smtClean="0">
                    <a:solidFill>
                      <a:srgbClr val="244C89"/>
                    </a:solidFill>
                    <a:latin typeface="思源黑体" panose="020B0500000000000000" pitchFamily="34" charset="-122"/>
                    <a:ea typeface="思源黑体" panose="020B0500000000000000" pitchFamily="34" charset="-122"/>
                  </a:rPr>
                  <a:t>项目定位</a:t>
                </a:r>
                <a:endParaRPr lang="zh-CN" altLang="en-US" sz="2000" b="1" dirty="0">
                  <a:solidFill>
                    <a:srgbClr val="244C89"/>
                  </a:solidFill>
                  <a:latin typeface="思源黑体" panose="020B0500000000000000" pitchFamily="34" charset="-122"/>
                  <a:ea typeface="思源黑体" panose="020B0500000000000000" pitchFamily="34" charset="-122"/>
                </a:endParaRPr>
              </a:p>
            </p:txBody>
          </p:sp>
          <p:cxnSp>
            <p:nvCxnSpPr>
              <p:cNvPr id="73" name="直接连接符 72"/>
              <p:cNvCxnSpPr/>
              <p:nvPr>
                <p:custDataLst>
                  <p:tags r:id="rId31"/>
                </p:custDataLst>
              </p:nvPr>
            </p:nvCxnSpPr>
            <p:spPr>
              <a:xfrm>
                <a:off x="9290773" y="4028610"/>
                <a:ext cx="586432" cy="0"/>
              </a:xfrm>
              <a:prstGeom prst="line">
                <a:avLst/>
              </a:prstGeom>
              <a:ln w="38100">
                <a:solidFill>
                  <a:srgbClr val="244C89"/>
                </a:solidFill>
              </a:ln>
            </p:spPr>
            <p:style>
              <a:lnRef idx="1">
                <a:schemeClr val="accent1"/>
              </a:lnRef>
              <a:fillRef idx="0">
                <a:schemeClr val="accent1"/>
              </a:fillRef>
              <a:effectRef idx="0">
                <a:schemeClr val="accent1"/>
              </a:effectRef>
              <a:fontRef idx="minor">
                <a:schemeClr val="tx1"/>
              </a:fontRef>
            </p:style>
          </p:cxnSp>
        </p:grpSp>
        <p:grpSp>
          <p:nvGrpSpPr>
            <p:cNvPr id="85" name="组合 84"/>
            <p:cNvGrpSpPr/>
            <p:nvPr/>
          </p:nvGrpSpPr>
          <p:grpSpPr>
            <a:xfrm>
              <a:off x="10308271" y="2256164"/>
              <a:ext cx="528026" cy="493514"/>
              <a:chOff x="7132549" y="4412456"/>
              <a:chExt cx="485775" cy="454025"/>
            </a:xfrm>
            <a:solidFill>
              <a:srgbClr val="0B2C4F"/>
            </a:solidFill>
          </p:grpSpPr>
          <p:sp>
            <p:nvSpPr>
              <p:cNvPr id="86" name="Rectangle 18"/>
              <p:cNvSpPr>
                <a:spLocks noChangeArrowheads="1"/>
              </p:cNvSpPr>
              <p:nvPr>
                <p:custDataLst>
                  <p:tags r:id="rId32"/>
                </p:custDataLst>
              </p:nvPr>
            </p:nvSpPr>
            <p:spPr bwMode="auto">
              <a:xfrm>
                <a:off x="7199224" y="4525168"/>
                <a:ext cx="236538" cy="22225"/>
              </a:xfrm>
              <a:prstGeom prst="rect">
                <a:avLst/>
              </a:pr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87" name="Rectangle 19"/>
              <p:cNvSpPr>
                <a:spLocks noChangeArrowheads="1"/>
              </p:cNvSpPr>
              <p:nvPr>
                <p:custDataLst>
                  <p:tags r:id="rId33"/>
                </p:custDataLst>
              </p:nvPr>
            </p:nvSpPr>
            <p:spPr bwMode="auto">
              <a:xfrm>
                <a:off x="7497674" y="4706143"/>
                <a:ext cx="0" cy="1588"/>
              </a:xfrm>
              <a:prstGeom prst="rect">
                <a:avLst/>
              </a:prstGeom>
              <a:grp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88" name="Freeform 20"/>
              <p:cNvSpPr>
                <a:spLocks noEditPoints="1"/>
              </p:cNvSpPr>
              <p:nvPr>
                <p:custDataLst>
                  <p:tags r:id="rId34"/>
                </p:custDataLst>
              </p:nvPr>
            </p:nvSpPr>
            <p:spPr bwMode="auto">
              <a:xfrm>
                <a:off x="7132549" y="4412456"/>
                <a:ext cx="365125" cy="425450"/>
              </a:xfrm>
              <a:custGeom>
                <a:avLst/>
                <a:gdLst>
                  <a:gd name="T0" fmla="*/ 158 w 184"/>
                  <a:gd name="T1" fmla="*/ 186 h 213"/>
                  <a:gd name="T2" fmla="*/ 151 w 184"/>
                  <a:gd name="T3" fmla="*/ 190 h 213"/>
                  <a:gd name="T4" fmla="*/ 122 w 184"/>
                  <a:gd name="T5" fmla="*/ 196 h 213"/>
                  <a:gd name="T6" fmla="*/ 85 w 184"/>
                  <a:gd name="T7" fmla="*/ 184 h 213"/>
                  <a:gd name="T8" fmla="*/ 22 w 184"/>
                  <a:gd name="T9" fmla="*/ 184 h 213"/>
                  <a:gd name="T10" fmla="*/ 18 w 184"/>
                  <a:gd name="T11" fmla="*/ 181 h 213"/>
                  <a:gd name="T12" fmla="*/ 18 w 184"/>
                  <a:gd name="T13" fmla="*/ 21 h 213"/>
                  <a:gd name="T14" fmla="*/ 22 w 184"/>
                  <a:gd name="T15" fmla="*/ 17 h 213"/>
                  <a:gd name="T16" fmla="*/ 163 w 184"/>
                  <a:gd name="T17" fmla="*/ 17 h 213"/>
                  <a:gd name="T18" fmla="*/ 166 w 184"/>
                  <a:gd name="T19" fmla="*/ 21 h 213"/>
                  <a:gd name="T20" fmla="*/ 166 w 184"/>
                  <a:gd name="T21" fmla="*/ 85 h 213"/>
                  <a:gd name="T22" fmla="*/ 179 w 184"/>
                  <a:gd name="T23" fmla="*/ 102 h 213"/>
                  <a:gd name="T24" fmla="*/ 184 w 184"/>
                  <a:gd name="T25" fmla="*/ 116 h 213"/>
                  <a:gd name="T26" fmla="*/ 184 w 184"/>
                  <a:gd name="T27" fmla="*/ 21 h 213"/>
                  <a:gd name="T28" fmla="*/ 163 w 184"/>
                  <a:gd name="T29" fmla="*/ 0 h 213"/>
                  <a:gd name="T30" fmla="*/ 22 w 184"/>
                  <a:gd name="T31" fmla="*/ 0 h 213"/>
                  <a:gd name="T32" fmla="*/ 0 w 184"/>
                  <a:gd name="T33" fmla="*/ 21 h 213"/>
                  <a:gd name="T34" fmla="*/ 0 w 184"/>
                  <a:gd name="T35" fmla="*/ 192 h 213"/>
                  <a:gd name="T36" fmla="*/ 22 w 184"/>
                  <a:gd name="T37" fmla="*/ 213 h 213"/>
                  <a:gd name="T38" fmla="*/ 163 w 184"/>
                  <a:gd name="T39" fmla="*/ 213 h 213"/>
                  <a:gd name="T40" fmla="*/ 181 w 184"/>
                  <a:gd name="T41" fmla="*/ 203 h 213"/>
                  <a:gd name="T42" fmla="*/ 158 w 184"/>
                  <a:gd name="T43" fmla="*/ 186 h 213"/>
                  <a:gd name="T44" fmla="*/ 92 w 184"/>
                  <a:gd name="T45" fmla="*/ 206 h 213"/>
                  <a:gd name="T46" fmla="*/ 84 w 184"/>
                  <a:gd name="T47" fmla="*/ 199 h 213"/>
                  <a:gd name="T48" fmla="*/ 92 w 184"/>
                  <a:gd name="T49" fmla="*/ 191 h 213"/>
                  <a:gd name="T50" fmla="*/ 100 w 184"/>
                  <a:gd name="T51" fmla="*/ 199 h 213"/>
                  <a:gd name="T52" fmla="*/ 92 w 184"/>
                  <a:gd name="T53" fmla="*/ 206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4" h="213">
                    <a:moveTo>
                      <a:pt x="158" y="186"/>
                    </a:moveTo>
                    <a:cubicBezTo>
                      <a:pt x="155" y="187"/>
                      <a:pt x="153" y="189"/>
                      <a:pt x="151" y="190"/>
                    </a:cubicBezTo>
                    <a:cubicBezTo>
                      <a:pt x="142" y="194"/>
                      <a:pt x="132" y="196"/>
                      <a:pt x="122" y="196"/>
                    </a:cubicBezTo>
                    <a:cubicBezTo>
                      <a:pt x="109" y="196"/>
                      <a:pt x="96" y="192"/>
                      <a:pt x="85" y="184"/>
                    </a:cubicBezTo>
                    <a:cubicBezTo>
                      <a:pt x="22" y="184"/>
                      <a:pt x="22" y="184"/>
                      <a:pt x="22" y="184"/>
                    </a:cubicBezTo>
                    <a:cubicBezTo>
                      <a:pt x="20" y="184"/>
                      <a:pt x="18" y="183"/>
                      <a:pt x="18" y="181"/>
                    </a:cubicBezTo>
                    <a:cubicBezTo>
                      <a:pt x="18" y="21"/>
                      <a:pt x="18" y="21"/>
                      <a:pt x="18" y="21"/>
                    </a:cubicBezTo>
                    <a:cubicBezTo>
                      <a:pt x="18" y="19"/>
                      <a:pt x="20" y="17"/>
                      <a:pt x="22" y="17"/>
                    </a:cubicBezTo>
                    <a:cubicBezTo>
                      <a:pt x="163" y="17"/>
                      <a:pt x="163" y="17"/>
                      <a:pt x="163" y="17"/>
                    </a:cubicBezTo>
                    <a:cubicBezTo>
                      <a:pt x="165" y="17"/>
                      <a:pt x="166" y="19"/>
                      <a:pt x="166" y="21"/>
                    </a:cubicBezTo>
                    <a:cubicBezTo>
                      <a:pt x="166" y="85"/>
                      <a:pt x="166" y="85"/>
                      <a:pt x="166" y="85"/>
                    </a:cubicBezTo>
                    <a:cubicBezTo>
                      <a:pt x="171" y="90"/>
                      <a:pt x="175" y="95"/>
                      <a:pt x="179" y="102"/>
                    </a:cubicBezTo>
                    <a:cubicBezTo>
                      <a:pt x="181" y="107"/>
                      <a:pt x="183" y="111"/>
                      <a:pt x="184" y="116"/>
                    </a:cubicBezTo>
                    <a:cubicBezTo>
                      <a:pt x="184" y="21"/>
                      <a:pt x="184" y="21"/>
                      <a:pt x="184" y="21"/>
                    </a:cubicBezTo>
                    <a:cubicBezTo>
                      <a:pt x="184" y="9"/>
                      <a:pt x="175" y="0"/>
                      <a:pt x="163" y="0"/>
                    </a:cubicBezTo>
                    <a:cubicBezTo>
                      <a:pt x="22" y="0"/>
                      <a:pt x="22" y="0"/>
                      <a:pt x="22" y="0"/>
                    </a:cubicBezTo>
                    <a:cubicBezTo>
                      <a:pt x="10" y="0"/>
                      <a:pt x="0" y="9"/>
                      <a:pt x="0" y="21"/>
                    </a:cubicBezTo>
                    <a:cubicBezTo>
                      <a:pt x="0" y="192"/>
                      <a:pt x="0" y="192"/>
                      <a:pt x="0" y="192"/>
                    </a:cubicBezTo>
                    <a:cubicBezTo>
                      <a:pt x="0" y="204"/>
                      <a:pt x="10" y="213"/>
                      <a:pt x="22" y="213"/>
                    </a:cubicBezTo>
                    <a:cubicBezTo>
                      <a:pt x="163" y="213"/>
                      <a:pt x="163" y="213"/>
                      <a:pt x="163" y="213"/>
                    </a:cubicBezTo>
                    <a:cubicBezTo>
                      <a:pt x="171" y="213"/>
                      <a:pt x="177" y="209"/>
                      <a:pt x="181" y="203"/>
                    </a:cubicBezTo>
                    <a:cubicBezTo>
                      <a:pt x="158" y="186"/>
                      <a:pt x="158" y="186"/>
                      <a:pt x="158" y="186"/>
                    </a:cubicBezTo>
                    <a:close/>
                    <a:moveTo>
                      <a:pt x="92" y="206"/>
                    </a:moveTo>
                    <a:cubicBezTo>
                      <a:pt x="88" y="206"/>
                      <a:pt x="84" y="203"/>
                      <a:pt x="84" y="199"/>
                    </a:cubicBezTo>
                    <a:cubicBezTo>
                      <a:pt x="84" y="194"/>
                      <a:pt x="88" y="191"/>
                      <a:pt x="92" y="191"/>
                    </a:cubicBezTo>
                    <a:cubicBezTo>
                      <a:pt x="96" y="191"/>
                      <a:pt x="100" y="194"/>
                      <a:pt x="100" y="199"/>
                    </a:cubicBezTo>
                    <a:cubicBezTo>
                      <a:pt x="100" y="203"/>
                      <a:pt x="96" y="206"/>
                      <a:pt x="92" y="206"/>
                    </a:cubicBez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89" name="Freeform 21"/>
              <p:cNvSpPr/>
              <p:nvPr>
                <p:custDataLst>
                  <p:tags r:id="rId35"/>
                </p:custDataLst>
              </p:nvPr>
            </p:nvSpPr>
            <p:spPr bwMode="auto">
              <a:xfrm>
                <a:off x="7302412" y="4683918"/>
                <a:ext cx="130175" cy="22225"/>
              </a:xfrm>
              <a:custGeom>
                <a:avLst/>
                <a:gdLst>
                  <a:gd name="T0" fmla="*/ 3 w 65"/>
                  <a:gd name="T1" fmla="*/ 10 h 11"/>
                  <a:gd name="T2" fmla="*/ 4 w 65"/>
                  <a:gd name="T3" fmla="*/ 11 h 11"/>
                  <a:gd name="T4" fmla="*/ 65 w 65"/>
                  <a:gd name="T5" fmla="*/ 11 h 11"/>
                  <a:gd name="T6" fmla="*/ 65 w 65"/>
                  <a:gd name="T7" fmla="*/ 0 h 11"/>
                  <a:gd name="T8" fmla="*/ 0 w 65"/>
                  <a:gd name="T9" fmla="*/ 0 h 11"/>
                  <a:gd name="T10" fmla="*/ 3 w 65"/>
                  <a:gd name="T11" fmla="*/ 10 h 11"/>
                </a:gdLst>
                <a:ahLst/>
                <a:cxnLst>
                  <a:cxn ang="0">
                    <a:pos x="T0" y="T1"/>
                  </a:cxn>
                  <a:cxn ang="0">
                    <a:pos x="T2" y="T3"/>
                  </a:cxn>
                  <a:cxn ang="0">
                    <a:pos x="T4" y="T5"/>
                  </a:cxn>
                  <a:cxn ang="0">
                    <a:pos x="T6" y="T7"/>
                  </a:cxn>
                  <a:cxn ang="0">
                    <a:pos x="T8" y="T9"/>
                  </a:cxn>
                  <a:cxn ang="0">
                    <a:pos x="T10" y="T11"/>
                  </a:cxn>
                </a:cxnLst>
                <a:rect l="0" t="0" r="r" b="b"/>
                <a:pathLst>
                  <a:path w="65" h="11">
                    <a:moveTo>
                      <a:pt x="3" y="10"/>
                    </a:moveTo>
                    <a:cubicBezTo>
                      <a:pt x="4" y="11"/>
                      <a:pt x="4" y="11"/>
                      <a:pt x="4" y="11"/>
                    </a:cubicBezTo>
                    <a:cubicBezTo>
                      <a:pt x="65" y="11"/>
                      <a:pt x="65" y="11"/>
                      <a:pt x="65" y="11"/>
                    </a:cubicBezTo>
                    <a:cubicBezTo>
                      <a:pt x="65" y="0"/>
                      <a:pt x="65" y="0"/>
                      <a:pt x="65" y="0"/>
                    </a:cubicBezTo>
                    <a:cubicBezTo>
                      <a:pt x="0" y="0"/>
                      <a:pt x="0" y="0"/>
                      <a:pt x="0" y="0"/>
                    </a:cubicBezTo>
                    <a:cubicBezTo>
                      <a:pt x="1" y="3"/>
                      <a:pt x="2" y="7"/>
                      <a:pt x="3" y="10"/>
                    </a:cubicBez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90" name="Freeform 22"/>
              <p:cNvSpPr/>
              <p:nvPr>
                <p:custDataLst>
                  <p:tags r:id="rId36"/>
                </p:custDataLst>
              </p:nvPr>
            </p:nvSpPr>
            <p:spPr bwMode="auto">
              <a:xfrm>
                <a:off x="7196049" y="4683918"/>
                <a:ext cx="52388" cy="22225"/>
              </a:xfrm>
              <a:custGeom>
                <a:avLst/>
                <a:gdLst>
                  <a:gd name="T0" fmla="*/ 0 w 27"/>
                  <a:gd name="T1" fmla="*/ 0 h 11"/>
                  <a:gd name="T2" fmla="*/ 0 w 27"/>
                  <a:gd name="T3" fmla="*/ 11 h 11"/>
                  <a:gd name="T4" fmla="*/ 27 w 27"/>
                  <a:gd name="T5" fmla="*/ 11 h 11"/>
                  <a:gd name="T6" fmla="*/ 25 w 27"/>
                  <a:gd name="T7" fmla="*/ 0 h 11"/>
                  <a:gd name="T8" fmla="*/ 0 w 27"/>
                  <a:gd name="T9" fmla="*/ 0 h 11"/>
                </a:gdLst>
                <a:ahLst/>
                <a:cxnLst>
                  <a:cxn ang="0">
                    <a:pos x="T0" y="T1"/>
                  </a:cxn>
                  <a:cxn ang="0">
                    <a:pos x="T2" y="T3"/>
                  </a:cxn>
                  <a:cxn ang="0">
                    <a:pos x="T4" y="T5"/>
                  </a:cxn>
                  <a:cxn ang="0">
                    <a:pos x="T6" y="T7"/>
                  </a:cxn>
                  <a:cxn ang="0">
                    <a:pos x="T8" y="T9"/>
                  </a:cxn>
                </a:cxnLst>
                <a:rect l="0" t="0" r="r" b="b"/>
                <a:pathLst>
                  <a:path w="27" h="11">
                    <a:moveTo>
                      <a:pt x="0" y="0"/>
                    </a:moveTo>
                    <a:cubicBezTo>
                      <a:pt x="0" y="11"/>
                      <a:pt x="0" y="11"/>
                      <a:pt x="0" y="11"/>
                    </a:cubicBezTo>
                    <a:cubicBezTo>
                      <a:pt x="27" y="11"/>
                      <a:pt x="27" y="11"/>
                      <a:pt x="27" y="11"/>
                    </a:cubicBezTo>
                    <a:cubicBezTo>
                      <a:pt x="26" y="7"/>
                      <a:pt x="25" y="4"/>
                      <a:pt x="25" y="0"/>
                    </a:cubicBezTo>
                    <a:lnTo>
                      <a:pt x="0" y="0"/>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91" name="Freeform 23"/>
              <p:cNvSpPr/>
              <p:nvPr>
                <p:custDataLst>
                  <p:tags r:id="rId37"/>
                </p:custDataLst>
              </p:nvPr>
            </p:nvSpPr>
            <p:spPr bwMode="auto">
              <a:xfrm>
                <a:off x="7302412" y="4629943"/>
                <a:ext cx="131762" cy="25400"/>
              </a:xfrm>
              <a:custGeom>
                <a:avLst/>
                <a:gdLst>
                  <a:gd name="T0" fmla="*/ 5 w 66"/>
                  <a:gd name="T1" fmla="*/ 0 h 12"/>
                  <a:gd name="T2" fmla="*/ 1 w 66"/>
                  <a:gd name="T3" fmla="*/ 9 h 12"/>
                  <a:gd name="T4" fmla="*/ 0 w 66"/>
                  <a:gd name="T5" fmla="*/ 12 h 12"/>
                  <a:gd name="T6" fmla="*/ 66 w 66"/>
                  <a:gd name="T7" fmla="*/ 12 h 12"/>
                  <a:gd name="T8" fmla="*/ 66 w 66"/>
                  <a:gd name="T9" fmla="*/ 5 h 12"/>
                  <a:gd name="T10" fmla="*/ 63 w 66"/>
                  <a:gd name="T11" fmla="*/ 0 h 12"/>
                  <a:gd name="T12" fmla="*/ 5 w 66"/>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66" h="12">
                    <a:moveTo>
                      <a:pt x="5" y="0"/>
                    </a:moveTo>
                    <a:cubicBezTo>
                      <a:pt x="3" y="3"/>
                      <a:pt x="2" y="6"/>
                      <a:pt x="1" y="9"/>
                    </a:cubicBezTo>
                    <a:cubicBezTo>
                      <a:pt x="1" y="10"/>
                      <a:pt x="1" y="11"/>
                      <a:pt x="0" y="12"/>
                    </a:cubicBezTo>
                    <a:cubicBezTo>
                      <a:pt x="66" y="12"/>
                      <a:pt x="66" y="12"/>
                      <a:pt x="66" y="12"/>
                    </a:cubicBezTo>
                    <a:cubicBezTo>
                      <a:pt x="66" y="5"/>
                      <a:pt x="66" y="5"/>
                      <a:pt x="66" y="5"/>
                    </a:cubicBezTo>
                    <a:cubicBezTo>
                      <a:pt x="65" y="4"/>
                      <a:pt x="64" y="2"/>
                      <a:pt x="63" y="0"/>
                    </a:cubicBezTo>
                    <a:lnTo>
                      <a:pt x="5" y="0"/>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92" name="Freeform 24"/>
              <p:cNvSpPr/>
              <p:nvPr>
                <p:custDataLst>
                  <p:tags r:id="rId38"/>
                </p:custDataLst>
              </p:nvPr>
            </p:nvSpPr>
            <p:spPr bwMode="auto">
              <a:xfrm>
                <a:off x="7197637" y="4629943"/>
                <a:ext cx="50800" cy="25400"/>
              </a:xfrm>
              <a:custGeom>
                <a:avLst/>
                <a:gdLst>
                  <a:gd name="T0" fmla="*/ 0 w 26"/>
                  <a:gd name="T1" fmla="*/ 0 h 12"/>
                  <a:gd name="T2" fmla="*/ 0 w 26"/>
                  <a:gd name="T3" fmla="*/ 12 h 12"/>
                  <a:gd name="T4" fmla="*/ 24 w 26"/>
                  <a:gd name="T5" fmla="*/ 12 h 12"/>
                  <a:gd name="T6" fmla="*/ 26 w 26"/>
                  <a:gd name="T7" fmla="*/ 0 h 12"/>
                  <a:gd name="T8" fmla="*/ 0 w 26"/>
                  <a:gd name="T9" fmla="*/ 0 h 12"/>
                </a:gdLst>
                <a:ahLst/>
                <a:cxnLst>
                  <a:cxn ang="0">
                    <a:pos x="T0" y="T1"/>
                  </a:cxn>
                  <a:cxn ang="0">
                    <a:pos x="T2" y="T3"/>
                  </a:cxn>
                  <a:cxn ang="0">
                    <a:pos x="T4" y="T5"/>
                  </a:cxn>
                  <a:cxn ang="0">
                    <a:pos x="T6" y="T7"/>
                  </a:cxn>
                  <a:cxn ang="0">
                    <a:pos x="T8" y="T9"/>
                  </a:cxn>
                </a:cxnLst>
                <a:rect l="0" t="0" r="r" b="b"/>
                <a:pathLst>
                  <a:path w="26" h="12">
                    <a:moveTo>
                      <a:pt x="0" y="0"/>
                    </a:moveTo>
                    <a:cubicBezTo>
                      <a:pt x="0" y="12"/>
                      <a:pt x="0" y="12"/>
                      <a:pt x="0" y="12"/>
                    </a:cubicBezTo>
                    <a:cubicBezTo>
                      <a:pt x="24" y="12"/>
                      <a:pt x="24" y="12"/>
                      <a:pt x="24" y="12"/>
                    </a:cubicBezTo>
                    <a:cubicBezTo>
                      <a:pt x="24" y="8"/>
                      <a:pt x="25" y="4"/>
                      <a:pt x="26" y="0"/>
                    </a:cubicBezTo>
                    <a:lnTo>
                      <a:pt x="0" y="0"/>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93" name="Freeform 25"/>
              <p:cNvSpPr/>
              <p:nvPr>
                <p:custDataLst>
                  <p:tags r:id="rId39"/>
                </p:custDataLst>
              </p:nvPr>
            </p:nvSpPr>
            <p:spPr bwMode="auto">
              <a:xfrm>
                <a:off x="7197637" y="4577556"/>
                <a:ext cx="85725" cy="22225"/>
              </a:xfrm>
              <a:custGeom>
                <a:avLst/>
                <a:gdLst>
                  <a:gd name="T0" fmla="*/ 43 w 43"/>
                  <a:gd name="T1" fmla="*/ 0 h 12"/>
                  <a:gd name="T2" fmla="*/ 0 w 43"/>
                  <a:gd name="T3" fmla="*/ 0 h 12"/>
                  <a:gd name="T4" fmla="*/ 0 w 43"/>
                  <a:gd name="T5" fmla="*/ 12 h 12"/>
                  <a:gd name="T6" fmla="*/ 34 w 43"/>
                  <a:gd name="T7" fmla="*/ 12 h 12"/>
                  <a:gd name="T8" fmla="*/ 43 w 43"/>
                  <a:gd name="T9" fmla="*/ 0 h 12"/>
                </a:gdLst>
                <a:ahLst/>
                <a:cxnLst>
                  <a:cxn ang="0">
                    <a:pos x="T0" y="T1"/>
                  </a:cxn>
                  <a:cxn ang="0">
                    <a:pos x="T2" y="T3"/>
                  </a:cxn>
                  <a:cxn ang="0">
                    <a:pos x="T4" y="T5"/>
                  </a:cxn>
                  <a:cxn ang="0">
                    <a:pos x="T6" y="T7"/>
                  </a:cxn>
                  <a:cxn ang="0">
                    <a:pos x="T8" y="T9"/>
                  </a:cxn>
                </a:cxnLst>
                <a:rect l="0" t="0" r="r" b="b"/>
                <a:pathLst>
                  <a:path w="43" h="12">
                    <a:moveTo>
                      <a:pt x="43" y="0"/>
                    </a:moveTo>
                    <a:cubicBezTo>
                      <a:pt x="0" y="0"/>
                      <a:pt x="0" y="0"/>
                      <a:pt x="0" y="0"/>
                    </a:cubicBezTo>
                    <a:cubicBezTo>
                      <a:pt x="0" y="12"/>
                      <a:pt x="0" y="12"/>
                      <a:pt x="0" y="12"/>
                    </a:cubicBezTo>
                    <a:cubicBezTo>
                      <a:pt x="34" y="12"/>
                      <a:pt x="34" y="12"/>
                      <a:pt x="34" y="12"/>
                    </a:cubicBezTo>
                    <a:cubicBezTo>
                      <a:pt x="36" y="8"/>
                      <a:pt x="39" y="4"/>
                      <a:pt x="43" y="0"/>
                    </a:cubicBez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94" name="Freeform 26"/>
              <p:cNvSpPr>
                <a:spLocks noEditPoints="1"/>
              </p:cNvSpPr>
              <p:nvPr>
                <p:custDataLst>
                  <p:tags r:id="rId40"/>
                </p:custDataLst>
              </p:nvPr>
            </p:nvSpPr>
            <p:spPr bwMode="auto">
              <a:xfrm>
                <a:off x="7237324" y="4534693"/>
                <a:ext cx="381000" cy="331788"/>
              </a:xfrm>
              <a:custGeom>
                <a:avLst/>
                <a:gdLst>
                  <a:gd name="T0" fmla="*/ 184 w 192"/>
                  <a:gd name="T1" fmla="*/ 132 h 166"/>
                  <a:gd name="T2" fmla="*/ 129 w 192"/>
                  <a:gd name="T3" fmla="*/ 92 h 166"/>
                  <a:gd name="T4" fmla="*/ 125 w 192"/>
                  <a:gd name="T5" fmla="*/ 90 h 166"/>
                  <a:gd name="T6" fmla="*/ 121 w 192"/>
                  <a:gd name="T7" fmla="*/ 43 h 166"/>
                  <a:gd name="T8" fmla="*/ 41 w 192"/>
                  <a:gd name="T9" fmla="*/ 15 h 166"/>
                  <a:gd name="T10" fmla="*/ 15 w 192"/>
                  <a:gd name="T11" fmla="*/ 96 h 166"/>
                  <a:gd name="T12" fmla="*/ 95 w 192"/>
                  <a:gd name="T13" fmla="*/ 124 h 166"/>
                  <a:gd name="T14" fmla="*/ 105 w 192"/>
                  <a:gd name="T15" fmla="*/ 118 h 166"/>
                  <a:gd name="T16" fmla="*/ 108 w 192"/>
                  <a:gd name="T17" fmla="*/ 121 h 166"/>
                  <a:gd name="T18" fmla="*/ 163 w 192"/>
                  <a:gd name="T19" fmla="*/ 161 h 166"/>
                  <a:gd name="T20" fmla="*/ 184 w 192"/>
                  <a:gd name="T21" fmla="*/ 157 h 166"/>
                  <a:gd name="T22" fmla="*/ 188 w 192"/>
                  <a:gd name="T23" fmla="*/ 153 h 166"/>
                  <a:gd name="T24" fmla="*/ 184 w 192"/>
                  <a:gd name="T25" fmla="*/ 132 h 166"/>
                  <a:gd name="T26" fmla="*/ 87 w 192"/>
                  <a:gd name="T27" fmla="*/ 107 h 166"/>
                  <a:gd name="T28" fmla="*/ 32 w 192"/>
                  <a:gd name="T29" fmla="*/ 88 h 166"/>
                  <a:gd name="T30" fmla="*/ 49 w 192"/>
                  <a:gd name="T31" fmla="*/ 32 h 166"/>
                  <a:gd name="T32" fmla="*/ 104 w 192"/>
                  <a:gd name="T33" fmla="*/ 52 h 166"/>
                  <a:gd name="T34" fmla="*/ 87 w 192"/>
                  <a:gd name="T35" fmla="*/ 107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166">
                    <a:moveTo>
                      <a:pt x="184" y="132"/>
                    </a:moveTo>
                    <a:cubicBezTo>
                      <a:pt x="129" y="92"/>
                      <a:pt x="129" y="92"/>
                      <a:pt x="129" y="92"/>
                    </a:cubicBezTo>
                    <a:cubicBezTo>
                      <a:pt x="128" y="91"/>
                      <a:pt x="126" y="90"/>
                      <a:pt x="125" y="90"/>
                    </a:cubicBezTo>
                    <a:cubicBezTo>
                      <a:pt x="130" y="75"/>
                      <a:pt x="129" y="58"/>
                      <a:pt x="121" y="43"/>
                    </a:cubicBezTo>
                    <a:cubicBezTo>
                      <a:pt x="106" y="13"/>
                      <a:pt x="70" y="0"/>
                      <a:pt x="41" y="15"/>
                    </a:cubicBezTo>
                    <a:cubicBezTo>
                      <a:pt x="11" y="30"/>
                      <a:pt x="0" y="66"/>
                      <a:pt x="15" y="96"/>
                    </a:cubicBezTo>
                    <a:cubicBezTo>
                      <a:pt x="30" y="126"/>
                      <a:pt x="66" y="139"/>
                      <a:pt x="95" y="124"/>
                    </a:cubicBezTo>
                    <a:cubicBezTo>
                      <a:pt x="99" y="122"/>
                      <a:pt x="102" y="120"/>
                      <a:pt x="105" y="118"/>
                    </a:cubicBezTo>
                    <a:cubicBezTo>
                      <a:pt x="106" y="119"/>
                      <a:pt x="107" y="120"/>
                      <a:pt x="108" y="121"/>
                    </a:cubicBezTo>
                    <a:cubicBezTo>
                      <a:pt x="163" y="161"/>
                      <a:pt x="163" y="161"/>
                      <a:pt x="163" y="161"/>
                    </a:cubicBezTo>
                    <a:cubicBezTo>
                      <a:pt x="170" y="166"/>
                      <a:pt x="179" y="164"/>
                      <a:pt x="184" y="157"/>
                    </a:cubicBezTo>
                    <a:cubicBezTo>
                      <a:pt x="188" y="153"/>
                      <a:pt x="188" y="153"/>
                      <a:pt x="188" y="153"/>
                    </a:cubicBezTo>
                    <a:cubicBezTo>
                      <a:pt x="192" y="146"/>
                      <a:pt x="191" y="137"/>
                      <a:pt x="184" y="132"/>
                    </a:cubicBezTo>
                    <a:close/>
                    <a:moveTo>
                      <a:pt x="87" y="107"/>
                    </a:moveTo>
                    <a:cubicBezTo>
                      <a:pt x="67" y="117"/>
                      <a:pt x="42" y="108"/>
                      <a:pt x="32" y="88"/>
                    </a:cubicBezTo>
                    <a:cubicBezTo>
                      <a:pt x="22" y="67"/>
                      <a:pt x="29" y="42"/>
                      <a:pt x="49" y="32"/>
                    </a:cubicBezTo>
                    <a:cubicBezTo>
                      <a:pt x="69" y="22"/>
                      <a:pt x="94" y="31"/>
                      <a:pt x="104" y="52"/>
                    </a:cubicBezTo>
                    <a:cubicBezTo>
                      <a:pt x="114" y="72"/>
                      <a:pt x="107" y="97"/>
                      <a:pt x="87" y="107"/>
                    </a:cubicBez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gr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additive="base">
                                        <p:cTn id="12" dur="500" fill="hold"/>
                                        <p:tgtEl>
                                          <p:spTgt spid="15"/>
                                        </p:tgtEl>
                                        <p:attrNameLst>
                                          <p:attrName>ppt_x</p:attrName>
                                        </p:attrNameLst>
                                      </p:cBhvr>
                                      <p:tavLst>
                                        <p:tav tm="0">
                                          <p:val>
                                            <p:strVal val="#ppt_x"/>
                                          </p:val>
                                        </p:tav>
                                        <p:tav tm="100000">
                                          <p:val>
                                            <p:strVal val="#ppt_x"/>
                                          </p:val>
                                        </p:tav>
                                      </p:tavLst>
                                    </p:anim>
                                    <p:anim calcmode="lin" valueType="num">
                                      <p:cBhvr additive="base">
                                        <p:cTn id="13" dur="500" fill="hold"/>
                                        <p:tgtEl>
                                          <p:spTgt spid="15"/>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5819"/>
            <a:ext cx="12192000" cy="6852181"/>
          </a:xfrm>
          <a:prstGeom prst="rect">
            <a:avLst/>
          </a:prstGeom>
        </p:spPr>
      </p:pic>
      <p:sp>
        <p:nvSpPr>
          <p:cNvPr id="15" name="矩形 14"/>
          <p:cNvSpPr/>
          <p:nvPr/>
        </p:nvSpPr>
        <p:spPr>
          <a:xfrm>
            <a:off x="2449722" y="1931264"/>
            <a:ext cx="7292557" cy="3045469"/>
          </a:xfrm>
          <a:prstGeom prst="rect">
            <a:avLst/>
          </a:prstGeom>
          <a:solidFill>
            <a:srgbClr val="244C89"/>
          </a:solidFill>
          <a:ln>
            <a:no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矩形 16"/>
          <p:cNvSpPr/>
          <p:nvPr/>
        </p:nvSpPr>
        <p:spPr>
          <a:xfrm>
            <a:off x="2679992" y="2159983"/>
            <a:ext cx="6832016" cy="2588032"/>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文本框 23"/>
          <p:cNvSpPr txBox="1"/>
          <p:nvPr/>
        </p:nvSpPr>
        <p:spPr>
          <a:xfrm>
            <a:off x="2885401" y="2443843"/>
            <a:ext cx="1643400" cy="2215991"/>
          </a:xfrm>
          <a:prstGeom prst="rect">
            <a:avLst/>
          </a:prstGeom>
          <a:noFill/>
        </p:spPr>
        <p:txBody>
          <a:bodyPr wrap="none" rtlCol="0">
            <a:spAutoFit/>
          </a:bodyPr>
          <a:lstStyle/>
          <a:p>
            <a:pPr algn="ctr"/>
            <a:r>
              <a:rPr lang="en-US" altLang="zh-CN" sz="13800" dirty="0" smtClean="0">
                <a:solidFill>
                  <a:schemeClr val="bg1"/>
                </a:solidFill>
                <a:latin typeface="Agency FB" panose="020B0503020202020204" pitchFamily="34" charset="0"/>
              </a:rPr>
              <a:t>02</a:t>
            </a:r>
            <a:endParaRPr lang="zh-CN" altLang="en-US" sz="13800" dirty="0">
              <a:solidFill>
                <a:schemeClr val="bg1"/>
              </a:solidFill>
              <a:latin typeface="Agency FB" panose="020B0503020202020204" pitchFamily="34" charset="0"/>
            </a:endParaRPr>
          </a:p>
        </p:txBody>
      </p:sp>
      <p:sp>
        <p:nvSpPr>
          <p:cNvPr id="25" name="文本框 24"/>
          <p:cNvSpPr txBox="1"/>
          <p:nvPr/>
        </p:nvSpPr>
        <p:spPr>
          <a:xfrm>
            <a:off x="4911483" y="2716242"/>
            <a:ext cx="4238307" cy="769441"/>
          </a:xfrm>
          <a:prstGeom prst="rect">
            <a:avLst/>
          </a:prstGeom>
          <a:noFill/>
        </p:spPr>
        <p:txBody>
          <a:bodyPr wrap="square" rtlCol="0">
            <a:spAutoFit/>
            <a:scene3d>
              <a:camera prst="orthographicFront"/>
              <a:lightRig rig="threePt" dir="t"/>
            </a:scene3d>
            <a:sp3d contourW="12700"/>
          </a:bodyPr>
          <a:lstStyle/>
          <a:p>
            <a:r>
              <a:rPr lang="zh-CN" altLang="en-US" sz="4400" b="1" dirty="0">
                <a:solidFill>
                  <a:schemeClr val="bg1"/>
                </a:solidFill>
                <a:latin typeface="思源黑体" panose="020B0500000000000000" pitchFamily="34" charset="-122"/>
                <a:ea typeface="思源黑体" panose="020B0500000000000000" pitchFamily="34" charset="-122"/>
              </a:rPr>
              <a:t>研究思路及方法</a:t>
            </a:r>
            <a:endParaRPr lang="zh-CN" altLang="en-US" sz="4400" b="1" dirty="0">
              <a:solidFill>
                <a:schemeClr val="bg1"/>
              </a:solidFill>
              <a:latin typeface="思源黑体" panose="020B0500000000000000" pitchFamily="34" charset="-122"/>
              <a:ea typeface="思源黑体" panose="020B0500000000000000" pitchFamily="34" charset="-122"/>
            </a:endParaRPr>
          </a:p>
        </p:txBody>
      </p:sp>
      <p:cxnSp>
        <p:nvCxnSpPr>
          <p:cNvPr id="27" name="直接连接符 26"/>
          <p:cNvCxnSpPr/>
          <p:nvPr/>
        </p:nvCxnSpPr>
        <p:spPr>
          <a:xfrm>
            <a:off x="4702757" y="2832100"/>
            <a:ext cx="0" cy="1411944"/>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5034394" y="3531006"/>
            <a:ext cx="1282439"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研究思路</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1" name="文本框 9"/>
          <p:cNvSpPr txBox="1"/>
          <p:nvPr/>
        </p:nvSpPr>
        <p:spPr>
          <a:xfrm>
            <a:off x="5034394" y="3792469"/>
            <a:ext cx="1282439"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研究方法</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4" name="文本框 9"/>
          <p:cNvSpPr txBox="1"/>
          <p:nvPr/>
        </p:nvSpPr>
        <p:spPr>
          <a:xfrm>
            <a:off x="6582450" y="3531006"/>
            <a:ext cx="1577282" cy="220980"/>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可行性</a:t>
            </a:r>
            <a:r>
              <a:rPr lang="zh-CN" altLang="en-US" sz="1200" dirty="0">
                <a:solidFill>
                  <a:schemeClr val="bg1"/>
                </a:solidFill>
                <a:latin typeface="思源黑体" panose="020B0500000000000000" pitchFamily="34" charset="-122"/>
                <a:ea typeface="思源黑体" panose="020B0500000000000000" pitchFamily="34" charset="-122"/>
              </a:rPr>
              <a:t>说明</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6" name="文本框 9"/>
          <p:cNvSpPr txBox="1"/>
          <p:nvPr/>
        </p:nvSpPr>
        <p:spPr>
          <a:xfrm>
            <a:off x="6582450" y="3792469"/>
            <a:ext cx="2100777" cy="220980"/>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技术路线</a:t>
            </a:r>
            <a:r>
              <a:rPr lang="zh-CN" altLang="en-US" sz="1200" dirty="0">
                <a:solidFill>
                  <a:schemeClr val="bg1"/>
                </a:solidFill>
                <a:latin typeface="思源黑体" panose="020B0500000000000000" pitchFamily="34" charset="-122"/>
                <a:ea typeface="思源黑体" panose="020B0500000000000000" pitchFamily="34" charset="-122"/>
              </a:rPr>
              <a:t>图</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2" name="文本框 9"/>
          <p:cNvSpPr txBox="1"/>
          <p:nvPr/>
        </p:nvSpPr>
        <p:spPr>
          <a:xfrm>
            <a:off x="5034320" y="4054089"/>
            <a:ext cx="2100777" cy="220980"/>
          </a:xfrm>
          <a:prstGeom prst="rect">
            <a:avLst/>
          </a:prstGeom>
          <a:noFill/>
        </p:spPr>
        <p:txBody>
          <a:bodyPr wrap="square" lIns="0" tIns="0" rIns="0" bIns="0" rtlCol="0">
            <a:spAutoFit/>
          </a:bodyPr>
          <a:lstStyle/>
          <a:p>
            <a:pPr marL="0" lvl="1" indent="0">
              <a:lnSpc>
                <a:spcPct val="120000"/>
              </a:lnSpc>
              <a:buSzPct val="70000"/>
              <a:buFont typeface="Wingdings" panose="05000000000000000000" pitchFamily="2" charset="2"/>
              <a:buNone/>
            </a:pPr>
            <a:endParaRPr lang="zh-CN" altLang="en-US" sz="1200" dirty="0">
              <a:solidFill>
                <a:schemeClr val="bg1"/>
              </a:solidFill>
              <a:latin typeface="思源黑体" panose="020B0500000000000000" pitchFamily="34" charset="-122"/>
              <a:ea typeface="思源黑体" panose="020B0500000000000000" pitchFamily="34" charset="-122"/>
            </a:endParaRPr>
          </a:p>
        </p:txBody>
      </p:sp>
    </p:spTree>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par>
                                <p:cTn id="10" presetID="21" presetClass="entr" presetSubtype="8"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heel(8)">
                                      <p:cBhvr>
                                        <p:cTn id="12" dur="1000"/>
                                        <p:tgtEl>
                                          <p:spTgt spid="17"/>
                                        </p:tgtEl>
                                      </p:cBhvr>
                                    </p:animEffect>
                                  </p:childTnLst>
                                </p:cTn>
                              </p:par>
                            </p:childTnLst>
                          </p:cTn>
                        </p:par>
                        <p:par>
                          <p:cTn id="13" fill="hold">
                            <p:stCondLst>
                              <p:cond delay="500"/>
                            </p:stCondLst>
                            <p:childTnLst>
                              <p:par>
                                <p:cTn id="14" presetID="53" presetClass="entr" presetSubtype="16"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 calcmode="lin" valueType="num">
                                      <p:cBhvr>
                                        <p:cTn id="16" dur="500" fill="hold"/>
                                        <p:tgtEl>
                                          <p:spTgt spid="24"/>
                                        </p:tgtEl>
                                        <p:attrNameLst>
                                          <p:attrName>ppt_w</p:attrName>
                                        </p:attrNameLst>
                                      </p:cBhvr>
                                      <p:tavLst>
                                        <p:tav tm="0">
                                          <p:val>
                                            <p:fltVal val="0"/>
                                          </p:val>
                                        </p:tav>
                                        <p:tav tm="100000">
                                          <p:val>
                                            <p:strVal val="#ppt_w"/>
                                          </p:val>
                                        </p:tav>
                                      </p:tavLst>
                                    </p:anim>
                                    <p:anim calcmode="lin" valueType="num">
                                      <p:cBhvr>
                                        <p:cTn id="17" dur="500" fill="hold"/>
                                        <p:tgtEl>
                                          <p:spTgt spid="24"/>
                                        </p:tgtEl>
                                        <p:attrNameLst>
                                          <p:attrName>ppt_h</p:attrName>
                                        </p:attrNameLst>
                                      </p:cBhvr>
                                      <p:tavLst>
                                        <p:tav tm="0">
                                          <p:val>
                                            <p:fltVal val="0"/>
                                          </p:val>
                                        </p:tav>
                                        <p:tav tm="100000">
                                          <p:val>
                                            <p:strVal val="#ppt_h"/>
                                          </p:val>
                                        </p:tav>
                                      </p:tavLst>
                                    </p:anim>
                                    <p:animEffect transition="in" filter="fade">
                                      <p:cBhvr>
                                        <p:cTn id="18" dur="500"/>
                                        <p:tgtEl>
                                          <p:spTgt spid="24"/>
                                        </p:tgtEl>
                                      </p:cBhvr>
                                    </p:animEffect>
                                  </p:childTnLst>
                                </p:cTn>
                              </p:par>
                            </p:childTnLst>
                          </p:cTn>
                        </p:par>
                        <p:par>
                          <p:cTn id="19" fill="hold">
                            <p:stCondLst>
                              <p:cond delay="1000"/>
                            </p:stCondLst>
                            <p:childTnLst>
                              <p:par>
                                <p:cTn id="20" presetID="22" presetClass="entr" presetSubtype="1" fill="hold" nodeType="after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up)">
                                      <p:cBhvr>
                                        <p:cTn id="22" dur="500"/>
                                        <p:tgtEl>
                                          <p:spTgt spid="27"/>
                                        </p:tgtEl>
                                      </p:cBhvr>
                                    </p:animEffect>
                                  </p:childTnLst>
                                </p:cTn>
                              </p:par>
                            </p:childTnLst>
                          </p:cTn>
                        </p:par>
                        <p:par>
                          <p:cTn id="23" fill="hold">
                            <p:stCondLst>
                              <p:cond delay="1500"/>
                            </p:stCondLst>
                            <p:childTnLst>
                              <p:par>
                                <p:cTn id="24" presetID="12" presetClass="entr" presetSubtype="2" fill="hold" grpId="0" nodeType="afterEffect">
                                  <p:stCondLst>
                                    <p:cond delay="0"/>
                                  </p:stCondLst>
                                  <p:childTnLst>
                                    <p:set>
                                      <p:cBhvr>
                                        <p:cTn id="25" dur="1" fill="hold">
                                          <p:stCondLst>
                                            <p:cond delay="0"/>
                                          </p:stCondLst>
                                        </p:cTn>
                                        <p:tgtEl>
                                          <p:spTgt spid="25"/>
                                        </p:tgtEl>
                                        <p:attrNameLst>
                                          <p:attrName>style.visibility</p:attrName>
                                        </p:attrNameLst>
                                      </p:cBhvr>
                                      <p:to>
                                        <p:strVal val="visible"/>
                                      </p:to>
                                    </p:set>
                                    <p:anim calcmode="lin" valueType="num">
                                      <p:cBhvr additive="base">
                                        <p:cTn id="26" dur="500"/>
                                        <p:tgtEl>
                                          <p:spTgt spid="25"/>
                                        </p:tgtEl>
                                        <p:attrNameLst>
                                          <p:attrName>ppt_x</p:attrName>
                                        </p:attrNameLst>
                                      </p:cBhvr>
                                      <p:tavLst>
                                        <p:tav tm="0">
                                          <p:val>
                                            <p:strVal val="#ppt_x+#ppt_w*1.125000"/>
                                          </p:val>
                                        </p:tav>
                                        <p:tav tm="100000">
                                          <p:val>
                                            <p:strVal val="#ppt_x"/>
                                          </p:val>
                                        </p:tav>
                                      </p:tavLst>
                                    </p:anim>
                                    <p:animEffect transition="in" filter="wipe(left)">
                                      <p:cBhvr>
                                        <p:cTn id="27" dur="500"/>
                                        <p:tgtEl>
                                          <p:spTgt spid="25"/>
                                        </p:tgtEl>
                                      </p:cBhvr>
                                    </p:animEffect>
                                  </p:childTnLst>
                                </p:cTn>
                              </p:par>
                              <p:par>
                                <p:cTn id="28" presetID="2" presetClass="entr" presetSubtype="2"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fill="hold"/>
                                        <p:tgtEl>
                                          <p:spTgt spid="10"/>
                                        </p:tgtEl>
                                        <p:attrNameLst>
                                          <p:attrName>ppt_x</p:attrName>
                                        </p:attrNameLst>
                                      </p:cBhvr>
                                      <p:tavLst>
                                        <p:tav tm="0">
                                          <p:val>
                                            <p:strVal val="1+#ppt_w/2"/>
                                          </p:val>
                                        </p:tav>
                                        <p:tav tm="100000">
                                          <p:val>
                                            <p:strVal val="#ppt_x"/>
                                          </p:val>
                                        </p:tav>
                                      </p:tavLst>
                                    </p:anim>
                                    <p:anim calcmode="lin" valueType="num">
                                      <p:cBhvr additive="base">
                                        <p:cTn id="31" dur="500" fill="hold"/>
                                        <p:tgtEl>
                                          <p:spTgt spid="10"/>
                                        </p:tgtEl>
                                        <p:attrNameLst>
                                          <p:attrName>ppt_y</p:attrName>
                                        </p:attrNameLst>
                                      </p:cBhvr>
                                      <p:tavLst>
                                        <p:tav tm="0">
                                          <p:val>
                                            <p:strVal val="#ppt_y"/>
                                          </p:val>
                                        </p:tav>
                                        <p:tav tm="100000">
                                          <p:val>
                                            <p:strVal val="#ppt_y"/>
                                          </p:val>
                                        </p:tav>
                                      </p:tavLst>
                                    </p:anim>
                                  </p:childTnLst>
                                </p:cTn>
                              </p:par>
                              <p:par>
                                <p:cTn id="32" presetID="2" presetClass="entr" presetSubtype="2" fill="hold" grpId="0" nodeType="withEffect">
                                  <p:stCondLst>
                                    <p:cond delay="250"/>
                                  </p:stCondLst>
                                  <p:childTnLst>
                                    <p:set>
                                      <p:cBhvr>
                                        <p:cTn id="33" dur="1" fill="hold">
                                          <p:stCondLst>
                                            <p:cond delay="0"/>
                                          </p:stCondLst>
                                        </p:cTn>
                                        <p:tgtEl>
                                          <p:spTgt spid="14"/>
                                        </p:tgtEl>
                                        <p:attrNameLst>
                                          <p:attrName>style.visibility</p:attrName>
                                        </p:attrNameLst>
                                      </p:cBhvr>
                                      <p:to>
                                        <p:strVal val="visible"/>
                                      </p:to>
                                    </p:set>
                                    <p:anim calcmode="lin" valueType="num">
                                      <p:cBhvr additive="base">
                                        <p:cTn id="34" dur="500" fill="hold"/>
                                        <p:tgtEl>
                                          <p:spTgt spid="14"/>
                                        </p:tgtEl>
                                        <p:attrNameLst>
                                          <p:attrName>ppt_x</p:attrName>
                                        </p:attrNameLst>
                                      </p:cBhvr>
                                      <p:tavLst>
                                        <p:tav tm="0">
                                          <p:val>
                                            <p:strVal val="1+#ppt_w/2"/>
                                          </p:val>
                                        </p:tav>
                                        <p:tav tm="100000">
                                          <p:val>
                                            <p:strVal val="#ppt_x"/>
                                          </p:val>
                                        </p:tav>
                                      </p:tavLst>
                                    </p:anim>
                                    <p:anim calcmode="lin" valueType="num">
                                      <p:cBhvr additive="base">
                                        <p:cTn id="35" dur="500" fill="hold"/>
                                        <p:tgtEl>
                                          <p:spTgt spid="14"/>
                                        </p:tgtEl>
                                        <p:attrNameLst>
                                          <p:attrName>ppt_y</p:attrName>
                                        </p:attrNameLst>
                                      </p:cBhvr>
                                      <p:tavLst>
                                        <p:tav tm="0">
                                          <p:val>
                                            <p:strVal val="#ppt_y"/>
                                          </p:val>
                                        </p:tav>
                                        <p:tav tm="100000">
                                          <p:val>
                                            <p:strVal val="#ppt_y"/>
                                          </p:val>
                                        </p:tav>
                                      </p:tavLst>
                                    </p:anim>
                                  </p:childTnLst>
                                </p:cTn>
                              </p:par>
                              <p:par>
                                <p:cTn id="36" presetID="2" presetClass="entr" presetSubtype="2" fill="hold" grpId="0" nodeType="withEffect">
                                  <p:stCondLst>
                                    <p:cond delay="50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00" fill="hold"/>
                                        <p:tgtEl>
                                          <p:spTgt spid="11"/>
                                        </p:tgtEl>
                                        <p:attrNameLst>
                                          <p:attrName>ppt_x</p:attrName>
                                        </p:attrNameLst>
                                      </p:cBhvr>
                                      <p:tavLst>
                                        <p:tav tm="0">
                                          <p:val>
                                            <p:strVal val="1+#ppt_w/2"/>
                                          </p:val>
                                        </p:tav>
                                        <p:tav tm="100000">
                                          <p:val>
                                            <p:strVal val="#ppt_x"/>
                                          </p:val>
                                        </p:tav>
                                      </p:tavLst>
                                    </p:anim>
                                    <p:anim calcmode="lin" valueType="num">
                                      <p:cBhvr additive="base">
                                        <p:cTn id="39" dur="500" fill="hold"/>
                                        <p:tgtEl>
                                          <p:spTgt spid="11"/>
                                        </p:tgtEl>
                                        <p:attrNameLst>
                                          <p:attrName>ppt_y</p:attrName>
                                        </p:attrNameLst>
                                      </p:cBhvr>
                                      <p:tavLst>
                                        <p:tav tm="0">
                                          <p:val>
                                            <p:strVal val="#ppt_y"/>
                                          </p:val>
                                        </p:tav>
                                        <p:tav tm="100000">
                                          <p:val>
                                            <p:strVal val="#ppt_y"/>
                                          </p:val>
                                        </p:tav>
                                      </p:tavLst>
                                    </p:anim>
                                  </p:childTnLst>
                                </p:cTn>
                              </p:par>
                              <p:par>
                                <p:cTn id="40" presetID="2" presetClass="entr" presetSubtype="2" fill="hold" grpId="0" nodeType="withEffect">
                                  <p:stCondLst>
                                    <p:cond delay="750"/>
                                  </p:stCondLst>
                                  <p:childTnLst>
                                    <p:set>
                                      <p:cBhvr>
                                        <p:cTn id="41" dur="1" fill="hold">
                                          <p:stCondLst>
                                            <p:cond delay="0"/>
                                          </p:stCondLst>
                                        </p:cTn>
                                        <p:tgtEl>
                                          <p:spTgt spid="16"/>
                                        </p:tgtEl>
                                        <p:attrNameLst>
                                          <p:attrName>style.visibility</p:attrName>
                                        </p:attrNameLst>
                                      </p:cBhvr>
                                      <p:to>
                                        <p:strVal val="visible"/>
                                      </p:to>
                                    </p:set>
                                    <p:anim calcmode="lin" valueType="num">
                                      <p:cBhvr additive="base">
                                        <p:cTn id="42" dur="500" fill="hold"/>
                                        <p:tgtEl>
                                          <p:spTgt spid="16"/>
                                        </p:tgtEl>
                                        <p:attrNameLst>
                                          <p:attrName>ppt_x</p:attrName>
                                        </p:attrNameLst>
                                      </p:cBhvr>
                                      <p:tavLst>
                                        <p:tav tm="0">
                                          <p:val>
                                            <p:strVal val="1+#ppt_w/2"/>
                                          </p:val>
                                        </p:tav>
                                        <p:tav tm="100000">
                                          <p:val>
                                            <p:strVal val="#ppt_x"/>
                                          </p:val>
                                        </p:tav>
                                      </p:tavLst>
                                    </p:anim>
                                    <p:anim calcmode="lin" valueType="num">
                                      <p:cBhvr additive="base">
                                        <p:cTn id="43" dur="500" fill="hold"/>
                                        <p:tgtEl>
                                          <p:spTgt spid="16"/>
                                        </p:tgtEl>
                                        <p:attrNameLst>
                                          <p:attrName>ppt_y</p:attrName>
                                        </p:attrNameLst>
                                      </p:cBhvr>
                                      <p:tavLst>
                                        <p:tav tm="0">
                                          <p:val>
                                            <p:strVal val="#ppt_y"/>
                                          </p:val>
                                        </p:tav>
                                        <p:tav tm="100000">
                                          <p:val>
                                            <p:strVal val="#ppt_y"/>
                                          </p:val>
                                        </p:tav>
                                      </p:tavLst>
                                    </p:anim>
                                  </p:childTnLst>
                                </p:cTn>
                              </p:par>
                              <p:par>
                                <p:cTn id="44" presetID="2" presetClass="entr" presetSubtype="2" fill="hold" grpId="0" nodeType="withEffect">
                                  <p:stCondLst>
                                    <p:cond delay="750"/>
                                  </p:stCondLst>
                                  <p:childTnLst>
                                    <p:set>
                                      <p:cBhvr>
                                        <p:cTn id="45" dur="1" fill="hold">
                                          <p:stCondLst>
                                            <p:cond delay="0"/>
                                          </p:stCondLst>
                                        </p:cTn>
                                        <p:tgtEl>
                                          <p:spTgt spid="2"/>
                                        </p:tgtEl>
                                        <p:attrNameLst>
                                          <p:attrName>style.visibility</p:attrName>
                                        </p:attrNameLst>
                                      </p:cBhvr>
                                      <p:to>
                                        <p:strVal val="visible"/>
                                      </p:to>
                                    </p:set>
                                    <p:anim calcmode="lin" valueType="num">
                                      <p:cBhvr additive="base">
                                        <p:cTn id="46" dur="500" fill="hold"/>
                                        <p:tgtEl>
                                          <p:spTgt spid="2"/>
                                        </p:tgtEl>
                                        <p:attrNameLst>
                                          <p:attrName>ppt_x</p:attrName>
                                        </p:attrNameLst>
                                      </p:cBhvr>
                                      <p:tavLst>
                                        <p:tav tm="0">
                                          <p:val>
                                            <p:strVal val="1+#ppt_w/2"/>
                                          </p:val>
                                        </p:tav>
                                        <p:tav tm="100000">
                                          <p:val>
                                            <p:strVal val="#ppt_x"/>
                                          </p:val>
                                        </p:tav>
                                      </p:tavLst>
                                    </p:anim>
                                    <p:anim calcmode="lin" valueType="num">
                                      <p:cBhvr additive="base">
                                        <p:cTn id="47"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24" grpId="0"/>
      <p:bldP spid="25" grpId="0"/>
      <p:bldP spid="10" grpId="0"/>
      <p:bldP spid="11" grpId="0"/>
      <p:bldP spid="14" grpId="0"/>
      <p:bldP spid="16" grpId="0"/>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5819"/>
            <a:ext cx="12192000" cy="6852181"/>
          </a:xfrm>
          <a:prstGeom prst="rect">
            <a:avLst/>
          </a:prstGeom>
        </p:spPr>
      </p:pic>
      <p:sp>
        <p:nvSpPr>
          <p:cNvPr id="17" name="矩形 16"/>
          <p:cNvSpPr/>
          <p:nvPr/>
        </p:nvSpPr>
        <p:spPr>
          <a:xfrm>
            <a:off x="2679992" y="2159983"/>
            <a:ext cx="6832016" cy="2588032"/>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文本框 23"/>
          <p:cNvSpPr txBox="1"/>
          <p:nvPr/>
        </p:nvSpPr>
        <p:spPr>
          <a:xfrm>
            <a:off x="2885401" y="2443843"/>
            <a:ext cx="1643400" cy="2215991"/>
          </a:xfrm>
          <a:prstGeom prst="rect">
            <a:avLst/>
          </a:prstGeom>
          <a:noFill/>
        </p:spPr>
        <p:txBody>
          <a:bodyPr wrap="none" rtlCol="0">
            <a:spAutoFit/>
          </a:bodyPr>
          <a:lstStyle/>
          <a:p>
            <a:pPr algn="ctr"/>
            <a:r>
              <a:rPr lang="en-US" altLang="zh-CN" sz="13800" dirty="0" smtClean="0">
                <a:solidFill>
                  <a:schemeClr val="bg1"/>
                </a:solidFill>
                <a:latin typeface="Agency FB" panose="020B0503020202020204" pitchFamily="34" charset="0"/>
              </a:rPr>
              <a:t>02</a:t>
            </a:r>
            <a:endParaRPr lang="zh-CN" altLang="en-US" sz="13800" dirty="0">
              <a:solidFill>
                <a:schemeClr val="bg1"/>
              </a:solidFill>
              <a:latin typeface="Agency FB" panose="020B0503020202020204" pitchFamily="34" charset="0"/>
            </a:endParaRPr>
          </a:p>
        </p:txBody>
      </p:sp>
      <p:sp>
        <p:nvSpPr>
          <p:cNvPr id="25" name="文本框 24"/>
          <p:cNvSpPr txBox="1"/>
          <p:nvPr/>
        </p:nvSpPr>
        <p:spPr>
          <a:xfrm>
            <a:off x="4911483" y="2716242"/>
            <a:ext cx="4238307" cy="769441"/>
          </a:xfrm>
          <a:prstGeom prst="rect">
            <a:avLst/>
          </a:prstGeom>
          <a:noFill/>
        </p:spPr>
        <p:txBody>
          <a:bodyPr wrap="square" rtlCol="0">
            <a:spAutoFit/>
            <a:scene3d>
              <a:camera prst="orthographicFront"/>
              <a:lightRig rig="threePt" dir="t"/>
            </a:scene3d>
            <a:sp3d contourW="12700"/>
          </a:bodyPr>
          <a:lstStyle/>
          <a:p>
            <a:r>
              <a:rPr lang="zh-CN" altLang="en-US" sz="4400" b="1" dirty="0">
                <a:solidFill>
                  <a:schemeClr val="bg1"/>
                </a:solidFill>
                <a:latin typeface="思源黑体" panose="020B0500000000000000" pitchFamily="34" charset="-122"/>
                <a:ea typeface="思源黑体" panose="020B0500000000000000" pitchFamily="34" charset="-122"/>
              </a:rPr>
              <a:t>研究思路及方法</a:t>
            </a:r>
            <a:endParaRPr lang="zh-CN" altLang="en-US" sz="4400" b="1" dirty="0">
              <a:solidFill>
                <a:schemeClr val="bg1"/>
              </a:solidFill>
              <a:latin typeface="思源黑体" panose="020B0500000000000000" pitchFamily="34" charset="-122"/>
              <a:ea typeface="思源黑体" panose="020B0500000000000000" pitchFamily="34" charset="-122"/>
            </a:endParaRPr>
          </a:p>
        </p:txBody>
      </p:sp>
      <p:cxnSp>
        <p:nvCxnSpPr>
          <p:cNvPr id="27" name="直接连接符 26"/>
          <p:cNvCxnSpPr/>
          <p:nvPr/>
        </p:nvCxnSpPr>
        <p:spPr>
          <a:xfrm>
            <a:off x="4702757" y="2832100"/>
            <a:ext cx="0" cy="1411944"/>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5034394" y="3531006"/>
            <a:ext cx="1282439"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研究思路</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1" name="文本框 9"/>
          <p:cNvSpPr txBox="1"/>
          <p:nvPr/>
        </p:nvSpPr>
        <p:spPr>
          <a:xfrm>
            <a:off x="5034394" y="3792469"/>
            <a:ext cx="1282439"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研究方法</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4" name="文本框 9"/>
          <p:cNvSpPr txBox="1"/>
          <p:nvPr/>
        </p:nvSpPr>
        <p:spPr>
          <a:xfrm>
            <a:off x="6582450" y="3531006"/>
            <a:ext cx="1577282" cy="220980"/>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可行性</a:t>
            </a:r>
            <a:r>
              <a:rPr lang="zh-CN" altLang="en-US" sz="1200" dirty="0">
                <a:solidFill>
                  <a:schemeClr val="bg1"/>
                </a:solidFill>
                <a:latin typeface="思源黑体" panose="020B0500000000000000" pitchFamily="34" charset="-122"/>
                <a:ea typeface="思源黑体" panose="020B0500000000000000" pitchFamily="34" charset="-122"/>
              </a:rPr>
              <a:t>说明</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6" name="文本框 9"/>
          <p:cNvSpPr txBox="1"/>
          <p:nvPr/>
        </p:nvSpPr>
        <p:spPr>
          <a:xfrm>
            <a:off x="6582450" y="3792469"/>
            <a:ext cx="2100777" cy="220980"/>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技术路线</a:t>
            </a:r>
            <a:r>
              <a:rPr lang="zh-CN" altLang="en-US" sz="1200" dirty="0">
                <a:solidFill>
                  <a:schemeClr val="bg1"/>
                </a:solidFill>
                <a:latin typeface="思源黑体" panose="020B0500000000000000" pitchFamily="34" charset="-122"/>
                <a:ea typeface="思源黑体" panose="020B0500000000000000" pitchFamily="34" charset="-122"/>
              </a:rPr>
              <a:t>图</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2" name="文本框 9"/>
          <p:cNvSpPr txBox="1"/>
          <p:nvPr/>
        </p:nvSpPr>
        <p:spPr>
          <a:xfrm>
            <a:off x="5034320" y="4054089"/>
            <a:ext cx="2100777" cy="220980"/>
          </a:xfrm>
          <a:prstGeom prst="rect">
            <a:avLst/>
          </a:prstGeom>
          <a:noFill/>
        </p:spPr>
        <p:txBody>
          <a:bodyPr wrap="square" lIns="0" tIns="0" rIns="0" bIns="0" rtlCol="0">
            <a:spAutoFit/>
          </a:bodyPr>
          <a:lstStyle/>
          <a:p>
            <a:pPr marL="0" lvl="1" indent="0">
              <a:lnSpc>
                <a:spcPct val="120000"/>
              </a:lnSpc>
              <a:buSzPct val="70000"/>
              <a:buFont typeface="Wingdings" panose="05000000000000000000" pitchFamily="2" charset="2"/>
              <a:buNone/>
            </a:pPr>
            <a:endParaRPr lang="zh-CN" altLang="en-US" sz="1200" dirty="0">
              <a:solidFill>
                <a:schemeClr val="bg1"/>
              </a:solidFill>
              <a:latin typeface="思源黑体" panose="020B0500000000000000" pitchFamily="34" charset="-122"/>
              <a:ea typeface="思源黑体" panose="020B0500000000000000" pitchFamily="34" charset="-122"/>
            </a:endParaRPr>
          </a:p>
        </p:txBody>
      </p:sp>
    </p:spTree>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8"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heel(8)">
                                      <p:cBhvr>
                                        <p:cTn id="7" dur="1000"/>
                                        <p:tgtEl>
                                          <p:spTgt spid="17"/>
                                        </p:tgtEl>
                                      </p:cBhvr>
                                    </p:animEffect>
                                  </p:childTnLst>
                                </p:cTn>
                              </p:par>
                            </p:childTnLst>
                          </p:cTn>
                        </p:par>
                        <p:par>
                          <p:cTn id="8" fill="hold">
                            <p:stCondLst>
                              <p:cond delay="1000"/>
                            </p:stCondLst>
                            <p:childTnLst>
                              <p:par>
                                <p:cTn id="9" presetID="53" presetClass="entr" presetSubtype="16"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p:cTn id="11" dur="500" fill="hold"/>
                                        <p:tgtEl>
                                          <p:spTgt spid="24"/>
                                        </p:tgtEl>
                                        <p:attrNameLst>
                                          <p:attrName>ppt_w</p:attrName>
                                        </p:attrNameLst>
                                      </p:cBhvr>
                                      <p:tavLst>
                                        <p:tav tm="0">
                                          <p:val>
                                            <p:fltVal val="0"/>
                                          </p:val>
                                        </p:tav>
                                        <p:tav tm="100000">
                                          <p:val>
                                            <p:strVal val="#ppt_w"/>
                                          </p:val>
                                        </p:tav>
                                      </p:tavLst>
                                    </p:anim>
                                    <p:anim calcmode="lin" valueType="num">
                                      <p:cBhvr>
                                        <p:cTn id="12" dur="500" fill="hold"/>
                                        <p:tgtEl>
                                          <p:spTgt spid="24"/>
                                        </p:tgtEl>
                                        <p:attrNameLst>
                                          <p:attrName>ppt_h</p:attrName>
                                        </p:attrNameLst>
                                      </p:cBhvr>
                                      <p:tavLst>
                                        <p:tav tm="0">
                                          <p:val>
                                            <p:fltVal val="0"/>
                                          </p:val>
                                        </p:tav>
                                        <p:tav tm="100000">
                                          <p:val>
                                            <p:strVal val="#ppt_h"/>
                                          </p:val>
                                        </p:tav>
                                      </p:tavLst>
                                    </p:anim>
                                    <p:animEffect transition="in" filter="fade">
                                      <p:cBhvr>
                                        <p:cTn id="13" dur="500"/>
                                        <p:tgtEl>
                                          <p:spTgt spid="24"/>
                                        </p:tgtEl>
                                      </p:cBhvr>
                                    </p:animEffect>
                                  </p:childTnLst>
                                </p:cTn>
                              </p:par>
                            </p:childTnLst>
                          </p:cTn>
                        </p:par>
                        <p:par>
                          <p:cTn id="14" fill="hold">
                            <p:stCondLst>
                              <p:cond delay="1500"/>
                            </p:stCondLst>
                            <p:childTnLst>
                              <p:par>
                                <p:cTn id="15" presetID="22" presetClass="entr" presetSubtype="1" fill="hold" nodeType="after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wipe(up)">
                                      <p:cBhvr>
                                        <p:cTn id="17" dur="500"/>
                                        <p:tgtEl>
                                          <p:spTgt spid="27"/>
                                        </p:tgtEl>
                                      </p:cBhvr>
                                    </p:animEffect>
                                  </p:childTnLst>
                                </p:cTn>
                              </p:par>
                            </p:childTnLst>
                          </p:cTn>
                        </p:par>
                        <p:par>
                          <p:cTn id="18" fill="hold">
                            <p:stCondLst>
                              <p:cond delay="2000"/>
                            </p:stCondLst>
                            <p:childTnLst>
                              <p:par>
                                <p:cTn id="19" presetID="12" presetClass="entr" presetSubtype="2"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 calcmode="lin" valueType="num">
                                      <p:cBhvr additive="base">
                                        <p:cTn id="21" dur="500"/>
                                        <p:tgtEl>
                                          <p:spTgt spid="25"/>
                                        </p:tgtEl>
                                        <p:attrNameLst>
                                          <p:attrName>ppt_x</p:attrName>
                                        </p:attrNameLst>
                                      </p:cBhvr>
                                      <p:tavLst>
                                        <p:tav tm="0">
                                          <p:val>
                                            <p:strVal val="#ppt_x+#ppt_w*1.125000"/>
                                          </p:val>
                                        </p:tav>
                                        <p:tav tm="100000">
                                          <p:val>
                                            <p:strVal val="#ppt_x"/>
                                          </p:val>
                                        </p:tav>
                                      </p:tavLst>
                                    </p:anim>
                                    <p:animEffect transition="in" filter="wipe(left)">
                                      <p:cBhvr>
                                        <p:cTn id="22" dur="500"/>
                                        <p:tgtEl>
                                          <p:spTgt spid="25"/>
                                        </p:tgtEl>
                                      </p:cBhvr>
                                    </p:animEffect>
                                  </p:childTnLst>
                                </p:cTn>
                              </p:par>
                              <p:par>
                                <p:cTn id="23" presetID="2" presetClass="entr" presetSubtype="2"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1+#ppt_w/2"/>
                                          </p:val>
                                        </p:tav>
                                        <p:tav tm="100000">
                                          <p:val>
                                            <p:strVal val="#ppt_x"/>
                                          </p:val>
                                        </p:tav>
                                      </p:tavLst>
                                    </p:anim>
                                    <p:anim calcmode="lin" valueType="num">
                                      <p:cBhvr additive="base">
                                        <p:cTn id="26" dur="500" fill="hold"/>
                                        <p:tgtEl>
                                          <p:spTgt spid="10"/>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250"/>
                                  </p:stCondLst>
                                  <p:childTnLst>
                                    <p:set>
                                      <p:cBhvr>
                                        <p:cTn id="28" dur="1" fill="hold">
                                          <p:stCondLst>
                                            <p:cond delay="0"/>
                                          </p:stCondLst>
                                        </p:cTn>
                                        <p:tgtEl>
                                          <p:spTgt spid="14"/>
                                        </p:tgtEl>
                                        <p:attrNameLst>
                                          <p:attrName>style.visibility</p:attrName>
                                        </p:attrNameLst>
                                      </p:cBhvr>
                                      <p:to>
                                        <p:strVal val="visible"/>
                                      </p:to>
                                    </p:set>
                                    <p:anim calcmode="lin" valueType="num">
                                      <p:cBhvr additive="base">
                                        <p:cTn id="29" dur="500" fill="hold"/>
                                        <p:tgtEl>
                                          <p:spTgt spid="14"/>
                                        </p:tgtEl>
                                        <p:attrNameLst>
                                          <p:attrName>ppt_x</p:attrName>
                                        </p:attrNameLst>
                                      </p:cBhvr>
                                      <p:tavLst>
                                        <p:tav tm="0">
                                          <p:val>
                                            <p:strVal val="1+#ppt_w/2"/>
                                          </p:val>
                                        </p:tav>
                                        <p:tav tm="100000">
                                          <p:val>
                                            <p:strVal val="#ppt_x"/>
                                          </p:val>
                                        </p:tav>
                                      </p:tavLst>
                                    </p:anim>
                                    <p:anim calcmode="lin" valueType="num">
                                      <p:cBhvr additive="base">
                                        <p:cTn id="30" dur="500" fill="hold"/>
                                        <p:tgtEl>
                                          <p:spTgt spid="14"/>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50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500" fill="hold"/>
                                        <p:tgtEl>
                                          <p:spTgt spid="11"/>
                                        </p:tgtEl>
                                        <p:attrNameLst>
                                          <p:attrName>ppt_x</p:attrName>
                                        </p:attrNameLst>
                                      </p:cBhvr>
                                      <p:tavLst>
                                        <p:tav tm="0">
                                          <p:val>
                                            <p:strVal val="1+#ppt_w/2"/>
                                          </p:val>
                                        </p:tav>
                                        <p:tav tm="100000">
                                          <p:val>
                                            <p:strVal val="#ppt_x"/>
                                          </p:val>
                                        </p:tav>
                                      </p:tavLst>
                                    </p:anim>
                                    <p:anim calcmode="lin" valueType="num">
                                      <p:cBhvr additive="base">
                                        <p:cTn id="34" dur="500" fill="hold"/>
                                        <p:tgtEl>
                                          <p:spTgt spid="11"/>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75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1+#ppt_w/2"/>
                                          </p:val>
                                        </p:tav>
                                        <p:tav tm="100000">
                                          <p:val>
                                            <p:strVal val="#ppt_x"/>
                                          </p:val>
                                        </p:tav>
                                      </p:tavLst>
                                    </p:anim>
                                    <p:anim calcmode="lin" valueType="num">
                                      <p:cBhvr additive="base">
                                        <p:cTn id="38" dur="500" fill="hold"/>
                                        <p:tgtEl>
                                          <p:spTgt spid="16"/>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750"/>
                                  </p:stCondLst>
                                  <p:childTnLst>
                                    <p:set>
                                      <p:cBhvr>
                                        <p:cTn id="40" dur="1" fill="hold">
                                          <p:stCondLst>
                                            <p:cond delay="0"/>
                                          </p:stCondLst>
                                        </p:cTn>
                                        <p:tgtEl>
                                          <p:spTgt spid="2"/>
                                        </p:tgtEl>
                                        <p:attrNameLst>
                                          <p:attrName>style.visibility</p:attrName>
                                        </p:attrNameLst>
                                      </p:cBhvr>
                                      <p:to>
                                        <p:strVal val="visible"/>
                                      </p:to>
                                    </p:set>
                                    <p:anim calcmode="lin" valueType="num">
                                      <p:cBhvr additive="base">
                                        <p:cTn id="41" dur="500" fill="hold"/>
                                        <p:tgtEl>
                                          <p:spTgt spid="2"/>
                                        </p:tgtEl>
                                        <p:attrNameLst>
                                          <p:attrName>ppt_x</p:attrName>
                                        </p:attrNameLst>
                                      </p:cBhvr>
                                      <p:tavLst>
                                        <p:tav tm="0">
                                          <p:val>
                                            <p:strVal val="1+#ppt_w/2"/>
                                          </p:val>
                                        </p:tav>
                                        <p:tav tm="100000">
                                          <p:val>
                                            <p:strVal val="#ppt_x"/>
                                          </p:val>
                                        </p:tav>
                                      </p:tavLst>
                                    </p:anim>
                                    <p:anim calcmode="lin" valueType="num">
                                      <p:cBhvr additive="base">
                                        <p:cTn id="42"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ldLvl="0" animBg="1"/>
      <p:bldP spid="24" grpId="0"/>
      <p:bldP spid="25" grpId="0"/>
      <p:bldP spid="10" grpId="0"/>
      <p:bldP spid="11" grpId="0"/>
      <p:bldP spid="14" grpId="0"/>
      <p:bldP spid="16" grpId="0"/>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5819"/>
            <a:ext cx="12192000" cy="6852181"/>
          </a:xfrm>
          <a:prstGeom prst="rect">
            <a:avLst/>
          </a:prstGeom>
        </p:spPr>
      </p:pic>
      <p:sp>
        <p:nvSpPr>
          <p:cNvPr id="17" name="矩形 16"/>
          <p:cNvSpPr/>
          <p:nvPr/>
        </p:nvSpPr>
        <p:spPr>
          <a:xfrm>
            <a:off x="2679992" y="2159983"/>
            <a:ext cx="6832016" cy="2588032"/>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文本框 23"/>
          <p:cNvSpPr txBox="1"/>
          <p:nvPr/>
        </p:nvSpPr>
        <p:spPr>
          <a:xfrm>
            <a:off x="2885401" y="2443843"/>
            <a:ext cx="1643400" cy="2215991"/>
          </a:xfrm>
          <a:prstGeom prst="rect">
            <a:avLst/>
          </a:prstGeom>
          <a:noFill/>
        </p:spPr>
        <p:txBody>
          <a:bodyPr wrap="none" rtlCol="0">
            <a:spAutoFit/>
          </a:bodyPr>
          <a:lstStyle/>
          <a:p>
            <a:pPr algn="ctr"/>
            <a:r>
              <a:rPr lang="en-US" altLang="zh-CN" sz="13800" dirty="0" smtClean="0">
                <a:solidFill>
                  <a:schemeClr val="bg1"/>
                </a:solidFill>
                <a:latin typeface="Agency FB" panose="020B0503020202020204" pitchFamily="34" charset="0"/>
              </a:rPr>
              <a:t>02</a:t>
            </a:r>
            <a:endParaRPr lang="zh-CN" altLang="en-US" sz="13800" dirty="0">
              <a:solidFill>
                <a:schemeClr val="bg1"/>
              </a:solidFill>
              <a:latin typeface="Agency FB" panose="020B0503020202020204" pitchFamily="34" charset="0"/>
            </a:endParaRPr>
          </a:p>
        </p:txBody>
      </p:sp>
      <p:sp>
        <p:nvSpPr>
          <p:cNvPr id="25" name="文本框 24"/>
          <p:cNvSpPr txBox="1"/>
          <p:nvPr/>
        </p:nvSpPr>
        <p:spPr>
          <a:xfrm>
            <a:off x="4911483" y="2716242"/>
            <a:ext cx="4238307" cy="769441"/>
          </a:xfrm>
          <a:prstGeom prst="rect">
            <a:avLst/>
          </a:prstGeom>
          <a:noFill/>
        </p:spPr>
        <p:txBody>
          <a:bodyPr wrap="square" rtlCol="0">
            <a:spAutoFit/>
            <a:scene3d>
              <a:camera prst="orthographicFront"/>
              <a:lightRig rig="threePt" dir="t"/>
            </a:scene3d>
            <a:sp3d contourW="12700"/>
          </a:bodyPr>
          <a:lstStyle/>
          <a:p>
            <a:r>
              <a:rPr lang="zh-CN" altLang="en-US" sz="4400" b="1" dirty="0">
                <a:solidFill>
                  <a:schemeClr val="bg1"/>
                </a:solidFill>
                <a:latin typeface="思源黑体" panose="020B0500000000000000" pitchFamily="34" charset="-122"/>
                <a:ea typeface="思源黑体" panose="020B0500000000000000" pitchFamily="34" charset="-122"/>
              </a:rPr>
              <a:t>研究思路及方法</a:t>
            </a:r>
            <a:endParaRPr lang="zh-CN" altLang="en-US" sz="4400" b="1" dirty="0">
              <a:solidFill>
                <a:schemeClr val="bg1"/>
              </a:solidFill>
              <a:latin typeface="思源黑体" panose="020B0500000000000000" pitchFamily="34" charset="-122"/>
              <a:ea typeface="思源黑体" panose="020B0500000000000000" pitchFamily="34" charset="-122"/>
            </a:endParaRPr>
          </a:p>
        </p:txBody>
      </p:sp>
      <p:cxnSp>
        <p:nvCxnSpPr>
          <p:cNvPr id="27" name="直接连接符 26"/>
          <p:cNvCxnSpPr/>
          <p:nvPr/>
        </p:nvCxnSpPr>
        <p:spPr>
          <a:xfrm>
            <a:off x="4702757" y="2832100"/>
            <a:ext cx="0" cy="1411944"/>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5034394" y="3531006"/>
            <a:ext cx="1282439"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研究思路</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1" name="文本框 9"/>
          <p:cNvSpPr txBox="1"/>
          <p:nvPr/>
        </p:nvSpPr>
        <p:spPr>
          <a:xfrm>
            <a:off x="5034394" y="3792469"/>
            <a:ext cx="1282439"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研究方法</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4" name="文本框 9"/>
          <p:cNvSpPr txBox="1"/>
          <p:nvPr/>
        </p:nvSpPr>
        <p:spPr>
          <a:xfrm>
            <a:off x="6582450" y="3531006"/>
            <a:ext cx="1577282" cy="220980"/>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可行性</a:t>
            </a:r>
            <a:r>
              <a:rPr lang="zh-CN" altLang="en-US" sz="1200" dirty="0">
                <a:solidFill>
                  <a:schemeClr val="bg1"/>
                </a:solidFill>
                <a:latin typeface="思源黑体" panose="020B0500000000000000" pitchFamily="34" charset="-122"/>
                <a:ea typeface="思源黑体" panose="020B0500000000000000" pitchFamily="34" charset="-122"/>
              </a:rPr>
              <a:t>说明</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6" name="文本框 9"/>
          <p:cNvSpPr txBox="1"/>
          <p:nvPr/>
        </p:nvSpPr>
        <p:spPr>
          <a:xfrm>
            <a:off x="6582450" y="3792469"/>
            <a:ext cx="2100777" cy="220980"/>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技术路线</a:t>
            </a:r>
            <a:r>
              <a:rPr lang="zh-CN" altLang="en-US" sz="1200" dirty="0">
                <a:solidFill>
                  <a:schemeClr val="bg1"/>
                </a:solidFill>
                <a:latin typeface="思源黑体" panose="020B0500000000000000" pitchFamily="34" charset="-122"/>
                <a:ea typeface="思源黑体" panose="020B0500000000000000" pitchFamily="34" charset="-122"/>
              </a:rPr>
              <a:t>图</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2" name="文本框 9"/>
          <p:cNvSpPr txBox="1"/>
          <p:nvPr/>
        </p:nvSpPr>
        <p:spPr>
          <a:xfrm>
            <a:off x="5034320" y="4054089"/>
            <a:ext cx="2100777" cy="220980"/>
          </a:xfrm>
          <a:prstGeom prst="rect">
            <a:avLst/>
          </a:prstGeom>
          <a:noFill/>
        </p:spPr>
        <p:txBody>
          <a:bodyPr wrap="square" lIns="0" tIns="0" rIns="0" bIns="0" rtlCol="0">
            <a:spAutoFit/>
          </a:bodyPr>
          <a:lstStyle/>
          <a:p>
            <a:pPr marL="0" lvl="1" indent="0">
              <a:lnSpc>
                <a:spcPct val="120000"/>
              </a:lnSpc>
              <a:buSzPct val="70000"/>
              <a:buFont typeface="Wingdings" panose="05000000000000000000" pitchFamily="2" charset="2"/>
              <a:buNone/>
            </a:pPr>
            <a:endParaRPr lang="zh-CN" altLang="en-US" sz="1200" dirty="0">
              <a:solidFill>
                <a:schemeClr val="bg1"/>
              </a:solidFill>
              <a:latin typeface="思源黑体" panose="020B0500000000000000" pitchFamily="34" charset="-122"/>
              <a:ea typeface="思源黑体" panose="020B0500000000000000" pitchFamily="34" charset="-122"/>
            </a:endParaRPr>
          </a:p>
        </p:txBody>
      </p:sp>
      <p:pic>
        <p:nvPicPr>
          <p:cNvPr id="3" name="图片 2"/>
          <p:cNvPicPr>
            <a:picLocks noChangeAspect="1"/>
          </p:cNvPicPr>
          <p:nvPr/>
        </p:nvPicPr>
        <p:blipFill>
          <a:blip r:embed="rId2"/>
          <a:stretch>
            <a:fillRect/>
          </a:stretch>
        </p:blipFill>
        <p:spPr>
          <a:xfrm>
            <a:off x="2425700" y="1127125"/>
            <a:ext cx="7086600" cy="5010150"/>
          </a:xfrm>
          <a:prstGeom prst="rect">
            <a:avLst/>
          </a:prstGeom>
        </p:spPr>
      </p:pic>
      <p:sp>
        <p:nvSpPr>
          <p:cNvPr id="5" name="标题 1"/>
          <p:cNvSpPr>
            <a:spLocks noGrp="1"/>
          </p:cNvSpPr>
          <p:nvPr/>
        </p:nvSpPr>
        <p:spPr>
          <a:xfrm>
            <a:off x="943348" y="670886"/>
            <a:ext cx="3629564" cy="456129"/>
          </a:xfrm>
          <a:prstGeom prst="rect">
            <a:avLst/>
          </a:prstGeom>
        </p:spPr>
        <p:txBody>
          <a:bodyPr>
            <a:noAutofit/>
          </a:bodyPr>
          <a:lstStyle>
            <a:lvl1pPr algn="l" defTabSz="914400" rtl="0" eaLnBrk="1" latinLnBrk="0" hangingPunct="1">
              <a:lnSpc>
                <a:spcPct val="90000"/>
              </a:lnSpc>
              <a:spcBef>
                <a:spcPct val="0"/>
              </a:spcBef>
              <a:buNone/>
              <a:defRPr sz="2400" b="1" kern="1200">
                <a:solidFill>
                  <a:srgbClr val="244C89"/>
                </a:solidFill>
                <a:latin typeface="+mj-lt"/>
                <a:ea typeface="思源黑体" panose="020B0500000000000000" pitchFamily="34" charset="-122"/>
                <a:cs typeface="+mj-cs"/>
              </a:defRPr>
            </a:lvl1pPr>
          </a:lstStyle>
          <a:p>
            <a:pPr>
              <a:lnSpc>
                <a:spcPct val="120000"/>
              </a:lnSpc>
            </a:pPr>
            <a:r>
              <a:rPr lang="zh-CN" altLang="en-US" dirty="0"/>
              <a:t>技术架构</a:t>
            </a:r>
            <a:r>
              <a:rPr lang="zh-CN" altLang="en-US" dirty="0"/>
              <a:t>方案：</a:t>
            </a:r>
            <a:endParaRPr lang="zh-CN" altLang="en-US" dirty="0"/>
          </a:p>
        </p:txBody>
      </p:sp>
    </p:spTree>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8"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heel(8)">
                                      <p:cBhvr>
                                        <p:cTn id="7" dur="1000"/>
                                        <p:tgtEl>
                                          <p:spTgt spid="17"/>
                                        </p:tgtEl>
                                      </p:cBhvr>
                                    </p:animEffect>
                                  </p:childTnLst>
                                </p:cTn>
                              </p:par>
                            </p:childTnLst>
                          </p:cTn>
                        </p:par>
                        <p:par>
                          <p:cTn id="8" fill="hold">
                            <p:stCondLst>
                              <p:cond delay="1000"/>
                            </p:stCondLst>
                            <p:childTnLst>
                              <p:par>
                                <p:cTn id="9" presetID="53" presetClass="entr" presetSubtype="16"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p:cTn id="11" dur="500" fill="hold"/>
                                        <p:tgtEl>
                                          <p:spTgt spid="24"/>
                                        </p:tgtEl>
                                        <p:attrNameLst>
                                          <p:attrName>ppt_w</p:attrName>
                                        </p:attrNameLst>
                                      </p:cBhvr>
                                      <p:tavLst>
                                        <p:tav tm="0">
                                          <p:val>
                                            <p:fltVal val="0"/>
                                          </p:val>
                                        </p:tav>
                                        <p:tav tm="100000">
                                          <p:val>
                                            <p:strVal val="#ppt_w"/>
                                          </p:val>
                                        </p:tav>
                                      </p:tavLst>
                                    </p:anim>
                                    <p:anim calcmode="lin" valueType="num">
                                      <p:cBhvr>
                                        <p:cTn id="12" dur="500" fill="hold"/>
                                        <p:tgtEl>
                                          <p:spTgt spid="24"/>
                                        </p:tgtEl>
                                        <p:attrNameLst>
                                          <p:attrName>ppt_h</p:attrName>
                                        </p:attrNameLst>
                                      </p:cBhvr>
                                      <p:tavLst>
                                        <p:tav tm="0">
                                          <p:val>
                                            <p:fltVal val="0"/>
                                          </p:val>
                                        </p:tav>
                                        <p:tav tm="100000">
                                          <p:val>
                                            <p:strVal val="#ppt_h"/>
                                          </p:val>
                                        </p:tav>
                                      </p:tavLst>
                                    </p:anim>
                                    <p:animEffect transition="in" filter="fade">
                                      <p:cBhvr>
                                        <p:cTn id="13" dur="500"/>
                                        <p:tgtEl>
                                          <p:spTgt spid="24"/>
                                        </p:tgtEl>
                                      </p:cBhvr>
                                    </p:animEffect>
                                  </p:childTnLst>
                                </p:cTn>
                              </p:par>
                            </p:childTnLst>
                          </p:cTn>
                        </p:par>
                        <p:par>
                          <p:cTn id="14" fill="hold">
                            <p:stCondLst>
                              <p:cond delay="1500"/>
                            </p:stCondLst>
                            <p:childTnLst>
                              <p:par>
                                <p:cTn id="15" presetID="22" presetClass="entr" presetSubtype="1" fill="hold" nodeType="after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wipe(up)">
                                      <p:cBhvr>
                                        <p:cTn id="17" dur="500"/>
                                        <p:tgtEl>
                                          <p:spTgt spid="27"/>
                                        </p:tgtEl>
                                      </p:cBhvr>
                                    </p:animEffect>
                                  </p:childTnLst>
                                </p:cTn>
                              </p:par>
                            </p:childTnLst>
                          </p:cTn>
                        </p:par>
                        <p:par>
                          <p:cTn id="18" fill="hold">
                            <p:stCondLst>
                              <p:cond delay="2000"/>
                            </p:stCondLst>
                            <p:childTnLst>
                              <p:par>
                                <p:cTn id="19" presetID="12" presetClass="entr" presetSubtype="2"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 calcmode="lin" valueType="num">
                                      <p:cBhvr additive="base">
                                        <p:cTn id="21" dur="500"/>
                                        <p:tgtEl>
                                          <p:spTgt spid="25"/>
                                        </p:tgtEl>
                                        <p:attrNameLst>
                                          <p:attrName>ppt_x</p:attrName>
                                        </p:attrNameLst>
                                      </p:cBhvr>
                                      <p:tavLst>
                                        <p:tav tm="0">
                                          <p:val>
                                            <p:strVal val="#ppt_x+#ppt_w*1.125000"/>
                                          </p:val>
                                        </p:tav>
                                        <p:tav tm="100000">
                                          <p:val>
                                            <p:strVal val="#ppt_x"/>
                                          </p:val>
                                        </p:tav>
                                      </p:tavLst>
                                    </p:anim>
                                    <p:animEffect transition="in" filter="wipe(left)">
                                      <p:cBhvr>
                                        <p:cTn id="22" dur="500"/>
                                        <p:tgtEl>
                                          <p:spTgt spid="25"/>
                                        </p:tgtEl>
                                      </p:cBhvr>
                                    </p:animEffect>
                                  </p:childTnLst>
                                </p:cTn>
                              </p:par>
                              <p:par>
                                <p:cTn id="23" presetID="2" presetClass="entr" presetSubtype="2"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1+#ppt_w/2"/>
                                          </p:val>
                                        </p:tav>
                                        <p:tav tm="100000">
                                          <p:val>
                                            <p:strVal val="#ppt_x"/>
                                          </p:val>
                                        </p:tav>
                                      </p:tavLst>
                                    </p:anim>
                                    <p:anim calcmode="lin" valueType="num">
                                      <p:cBhvr additive="base">
                                        <p:cTn id="26" dur="500" fill="hold"/>
                                        <p:tgtEl>
                                          <p:spTgt spid="10"/>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250"/>
                                  </p:stCondLst>
                                  <p:childTnLst>
                                    <p:set>
                                      <p:cBhvr>
                                        <p:cTn id="28" dur="1" fill="hold">
                                          <p:stCondLst>
                                            <p:cond delay="0"/>
                                          </p:stCondLst>
                                        </p:cTn>
                                        <p:tgtEl>
                                          <p:spTgt spid="14"/>
                                        </p:tgtEl>
                                        <p:attrNameLst>
                                          <p:attrName>style.visibility</p:attrName>
                                        </p:attrNameLst>
                                      </p:cBhvr>
                                      <p:to>
                                        <p:strVal val="visible"/>
                                      </p:to>
                                    </p:set>
                                    <p:anim calcmode="lin" valueType="num">
                                      <p:cBhvr additive="base">
                                        <p:cTn id="29" dur="500" fill="hold"/>
                                        <p:tgtEl>
                                          <p:spTgt spid="14"/>
                                        </p:tgtEl>
                                        <p:attrNameLst>
                                          <p:attrName>ppt_x</p:attrName>
                                        </p:attrNameLst>
                                      </p:cBhvr>
                                      <p:tavLst>
                                        <p:tav tm="0">
                                          <p:val>
                                            <p:strVal val="1+#ppt_w/2"/>
                                          </p:val>
                                        </p:tav>
                                        <p:tav tm="100000">
                                          <p:val>
                                            <p:strVal val="#ppt_x"/>
                                          </p:val>
                                        </p:tav>
                                      </p:tavLst>
                                    </p:anim>
                                    <p:anim calcmode="lin" valueType="num">
                                      <p:cBhvr additive="base">
                                        <p:cTn id="30" dur="500" fill="hold"/>
                                        <p:tgtEl>
                                          <p:spTgt spid="14"/>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50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500" fill="hold"/>
                                        <p:tgtEl>
                                          <p:spTgt spid="11"/>
                                        </p:tgtEl>
                                        <p:attrNameLst>
                                          <p:attrName>ppt_x</p:attrName>
                                        </p:attrNameLst>
                                      </p:cBhvr>
                                      <p:tavLst>
                                        <p:tav tm="0">
                                          <p:val>
                                            <p:strVal val="1+#ppt_w/2"/>
                                          </p:val>
                                        </p:tav>
                                        <p:tav tm="100000">
                                          <p:val>
                                            <p:strVal val="#ppt_x"/>
                                          </p:val>
                                        </p:tav>
                                      </p:tavLst>
                                    </p:anim>
                                    <p:anim calcmode="lin" valueType="num">
                                      <p:cBhvr additive="base">
                                        <p:cTn id="34" dur="500" fill="hold"/>
                                        <p:tgtEl>
                                          <p:spTgt spid="11"/>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75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1+#ppt_w/2"/>
                                          </p:val>
                                        </p:tav>
                                        <p:tav tm="100000">
                                          <p:val>
                                            <p:strVal val="#ppt_x"/>
                                          </p:val>
                                        </p:tav>
                                      </p:tavLst>
                                    </p:anim>
                                    <p:anim calcmode="lin" valueType="num">
                                      <p:cBhvr additive="base">
                                        <p:cTn id="38" dur="500" fill="hold"/>
                                        <p:tgtEl>
                                          <p:spTgt spid="16"/>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750"/>
                                  </p:stCondLst>
                                  <p:childTnLst>
                                    <p:set>
                                      <p:cBhvr>
                                        <p:cTn id="40" dur="1" fill="hold">
                                          <p:stCondLst>
                                            <p:cond delay="0"/>
                                          </p:stCondLst>
                                        </p:cTn>
                                        <p:tgtEl>
                                          <p:spTgt spid="2"/>
                                        </p:tgtEl>
                                        <p:attrNameLst>
                                          <p:attrName>style.visibility</p:attrName>
                                        </p:attrNameLst>
                                      </p:cBhvr>
                                      <p:to>
                                        <p:strVal val="visible"/>
                                      </p:to>
                                    </p:set>
                                    <p:anim calcmode="lin" valueType="num">
                                      <p:cBhvr additive="base">
                                        <p:cTn id="41" dur="500" fill="hold"/>
                                        <p:tgtEl>
                                          <p:spTgt spid="2"/>
                                        </p:tgtEl>
                                        <p:attrNameLst>
                                          <p:attrName>ppt_x</p:attrName>
                                        </p:attrNameLst>
                                      </p:cBhvr>
                                      <p:tavLst>
                                        <p:tav tm="0">
                                          <p:val>
                                            <p:strVal val="1+#ppt_w/2"/>
                                          </p:val>
                                        </p:tav>
                                        <p:tav tm="100000">
                                          <p:val>
                                            <p:strVal val="#ppt_x"/>
                                          </p:val>
                                        </p:tav>
                                      </p:tavLst>
                                    </p:anim>
                                    <p:anim calcmode="lin" valueType="num">
                                      <p:cBhvr additive="base">
                                        <p:cTn id="42"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ldLvl="0" animBg="1"/>
      <p:bldP spid="24" grpId="0"/>
      <p:bldP spid="25" grpId="0"/>
      <p:bldP spid="10" grpId="0"/>
      <p:bldP spid="11" grpId="0"/>
      <p:bldP spid="14" grpId="0"/>
      <p:bldP spid="16" grpId="0"/>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nSpc>
                <a:spcPct val="120000"/>
              </a:lnSpc>
            </a:pPr>
            <a:r>
              <a:rPr lang="zh-CN" altLang="en-US" dirty="0" smtClean="0"/>
              <a:t>研究思路</a:t>
            </a:r>
            <a:endParaRPr lang="zh-CN" altLang="en-US" dirty="0"/>
          </a:p>
        </p:txBody>
      </p:sp>
      <p:sp>
        <p:nvSpPr>
          <p:cNvPr id="88" name="TextBox 28"/>
          <p:cNvSpPr txBox="1"/>
          <p:nvPr/>
        </p:nvSpPr>
        <p:spPr>
          <a:xfrm>
            <a:off x="1815678" y="2314537"/>
            <a:ext cx="2253331" cy="332105"/>
          </a:xfrm>
          <a:prstGeom prst="rect">
            <a:avLst/>
          </a:prstGeom>
          <a:noFill/>
        </p:spPr>
        <p:txBody>
          <a:bodyPr wrap="square" lIns="0" tIns="0" rIns="0" bIns="0" rtlCol="0">
            <a:spAutoFit/>
          </a:bodyPr>
          <a:lstStyle>
            <a:defPPr>
              <a:defRPr lang="zh-CN"/>
            </a:defPPr>
            <a:lvl1pPr algn="r">
              <a:defRPr sz="2600">
                <a:solidFill>
                  <a:schemeClr val="accent2"/>
                </a:solidFill>
                <a:latin typeface="微软雅黑" panose="020B0503020204020204" pitchFamily="34" charset="-122"/>
                <a:ea typeface="微软雅黑" panose="020B0503020204020204" pitchFamily="34" charset="-122"/>
              </a:defRPr>
            </a:lvl1pPr>
          </a:lstStyle>
          <a:p>
            <a:pPr>
              <a:lnSpc>
                <a:spcPct val="120000"/>
              </a:lnSpc>
            </a:pPr>
            <a:r>
              <a:rPr lang="zh-CN" altLang="en-US" sz="1800" b="1" dirty="0">
                <a:solidFill>
                  <a:srgbClr val="313D51"/>
                </a:solidFill>
                <a:latin typeface="思源黑体" panose="020B0500000000000000" pitchFamily="34" charset="-122"/>
                <a:ea typeface="思源黑体" panose="020B0500000000000000" pitchFamily="34" charset="-122"/>
              </a:rPr>
              <a:t>全局规划</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95" name="TextBox 29"/>
          <p:cNvSpPr txBox="1"/>
          <p:nvPr/>
        </p:nvSpPr>
        <p:spPr>
          <a:xfrm>
            <a:off x="1594021" y="2664060"/>
            <a:ext cx="2500715" cy="1033145"/>
          </a:xfrm>
          <a:prstGeom prst="rect">
            <a:avLst/>
          </a:prstGeom>
        </p:spPr>
        <p:txBody>
          <a:bodyPr wrap="square" lIns="0" tIns="0" rIns="0" bIns="0">
            <a:spAutoFit/>
          </a:bodyPr>
          <a:lstStyle>
            <a:defPPr>
              <a:defRPr lang="zh-CN"/>
            </a:defPPr>
            <a:lvl1pPr algn="just">
              <a:defRPr>
                <a:solidFill>
                  <a:schemeClr val="accent2"/>
                </a:solidFill>
                <a:latin typeface="+mn-ea"/>
              </a:defRPr>
            </a:lvl1pPr>
          </a:lstStyle>
          <a:p>
            <a:pPr algn="r">
              <a:lnSpc>
                <a:spcPct val="120000"/>
              </a:lnSpc>
            </a:pPr>
            <a:r>
              <a:rPr lang="zh-CN" altLang="en-US" sz="1400" dirty="0">
                <a:solidFill>
                  <a:schemeClr val="tx1"/>
                </a:solidFill>
                <a:latin typeface="Noto Sans SC" panose="020B0200000000000000" charset="-122"/>
                <a:ea typeface="Noto Sans SC" panose="020B0200000000000000" charset="-122"/>
                <a:cs typeface="Noto Sans SC" panose="020B0200000000000000" charset="-122"/>
              </a:rPr>
              <a:t>结合</a:t>
            </a:r>
            <a:r>
              <a:rPr lang="en-US" altLang="zh-CN" sz="1400" dirty="0">
                <a:solidFill>
                  <a:schemeClr val="tx1"/>
                </a:solidFill>
                <a:latin typeface="Noto Sans SC" panose="020B0200000000000000" charset="-122"/>
                <a:ea typeface="Noto Sans SC" panose="020B0200000000000000" charset="-122"/>
                <a:cs typeface="Noto Sans SC" panose="020B0200000000000000" charset="-122"/>
              </a:rPr>
              <a:t>OctoMap</a:t>
            </a:r>
            <a:r>
              <a:rPr lang="zh-CN" altLang="en-US" sz="1400" dirty="0">
                <a:solidFill>
                  <a:schemeClr val="tx1"/>
                </a:solidFill>
                <a:latin typeface="Noto Sans SC" panose="020B0200000000000000" charset="-122"/>
                <a:ea typeface="Noto Sans SC" panose="020B0200000000000000" charset="-122"/>
                <a:cs typeface="Noto Sans SC" panose="020B0200000000000000" charset="-122"/>
              </a:rPr>
              <a:t>八叉树占用地图，适配</a:t>
            </a:r>
            <a:r>
              <a:rPr lang="en-US" altLang="zh-CN" sz="1400" dirty="0">
                <a:solidFill>
                  <a:schemeClr val="tx1"/>
                </a:solidFill>
                <a:latin typeface="Noto Sans SC" panose="020B0200000000000000" charset="-122"/>
                <a:ea typeface="Noto Sans SC" panose="020B0200000000000000" charset="-122"/>
                <a:cs typeface="Noto Sans SC" panose="020B0200000000000000" charset="-122"/>
              </a:rPr>
              <a:t>CBMBA A*</a:t>
            </a:r>
            <a:r>
              <a:rPr lang="zh-CN" altLang="en-US" sz="1400" dirty="0">
                <a:solidFill>
                  <a:schemeClr val="tx1"/>
                </a:solidFill>
                <a:latin typeface="Noto Sans SC" panose="020B0200000000000000" charset="-122"/>
                <a:ea typeface="Noto Sans SC" panose="020B0200000000000000" charset="-122"/>
                <a:cs typeface="Noto Sans SC" panose="020B0200000000000000" charset="-122"/>
              </a:rPr>
              <a:t>算法至三维空间，</a:t>
            </a:r>
            <a:r>
              <a:rPr lang="en-US" altLang="zh-CN" sz="1400" dirty="0">
                <a:solidFill>
                  <a:schemeClr val="tx1"/>
                </a:solidFill>
                <a:latin typeface="Noto Sans SC" panose="020B0200000000000000" charset="-122"/>
                <a:ea typeface="Noto Sans SC" panose="020B0200000000000000" charset="-122"/>
                <a:cs typeface="Noto Sans SC" panose="020B0200000000000000" charset="-122"/>
              </a:rPr>
              <a:t>      </a:t>
            </a:r>
            <a:r>
              <a:rPr lang="zh-CN" altLang="en-US" sz="1400" dirty="0">
                <a:solidFill>
                  <a:schemeClr val="tx1"/>
                </a:solidFill>
                <a:latin typeface="Noto Sans SC" panose="020B0200000000000000" charset="-122"/>
                <a:ea typeface="Noto Sans SC" panose="020B0200000000000000" charset="-122"/>
                <a:cs typeface="Noto Sans SC" panose="020B0200000000000000" charset="-122"/>
              </a:rPr>
              <a:t>实现复杂建筑群中的全局最优路径搜索</a:t>
            </a:r>
            <a:endParaRPr lang="zh-CN" altLang="en-US" sz="1400" dirty="0">
              <a:solidFill>
                <a:schemeClr val="tx1"/>
              </a:solidFill>
              <a:latin typeface="Noto Sans SC" panose="020B0200000000000000" charset="-122"/>
              <a:ea typeface="Noto Sans SC" panose="020B0200000000000000" charset="-122"/>
              <a:cs typeface="Noto Sans SC" panose="020B0200000000000000" charset="-122"/>
            </a:endParaRPr>
          </a:p>
        </p:txBody>
      </p:sp>
      <p:sp>
        <p:nvSpPr>
          <p:cNvPr id="103" name="TextBox 28"/>
          <p:cNvSpPr txBox="1"/>
          <p:nvPr/>
        </p:nvSpPr>
        <p:spPr>
          <a:xfrm>
            <a:off x="1099038" y="4559495"/>
            <a:ext cx="2253331" cy="332105"/>
          </a:xfrm>
          <a:prstGeom prst="rect">
            <a:avLst/>
          </a:prstGeom>
          <a:noFill/>
        </p:spPr>
        <p:txBody>
          <a:bodyPr wrap="square" lIns="0" tIns="0" rIns="0" bIns="0" rtlCol="0">
            <a:spAutoFit/>
          </a:bodyPr>
          <a:lstStyle>
            <a:defPPr>
              <a:defRPr lang="zh-CN"/>
            </a:defPPr>
            <a:lvl1pPr algn="r">
              <a:defRPr sz="2600">
                <a:solidFill>
                  <a:schemeClr val="accent2"/>
                </a:solidFill>
                <a:latin typeface="微软雅黑" panose="020B0503020204020204" pitchFamily="34" charset="-122"/>
                <a:ea typeface="微软雅黑" panose="020B0503020204020204" pitchFamily="34" charset="-122"/>
              </a:defRPr>
            </a:lvl1pPr>
          </a:lstStyle>
          <a:p>
            <a:pPr>
              <a:lnSpc>
                <a:spcPct val="120000"/>
              </a:lnSpc>
            </a:pPr>
            <a:r>
              <a:rPr lang="zh-CN" altLang="en-US" sz="1800" b="1" dirty="0">
                <a:solidFill>
                  <a:srgbClr val="313D51"/>
                </a:solidFill>
                <a:latin typeface="思源黑体" panose="020B0500000000000000" pitchFamily="34" charset="-122"/>
                <a:ea typeface="思源黑体" panose="020B0500000000000000" pitchFamily="34" charset="-122"/>
              </a:rPr>
              <a:t>场景建模</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104" name="TextBox 29"/>
          <p:cNvSpPr txBox="1"/>
          <p:nvPr/>
        </p:nvSpPr>
        <p:spPr>
          <a:xfrm>
            <a:off x="840257" y="4896753"/>
            <a:ext cx="2537840" cy="1033145"/>
          </a:xfrm>
          <a:prstGeom prst="rect">
            <a:avLst/>
          </a:prstGeom>
        </p:spPr>
        <p:txBody>
          <a:bodyPr wrap="square" lIns="0" tIns="0" rIns="0" bIns="0">
            <a:spAutoFit/>
          </a:bodyPr>
          <a:lstStyle>
            <a:defPPr>
              <a:defRPr lang="zh-CN"/>
            </a:defPPr>
            <a:lvl1pPr algn="just">
              <a:defRPr>
                <a:solidFill>
                  <a:schemeClr val="accent2"/>
                </a:solidFill>
                <a:latin typeface="+mn-ea"/>
              </a:defRPr>
            </a:lvl1pPr>
          </a:lstStyle>
          <a:p>
            <a:pPr algn="r">
              <a:lnSpc>
                <a:spcPct val="120000"/>
              </a:lnSpc>
            </a:pPr>
            <a:r>
              <a:rPr lang="zh-CN" altLang="en-US" sz="1400" dirty="0">
                <a:solidFill>
                  <a:schemeClr val="tx1"/>
                </a:solidFill>
                <a:latin typeface="Noto Sans SC" panose="020B0200000000000000" charset="-122"/>
                <a:ea typeface="Noto Sans SC" panose="020B0200000000000000" charset="-122"/>
                <a:cs typeface="Noto Sans SC" panose="020B0200000000000000" charset="-122"/>
              </a:rPr>
              <a:t>基于</a:t>
            </a:r>
            <a:r>
              <a:rPr lang="en-US" altLang="zh-CN" sz="1400" dirty="0">
                <a:solidFill>
                  <a:schemeClr val="tx1"/>
                </a:solidFill>
                <a:latin typeface="Noto Sans SC" panose="020B0200000000000000" charset="-122"/>
                <a:ea typeface="Noto Sans SC" panose="020B0200000000000000" charset="-122"/>
                <a:cs typeface="Noto Sans SC" panose="020B0200000000000000" charset="-122"/>
              </a:rPr>
              <a:t>OpenStreetMap</a:t>
            </a:r>
            <a:r>
              <a:rPr lang="zh-CN" altLang="en-US" sz="1400" dirty="0">
                <a:solidFill>
                  <a:schemeClr val="tx1"/>
                </a:solidFill>
                <a:latin typeface="Noto Sans SC" panose="020B0200000000000000" charset="-122"/>
                <a:ea typeface="Noto Sans SC" panose="020B0200000000000000" charset="-122"/>
                <a:cs typeface="Noto Sans SC" panose="020B0200000000000000" charset="-122"/>
              </a:rPr>
              <a:t>获取真实城市建筑数据，利用</a:t>
            </a:r>
            <a:r>
              <a:rPr lang="en-US" altLang="zh-CN" sz="1400" dirty="0">
                <a:solidFill>
                  <a:schemeClr val="tx1"/>
                </a:solidFill>
                <a:latin typeface="Noto Sans SC" panose="020B0200000000000000" charset="-122"/>
                <a:ea typeface="Noto Sans SC" panose="020B0200000000000000" charset="-122"/>
                <a:cs typeface="Noto Sans SC" panose="020B0200000000000000" charset="-122"/>
              </a:rPr>
              <a:t>Blender</a:t>
            </a:r>
            <a:r>
              <a:rPr lang="zh-CN" altLang="en-US" sz="1400" dirty="0">
                <a:solidFill>
                  <a:schemeClr val="tx1"/>
                </a:solidFill>
                <a:latin typeface="Noto Sans SC" panose="020B0200000000000000" charset="-122"/>
                <a:ea typeface="Noto Sans SC" panose="020B0200000000000000" charset="-122"/>
                <a:cs typeface="Noto Sans SC" panose="020B0200000000000000" charset="-122"/>
              </a:rPr>
              <a:t>进行三维模型处理与优化，导入</a:t>
            </a:r>
            <a:r>
              <a:rPr lang="en-US" altLang="zh-CN" sz="1400" dirty="0">
                <a:solidFill>
                  <a:schemeClr val="tx1"/>
                </a:solidFill>
                <a:latin typeface="Noto Sans SC" panose="020B0200000000000000" charset="-122"/>
                <a:ea typeface="Noto Sans SC" panose="020B0200000000000000" charset="-122"/>
                <a:cs typeface="Noto Sans SC" panose="020B0200000000000000" charset="-122"/>
              </a:rPr>
              <a:t>Webots</a:t>
            </a:r>
            <a:r>
              <a:rPr lang="zh-CN" altLang="en-US" sz="1400" dirty="0">
                <a:solidFill>
                  <a:schemeClr val="tx1"/>
                </a:solidFill>
                <a:latin typeface="Noto Sans SC" panose="020B0200000000000000" charset="-122"/>
                <a:ea typeface="Noto Sans SC" panose="020B0200000000000000" charset="-122"/>
                <a:cs typeface="Noto Sans SC" panose="020B0200000000000000" charset="-122"/>
              </a:rPr>
              <a:t>构建复杂建筑群场景</a:t>
            </a:r>
            <a:endParaRPr lang="zh-CN" altLang="en-US" sz="1400" dirty="0">
              <a:solidFill>
                <a:schemeClr val="tx1"/>
              </a:solidFill>
              <a:latin typeface="Noto Sans SC" panose="020B0200000000000000" charset="-122"/>
              <a:ea typeface="Noto Sans SC" panose="020B0200000000000000" charset="-122"/>
              <a:cs typeface="Noto Sans SC" panose="020B0200000000000000" charset="-122"/>
            </a:endParaRPr>
          </a:p>
        </p:txBody>
      </p:sp>
      <p:sp>
        <p:nvSpPr>
          <p:cNvPr id="107" name="TextBox 28"/>
          <p:cNvSpPr txBox="1"/>
          <p:nvPr/>
        </p:nvSpPr>
        <p:spPr>
          <a:xfrm>
            <a:off x="7679395" y="2314537"/>
            <a:ext cx="2253331" cy="332105"/>
          </a:xfrm>
          <a:prstGeom prst="rect">
            <a:avLst/>
          </a:prstGeom>
          <a:noFill/>
        </p:spPr>
        <p:txBody>
          <a:bodyPr wrap="square" lIns="0" tIns="0" rIns="0" bIns="0" rtlCol="0">
            <a:spAutoFit/>
          </a:bodyPr>
          <a:lstStyle>
            <a:defPPr>
              <a:defRPr lang="zh-CN"/>
            </a:defPPr>
            <a:lvl1pPr algn="r">
              <a:defRPr sz="2600">
                <a:solidFill>
                  <a:schemeClr val="accent2"/>
                </a:solidFill>
                <a:latin typeface="微软雅黑" panose="020B0503020204020204" pitchFamily="34" charset="-122"/>
                <a:ea typeface="微软雅黑" panose="020B0503020204020204" pitchFamily="34" charset="-122"/>
              </a:defRPr>
            </a:lvl1pPr>
          </a:lstStyle>
          <a:p>
            <a:pPr algn="l">
              <a:lnSpc>
                <a:spcPct val="120000"/>
              </a:lnSpc>
            </a:pPr>
            <a:r>
              <a:rPr lang="zh-CN" altLang="en-US" sz="1800" b="1" dirty="0">
                <a:solidFill>
                  <a:srgbClr val="313D51"/>
                </a:solidFill>
                <a:latin typeface="思源黑体" panose="020B0500000000000000" pitchFamily="34" charset="-122"/>
                <a:ea typeface="思源黑体" panose="020B0500000000000000" pitchFamily="34" charset="-122"/>
              </a:rPr>
              <a:t>局部避障</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108" name="TextBox 29"/>
          <p:cNvSpPr txBox="1"/>
          <p:nvPr/>
        </p:nvSpPr>
        <p:spPr>
          <a:xfrm>
            <a:off x="7679395" y="2664060"/>
            <a:ext cx="2502573" cy="774700"/>
          </a:xfrm>
          <a:prstGeom prst="rect">
            <a:avLst/>
          </a:prstGeom>
        </p:spPr>
        <p:txBody>
          <a:bodyPr wrap="square" lIns="0" tIns="0" rIns="0" bIns="0">
            <a:spAutoFit/>
          </a:bodyPr>
          <a:lstStyle>
            <a:defPPr>
              <a:defRPr lang="zh-CN"/>
            </a:defPPr>
            <a:lvl1pPr algn="just">
              <a:defRPr>
                <a:solidFill>
                  <a:schemeClr val="accent2"/>
                </a:solidFill>
                <a:latin typeface="+mn-ea"/>
              </a:defRPr>
            </a:lvl1pPr>
          </a:lstStyle>
          <a:p>
            <a:pPr>
              <a:lnSpc>
                <a:spcPct val="120000"/>
              </a:lnSpc>
            </a:pPr>
            <a:r>
              <a:rPr lang="zh-CN" altLang="en-US" sz="1400" dirty="0">
                <a:solidFill>
                  <a:schemeClr val="tx1"/>
                </a:solidFill>
                <a:latin typeface="Noto Sans SC" panose="020B0200000000000000" charset="-122"/>
                <a:ea typeface="Noto Sans SC" panose="020B0200000000000000" charset="-122"/>
              </a:rPr>
              <a:t>引入改进人工势场法，加入障碍物相对速度项与距离衰减因子，解决传统势场法局部极小值问题</a:t>
            </a:r>
            <a:endParaRPr lang="zh-CN" altLang="en-US" sz="1400" dirty="0">
              <a:solidFill>
                <a:schemeClr val="tx1"/>
              </a:solidFill>
              <a:latin typeface="Noto Sans SC" panose="020B0200000000000000" charset="-122"/>
              <a:ea typeface="Noto Sans SC" panose="020B0200000000000000" charset="-122"/>
            </a:endParaRPr>
          </a:p>
        </p:txBody>
      </p:sp>
      <p:sp>
        <p:nvSpPr>
          <p:cNvPr id="111" name="TextBox 28"/>
          <p:cNvSpPr txBox="1"/>
          <p:nvPr/>
        </p:nvSpPr>
        <p:spPr>
          <a:xfrm>
            <a:off x="8405951" y="4622051"/>
            <a:ext cx="2253331" cy="332105"/>
          </a:xfrm>
          <a:prstGeom prst="rect">
            <a:avLst/>
          </a:prstGeom>
          <a:noFill/>
        </p:spPr>
        <p:txBody>
          <a:bodyPr wrap="square" lIns="0" tIns="0" rIns="0" bIns="0" rtlCol="0">
            <a:spAutoFit/>
          </a:bodyPr>
          <a:lstStyle>
            <a:defPPr>
              <a:defRPr lang="zh-CN"/>
            </a:defPPr>
            <a:lvl1pPr algn="r">
              <a:defRPr sz="2600">
                <a:solidFill>
                  <a:schemeClr val="accent2"/>
                </a:solidFill>
                <a:latin typeface="微软雅黑" panose="020B0503020204020204" pitchFamily="34" charset="-122"/>
                <a:ea typeface="微软雅黑" panose="020B0503020204020204" pitchFamily="34" charset="-122"/>
              </a:defRPr>
            </a:lvl1pPr>
          </a:lstStyle>
          <a:p>
            <a:pPr algn="l">
              <a:lnSpc>
                <a:spcPct val="120000"/>
              </a:lnSpc>
            </a:pPr>
            <a:r>
              <a:rPr lang="zh-CN" altLang="en-US" sz="1800" b="1" dirty="0">
                <a:solidFill>
                  <a:srgbClr val="313D51"/>
                </a:solidFill>
                <a:latin typeface="思源黑体" panose="020B0500000000000000" pitchFamily="34" charset="-122"/>
                <a:ea typeface="思源黑体" panose="020B0500000000000000" pitchFamily="34" charset="-122"/>
              </a:rPr>
              <a:t>融合验证</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112" name="TextBox 29"/>
          <p:cNvSpPr txBox="1"/>
          <p:nvPr/>
        </p:nvSpPr>
        <p:spPr>
          <a:xfrm>
            <a:off x="8405951" y="4959309"/>
            <a:ext cx="2436707" cy="1033145"/>
          </a:xfrm>
          <a:prstGeom prst="rect">
            <a:avLst/>
          </a:prstGeom>
        </p:spPr>
        <p:txBody>
          <a:bodyPr wrap="square" lIns="0" tIns="0" rIns="0" bIns="0">
            <a:spAutoFit/>
          </a:bodyPr>
          <a:lstStyle>
            <a:defPPr>
              <a:defRPr lang="zh-CN"/>
            </a:defPPr>
            <a:lvl1pPr algn="just">
              <a:defRPr>
                <a:solidFill>
                  <a:schemeClr val="accent2"/>
                </a:solidFill>
                <a:latin typeface="+mn-ea"/>
              </a:defRPr>
            </a:lvl1pPr>
          </a:lstStyle>
          <a:p>
            <a:pPr>
              <a:lnSpc>
                <a:spcPct val="120000"/>
              </a:lnSpc>
            </a:pPr>
            <a:r>
              <a:rPr lang="zh-CN" altLang="en-US" sz="1400" dirty="0">
                <a:solidFill>
                  <a:schemeClr val="tx1"/>
                </a:solidFill>
                <a:latin typeface="Noto Sans SC" panose="020B0200000000000000" charset="-122"/>
                <a:ea typeface="Noto Sans SC" panose="020B0200000000000000" charset="-122"/>
                <a:cs typeface="Noto Sans SC" panose="020B0200000000000000" charset="-122"/>
              </a:rPr>
              <a:t>设计状态机/加权融合策略，实现全局与局部算法协同控制，在</a:t>
            </a:r>
            <a:r>
              <a:rPr lang="en-US" altLang="zh-CN" sz="1400" dirty="0">
                <a:solidFill>
                  <a:schemeClr val="tx1"/>
                </a:solidFill>
                <a:latin typeface="Noto Sans SC" panose="020B0200000000000000" charset="-122"/>
                <a:ea typeface="Noto Sans SC" panose="020B0200000000000000" charset="-122"/>
                <a:cs typeface="Noto Sans SC" panose="020B0200000000000000" charset="-122"/>
              </a:rPr>
              <a:t>Webots</a:t>
            </a:r>
            <a:r>
              <a:rPr lang="zh-CN" altLang="en-US" sz="1400" dirty="0">
                <a:solidFill>
                  <a:schemeClr val="tx1"/>
                </a:solidFill>
                <a:latin typeface="Noto Sans SC" panose="020B0200000000000000" charset="-122"/>
                <a:ea typeface="Noto Sans SC" panose="020B0200000000000000" charset="-122"/>
                <a:cs typeface="Noto Sans SC" panose="020B0200000000000000" charset="-122"/>
              </a:rPr>
              <a:t>中完成量化评估与仿真验证</a:t>
            </a:r>
            <a:endParaRPr lang="zh-CN" altLang="en-US" sz="1400" dirty="0">
              <a:solidFill>
                <a:schemeClr val="tx1"/>
              </a:solidFill>
              <a:latin typeface="Noto Sans SC" panose="020B0200000000000000" charset="-122"/>
              <a:ea typeface="Noto Sans SC" panose="020B0200000000000000" charset="-122"/>
              <a:cs typeface="Noto Sans SC" panose="020B0200000000000000" charset="-122"/>
            </a:endParaRPr>
          </a:p>
        </p:txBody>
      </p:sp>
      <p:grpSp>
        <p:nvGrpSpPr>
          <p:cNvPr id="37" name="组合 36"/>
          <p:cNvGrpSpPr/>
          <p:nvPr/>
        </p:nvGrpSpPr>
        <p:grpSpPr>
          <a:xfrm>
            <a:off x="3709856" y="2791675"/>
            <a:ext cx="4334985" cy="3639924"/>
            <a:chOff x="3345274" y="1792649"/>
            <a:chExt cx="5437512" cy="4565674"/>
          </a:xfrm>
        </p:grpSpPr>
        <p:sp>
          <p:nvSpPr>
            <p:cNvPr id="38" name="Freeform 6"/>
            <p:cNvSpPr>
              <a:spLocks noEditPoints="1"/>
            </p:cNvSpPr>
            <p:nvPr/>
          </p:nvSpPr>
          <p:spPr bwMode="auto">
            <a:xfrm>
              <a:off x="4637435" y="2818924"/>
              <a:ext cx="2797008" cy="2797008"/>
            </a:xfrm>
            <a:custGeom>
              <a:avLst/>
              <a:gdLst>
                <a:gd name="T0" fmla="*/ 2189 w 3067"/>
                <a:gd name="T1" fmla="*/ 554 h 3062"/>
                <a:gd name="T2" fmla="*/ 878 w 3067"/>
                <a:gd name="T3" fmla="*/ 2507 h 3062"/>
                <a:gd name="T4" fmla="*/ 576 w 3067"/>
                <a:gd name="T5" fmla="*/ 2734 h 3062"/>
                <a:gd name="T6" fmla="*/ 968 w 3067"/>
                <a:gd name="T7" fmla="*/ 2704 h 3062"/>
                <a:gd name="T8" fmla="*/ 1122 w 3067"/>
                <a:gd name="T9" fmla="*/ 3013 h 3062"/>
                <a:gd name="T10" fmla="*/ 1474 w 3067"/>
                <a:gd name="T11" fmla="*/ 2829 h 3062"/>
                <a:gd name="T12" fmla="*/ 1712 w 3067"/>
                <a:gd name="T13" fmla="*/ 3062 h 3062"/>
                <a:gd name="T14" fmla="*/ 1968 w 3067"/>
                <a:gd name="T15" fmla="*/ 2754 h 3062"/>
                <a:gd name="T16" fmla="*/ 2309 w 3067"/>
                <a:gd name="T17" fmla="*/ 2867 h 3062"/>
                <a:gd name="T18" fmla="*/ 2420 w 3067"/>
                <a:gd name="T19" fmla="*/ 2480 h 3062"/>
                <a:gd name="T20" fmla="*/ 2744 w 3067"/>
                <a:gd name="T21" fmla="*/ 2493 h 3062"/>
                <a:gd name="T22" fmla="*/ 2704 w 3067"/>
                <a:gd name="T23" fmla="*/ 2092 h 3062"/>
                <a:gd name="T24" fmla="*/ 3017 w 3067"/>
                <a:gd name="T25" fmla="*/ 1964 h 3062"/>
                <a:gd name="T26" fmla="*/ 2830 w 3067"/>
                <a:gd name="T27" fmla="*/ 1608 h 3062"/>
                <a:gd name="T28" fmla="*/ 3067 w 3067"/>
                <a:gd name="T29" fmla="*/ 1361 h 3062"/>
                <a:gd name="T30" fmla="*/ 2760 w 3067"/>
                <a:gd name="T31" fmla="*/ 1104 h 3062"/>
                <a:gd name="T32" fmla="*/ 2889 w 3067"/>
                <a:gd name="T33" fmla="*/ 800 h 3062"/>
                <a:gd name="T34" fmla="*/ 2513 w 3067"/>
                <a:gd name="T35" fmla="*/ 674 h 3062"/>
                <a:gd name="T36" fmla="*/ 2492 w 3067"/>
                <a:gd name="T37" fmla="*/ 328 h 3062"/>
                <a:gd name="T38" fmla="*/ 2102 w 3067"/>
                <a:gd name="T39" fmla="*/ 355 h 3062"/>
                <a:gd name="T40" fmla="*/ 1945 w 3067"/>
                <a:gd name="T41" fmla="*/ 48 h 3062"/>
                <a:gd name="T42" fmla="*/ 1600 w 3067"/>
                <a:gd name="T43" fmla="*/ 220 h 3062"/>
                <a:gd name="T44" fmla="*/ 1355 w 3067"/>
                <a:gd name="T45" fmla="*/ 0 h 3062"/>
                <a:gd name="T46" fmla="*/ 1101 w 3067"/>
                <a:gd name="T47" fmla="*/ 285 h 3062"/>
                <a:gd name="T48" fmla="*/ 758 w 3067"/>
                <a:gd name="T49" fmla="*/ 195 h 3062"/>
                <a:gd name="T50" fmla="*/ 638 w 3067"/>
                <a:gd name="T51" fmla="*/ 556 h 3062"/>
                <a:gd name="T52" fmla="*/ 323 w 3067"/>
                <a:gd name="T53" fmla="*/ 568 h 3062"/>
                <a:gd name="T54" fmla="*/ 344 w 3067"/>
                <a:gd name="T55" fmla="*/ 948 h 3062"/>
                <a:gd name="T56" fmla="*/ 50 w 3067"/>
                <a:gd name="T57" fmla="*/ 1097 h 3062"/>
                <a:gd name="T58" fmla="*/ 216 w 3067"/>
                <a:gd name="T59" fmla="*/ 1443 h 3062"/>
                <a:gd name="T60" fmla="*/ 0 w 3067"/>
                <a:gd name="T61" fmla="*/ 1701 h 3062"/>
                <a:gd name="T62" fmla="*/ 290 w 3067"/>
                <a:gd name="T63" fmla="*/ 1956 h 3062"/>
                <a:gd name="T64" fmla="*/ 179 w 3067"/>
                <a:gd name="T65" fmla="*/ 2262 h 3062"/>
                <a:gd name="T66" fmla="*/ 547 w 3067"/>
                <a:gd name="T67" fmla="*/ 2390 h 3062"/>
                <a:gd name="T68" fmla="*/ 576 w 3067"/>
                <a:gd name="T69" fmla="*/ 2734 h 30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67" h="3062">
                  <a:moveTo>
                    <a:pt x="557" y="875"/>
                  </a:moveTo>
                  <a:cubicBezTo>
                    <a:pt x="919" y="336"/>
                    <a:pt x="1650" y="192"/>
                    <a:pt x="2189" y="554"/>
                  </a:cubicBezTo>
                  <a:cubicBezTo>
                    <a:pt x="2728" y="916"/>
                    <a:pt x="2872" y="1647"/>
                    <a:pt x="2510" y="2186"/>
                  </a:cubicBezTo>
                  <a:cubicBezTo>
                    <a:pt x="2148" y="2726"/>
                    <a:pt x="1418" y="2869"/>
                    <a:pt x="878" y="2507"/>
                  </a:cubicBezTo>
                  <a:cubicBezTo>
                    <a:pt x="339" y="2145"/>
                    <a:pt x="195" y="1415"/>
                    <a:pt x="557" y="875"/>
                  </a:cubicBezTo>
                  <a:close/>
                  <a:moveTo>
                    <a:pt x="576" y="2734"/>
                  </a:moveTo>
                  <a:lnTo>
                    <a:pt x="779" y="2870"/>
                  </a:lnTo>
                  <a:lnTo>
                    <a:pt x="968" y="2704"/>
                  </a:lnTo>
                  <a:cubicBezTo>
                    <a:pt x="1014" y="2726"/>
                    <a:pt x="1062" y="2745"/>
                    <a:pt x="1110" y="2761"/>
                  </a:cubicBezTo>
                  <a:lnTo>
                    <a:pt x="1122" y="3013"/>
                  </a:lnTo>
                  <a:lnTo>
                    <a:pt x="1363" y="3060"/>
                  </a:lnTo>
                  <a:lnTo>
                    <a:pt x="1474" y="2829"/>
                  </a:lnTo>
                  <a:cubicBezTo>
                    <a:pt x="1517" y="2831"/>
                    <a:pt x="1560" y="2830"/>
                    <a:pt x="1603" y="2828"/>
                  </a:cubicBezTo>
                  <a:lnTo>
                    <a:pt x="1712" y="3062"/>
                  </a:lnTo>
                  <a:lnTo>
                    <a:pt x="1952" y="3015"/>
                  </a:lnTo>
                  <a:lnTo>
                    <a:pt x="1968" y="2754"/>
                  </a:lnTo>
                  <a:cubicBezTo>
                    <a:pt x="2017" y="2737"/>
                    <a:pt x="2066" y="2716"/>
                    <a:pt x="2113" y="2692"/>
                  </a:cubicBezTo>
                  <a:lnTo>
                    <a:pt x="2309" y="2867"/>
                  </a:lnTo>
                  <a:lnTo>
                    <a:pt x="2510" y="2728"/>
                  </a:lnTo>
                  <a:lnTo>
                    <a:pt x="2420" y="2480"/>
                  </a:lnTo>
                  <a:cubicBezTo>
                    <a:pt x="2446" y="2455"/>
                    <a:pt x="2472" y="2429"/>
                    <a:pt x="2497" y="2401"/>
                  </a:cubicBezTo>
                  <a:lnTo>
                    <a:pt x="2744" y="2493"/>
                  </a:lnTo>
                  <a:lnTo>
                    <a:pt x="2880" y="2290"/>
                  </a:lnTo>
                  <a:lnTo>
                    <a:pt x="2704" y="2092"/>
                  </a:lnTo>
                  <a:cubicBezTo>
                    <a:pt x="2723" y="2053"/>
                    <a:pt x="2740" y="2013"/>
                    <a:pt x="2754" y="1973"/>
                  </a:cubicBezTo>
                  <a:lnTo>
                    <a:pt x="3017" y="1964"/>
                  </a:lnTo>
                  <a:lnTo>
                    <a:pt x="3066" y="1725"/>
                  </a:lnTo>
                  <a:lnTo>
                    <a:pt x="2830" y="1608"/>
                  </a:lnTo>
                  <a:cubicBezTo>
                    <a:pt x="2832" y="1562"/>
                    <a:pt x="2833" y="1515"/>
                    <a:pt x="2831" y="1469"/>
                  </a:cubicBezTo>
                  <a:lnTo>
                    <a:pt x="3067" y="1361"/>
                  </a:lnTo>
                  <a:lnTo>
                    <a:pt x="3019" y="1121"/>
                  </a:lnTo>
                  <a:lnTo>
                    <a:pt x="2760" y="1104"/>
                  </a:lnTo>
                  <a:cubicBezTo>
                    <a:pt x="2747" y="1064"/>
                    <a:pt x="2731" y="1024"/>
                    <a:pt x="2713" y="986"/>
                  </a:cubicBezTo>
                  <a:lnTo>
                    <a:pt x="2889" y="800"/>
                  </a:lnTo>
                  <a:lnTo>
                    <a:pt x="2754" y="595"/>
                  </a:lnTo>
                  <a:lnTo>
                    <a:pt x="2513" y="674"/>
                  </a:lnTo>
                  <a:cubicBezTo>
                    <a:pt x="2480" y="635"/>
                    <a:pt x="2444" y="598"/>
                    <a:pt x="2406" y="563"/>
                  </a:cubicBezTo>
                  <a:lnTo>
                    <a:pt x="2492" y="328"/>
                  </a:lnTo>
                  <a:lnTo>
                    <a:pt x="2288" y="191"/>
                  </a:lnTo>
                  <a:lnTo>
                    <a:pt x="2102" y="355"/>
                  </a:lnTo>
                  <a:cubicBezTo>
                    <a:pt x="2055" y="331"/>
                    <a:pt x="2006" y="310"/>
                    <a:pt x="1957" y="293"/>
                  </a:cubicBezTo>
                  <a:lnTo>
                    <a:pt x="1945" y="48"/>
                  </a:lnTo>
                  <a:lnTo>
                    <a:pt x="1705" y="1"/>
                  </a:lnTo>
                  <a:lnTo>
                    <a:pt x="1600" y="220"/>
                  </a:lnTo>
                  <a:cubicBezTo>
                    <a:pt x="1552" y="217"/>
                    <a:pt x="1504" y="216"/>
                    <a:pt x="1457" y="218"/>
                  </a:cubicBezTo>
                  <a:lnTo>
                    <a:pt x="1355" y="0"/>
                  </a:lnTo>
                  <a:lnTo>
                    <a:pt x="1115" y="46"/>
                  </a:lnTo>
                  <a:lnTo>
                    <a:pt x="1101" y="285"/>
                  </a:lnTo>
                  <a:cubicBezTo>
                    <a:pt x="1044" y="304"/>
                    <a:pt x="989" y="326"/>
                    <a:pt x="935" y="353"/>
                  </a:cubicBezTo>
                  <a:lnTo>
                    <a:pt x="758" y="195"/>
                  </a:lnTo>
                  <a:lnTo>
                    <a:pt x="557" y="333"/>
                  </a:lnTo>
                  <a:lnTo>
                    <a:pt x="638" y="556"/>
                  </a:lnTo>
                  <a:cubicBezTo>
                    <a:pt x="606" y="585"/>
                    <a:pt x="574" y="617"/>
                    <a:pt x="545" y="650"/>
                  </a:cubicBezTo>
                  <a:lnTo>
                    <a:pt x="323" y="568"/>
                  </a:lnTo>
                  <a:lnTo>
                    <a:pt x="187" y="771"/>
                  </a:lnTo>
                  <a:lnTo>
                    <a:pt x="344" y="948"/>
                  </a:lnTo>
                  <a:cubicBezTo>
                    <a:pt x="322" y="995"/>
                    <a:pt x="302" y="1042"/>
                    <a:pt x="285" y="1090"/>
                  </a:cubicBezTo>
                  <a:lnTo>
                    <a:pt x="50" y="1097"/>
                  </a:lnTo>
                  <a:lnTo>
                    <a:pt x="2" y="1337"/>
                  </a:lnTo>
                  <a:lnTo>
                    <a:pt x="216" y="1443"/>
                  </a:lnTo>
                  <a:cubicBezTo>
                    <a:pt x="213" y="1496"/>
                    <a:pt x="213" y="1549"/>
                    <a:pt x="216" y="1602"/>
                  </a:cubicBezTo>
                  <a:lnTo>
                    <a:pt x="0" y="1701"/>
                  </a:lnTo>
                  <a:lnTo>
                    <a:pt x="48" y="1941"/>
                  </a:lnTo>
                  <a:lnTo>
                    <a:pt x="290" y="1956"/>
                  </a:lnTo>
                  <a:cubicBezTo>
                    <a:pt x="305" y="2000"/>
                    <a:pt x="324" y="2044"/>
                    <a:pt x="344" y="2086"/>
                  </a:cubicBezTo>
                  <a:lnTo>
                    <a:pt x="179" y="2262"/>
                  </a:lnTo>
                  <a:lnTo>
                    <a:pt x="313" y="2467"/>
                  </a:lnTo>
                  <a:lnTo>
                    <a:pt x="547" y="2390"/>
                  </a:lnTo>
                  <a:cubicBezTo>
                    <a:pt x="582" y="2429"/>
                    <a:pt x="620" y="2466"/>
                    <a:pt x="661" y="2502"/>
                  </a:cubicBezTo>
                  <a:lnTo>
                    <a:pt x="576" y="2734"/>
                  </a:lnTo>
                  <a:close/>
                </a:path>
              </a:pathLst>
            </a:custGeom>
            <a:solidFill>
              <a:srgbClr val="244C89"/>
            </a:solidFill>
            <a:ln>
              <a:noFill/>
            </a:ln>
          </p:spPr>
          <p:txBody>
            <a:bodyPr vert="horz" wrap="square" lIns="91440" tIns="45720" rIns="91440" bIns="45720" numCol="1" anchor="t" anchorCtr="0" compatLnSpc="1"/>
            <a:lstStyle/>
            <a:p>
              <a:pPr>
                <a:lnSpc>
                  <a:spcPct val="120000"/>
                </a:lnSpc>
              </a:pPr>
              <a:endParaRPr lang="zh-CN" altLang="en-US" sz="1400">
                <a:solidFill>
                  <a:schemeClr val="bg1"/>
                </a:solidFill>
              </a:endParaRPr>
            </a:p>
          </p:txBody>
        </p:sp>
        <p:sp>
          <p:nvSpPr>
            <p:cNvPr id="39" name="Freeform 7"/>
            <p:cNvSpPr>
              <a:spLocks noEditPoints="1"/>
            </p:cNvSpPr>
            <p:nvPr/>
          </p:nvSpPr>
          <p:spPr bwMode="auto">
            <a:xfrm>
              <a:off x="5556395" y="5278846"/>
              <a:ext cx="995205" cy="1079477"/>
            </a:xfrm>
            <a:custGeom>
              <a:avLst/>
              <a:gdLst>
                <a:gd name="T0" fmla="*/ 0 w 1094"/>
                <a:gd name="T1" fmla="*/ 0 h 1182"/>
                <a:gd name="T2" fmla="*/ 1094 w 1094"/>
                <a:gd name="T3" fmla="*/ 0 h 1182"/>
                <a:gd name="T4" fmla="*/ 1094 w 1094"/>
                <a:gd name="T5" fmla="*/ 511 h 1182"/>
                <a:gd name="T6" fmla="*/ 0 w 1094"/>
                <a:gd name="T7" fmla="*/ 511 h 1182"/>
                <a:gd name="T8" fmla="*/ 0 w 1094"/>
                <a:gd name="T9" fmla="*/ 0 h 1182"/>
                <a:gd name="T10" fmla="*/ 113 w 1094"/>
                <a:gd name="T11" fmla="*/ 567 h 1182"/>
                <a:gd name="T12" fmla="*/ 981 w 1094"/>
                <a:gd name="T13" fmla="*/ 567 h 1182"/>
                <a:gd name="T14" fmla="*/ 981 w 1094"/>
                <a:gd name="T15" fmla="*/ 774 h 1182"/>
                <a:gd name="T16" fmla="*/ 113 w 1094"/>
                <a:gd name="T17" fmla="*/ 774 h 1182"/>
                <a:gd name="T18" fmla="*/ 113 w 1094"/>
                <a:gd name="T19" fmla="*/ 567 h 1182"/>
                <a:gd name="T20" fmla="*/ 132 w 1094"/>
                <a:gd name="T21" fmla="*/ 822 h 1182"/>
                <a:gd name="T22" fmla="*/ 961 w 1094"/>
                <a:gd name="T23" fmla="*/ 822 h 1182"/>
                <a:gd name="T24" fmla="*/ 961 w 1094"/>
                <a:gd name="T25" fmla="*/ 979 h 1182"/>
                <a:gd name="T26" fmla="*/ 132 w 1094"/>
                <a:gd name="T27" fmla="*/ 979 h 1182"/>
                <a:gd name="T28" fmla="*/ 132 w 1094"/>
                <a:gd name="T29" fmla="*/ 822 h 1182"/>
                <a:gd name="T30" fmla="*/ 368 w 1094"/>
                <a:gd name="T31" fmla="*/ 1025 h 1182"/>
                <a:gd name="T32" fmla="*/ 725 w 1094"/>
                <a:gd name="T33" fmla="*/ 1025 h 1182"/>
                <a:gd name="T34" fmla="*/ 725 w 1094"/>
                <a:gd name="T35" fmla="*/ 1182 h 1182"/>
                <a:gd name="T36" fmla="*/ 368 w 1094"/>
                <a:gd name="T37" fmla="*/ 1182 h 1182"/>
                <a:gd name="T38" fmla="*/ 368 w 1094"/>
                <a:gd name="T39" fmla="*/ 1025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4" h="1182">
                  <a:moveTo>
                    <a:pt x="0" y="0"/>
                  </a:moveTo>
                  <a:lnTo>
                    <a:pt x="1094" y="0"/>
                  </a:lnTo>
                  <a:lnTo>
                    <a:pt x="1094" y="511"/>
                  </a:lnTo>
                  <a:lnTo>
                    <a:pt x="0" y="511"/>
                  </a:lnTo>
                  <a:lnTo>
                    <a:pt x="0" y="0"/>
                  </a:lnTo>
                  <a:close/>
                  <a:moveTo>
                    <a:pt x="113" y="567"/>
                  </a:moveTo>
                  <a:lnTo>
                    <a:pt x="981" y="567"/>
                  </a:lnTo>
                  <a:lnTo>
                    <a:pt x="981" y="774"/>
                  </a:lnTo>
                  <a:lnTo>
                    <a:pt x="113" y="774"/>
                  </a:lnTo>
                  <a:lnTo>
                    <a:pt x="113" y="567"/>
                  </a:lnTo>
                  <a:close/>
                  <a:moveTo>
                    <a:pt x="132" y="822"/>
                  </a:moveTo>
                  <a:lnTo>
                    <a:pt x="961" y="822"/>
                  </a:lnTo>
                  <a:lnTo>
                    <a:pt x="961" y="979"/>
                  </a:lnTo>
                  <a:lnTo>
                    <a:pt x="132" y="979"/>
                  </a:lnTo>
                  <a:lnTo>
                    <a:pt x="132" y="822"/>
                  </a:lnTo>
                  <a:close/>
                  <a:moveTo>
                    <a:pt x="368" y="1025"/>
                  </a:moveTo>
                  <a:lnTo>
                    <a:pt x="725" y="1025"/>
                  </a:lnTo>
                  <a:lnTo>
                    <a:pt x="725" y="1182"/>
                  </a:lnTo>
                  <a:lnTo>
                    <a:pt x="368" y="1182"/>
                  </a:lnTo>
                  <a:lnTo>
                    <a:pt x="368" y="1025"/>
                  </a:lnTo>
                  <a:close/>
                </a:path>
              </a:pathLst>
            </a:custGeom>
            <a:solidFill>
              <a:srgbClr val="244C89"/>
            </a:solidFill>
            <a:ln>
              <a:noFill/>
            </a:ln>
          </p:spPr>
          <p:txBody>
            <a:bodyPr vert="horz" wrap="square" lIns="91440" tIns="45720" rIns="91440" bIns="45720" numCol="1" anchor="t" anchorCtr="0" compatLnSpc="1"/>
            <a:lstStyle/>
            <a:p>
              <a:pPr>
                <a:lnSpc>
                  <a:spcPct val="120000"/>
                </a:lnSpc>
              </a:pPr>
              <a:endParaRPr lang="zh-CN" altLang="en-US" sz="1400">
                <a:solidFill>
                  <a:schemeClr val="bg1"/>
                </a:solidFill>
              </a:endParaRPr>
            </a:p>
          </p:txBody>
        </p:sp>
        <p:grpSp>
          <p:nvGrpSpPr>
            <p:cNvPr id="40" name="组合 39"/>
            <p:cNvGrpSpPr/>
            <p:nvPr/>
          </p:nvGrpSpPr>
          <p:grpSpPr>
            <a:xfrm>
              <a:off x="3345274" y="3641573"/>
              <a:ext cx="1264071" cy="1264071"/>
              <a:chOff x="3602100" y="4141250"/>
              <a:chExt cx="1264071" cy="1264071"/>
            </a:xfrm>
          </p:grpSpPr>
          <p:sp>
            <p:nvSpPr>
              <p:cNvPr id="61" name="Freeform 8"/>
              <p:cNvSpPr>
                <a:spLocks noEditPoints="1"/>
              </p:cNvSpPr>
              <p:nvPr/>
            </p:nvSpPr>
            <p:spPr bwMode="auto">
              <a:xfrm>
                <a:off x="3602100" y="4141250"/>
                <a:ext cx="1264071" cy="1264071"/>
              </a:xfrm>
              <a:custGeom>
                <a:avLst/>
                <a:gdLst>
                  <a:gd name="T0" fmla="*/ 813 w 1386"/>
                  <a:gd name="T1" fmla="*/ 164 h 1385"/>
                  <a:gd name="T2" fmla="*/ 561 w 1386"/>
                  <a:gd name="T3" fmla="*/ 1218 h 1385"/>
                  <a:gd name="T4" fmla="*/ 477 w 1386"/>
                  <a:gd name="T5" fmla="*/ 1353 h 1385"/>
                  <a:gd name="T6" fmla="*/ 638 w 1386"/>
                  <a:gd name="T7" fmla="*/ 1279 h 1385"/>
                  <a:gd name="T8" fmla="*/ 751 w 1386"/>
                  <a:gd name="T9" fmla="*/ 1385 h 1385"/>
                  <a:gd name="T10" fmla="*/ 871 w 1386"/>
                  <a:gd name="T11" fmla="*/ 1251 h 1385"/>
                  <a:gd name="T12" fmla="*/ 1007 w 1386"/>
                  <a:gd name="T13" fmla="*/ 1312 h 1385"/>
                  <a:gd name="T14" fmla="*/ 1067 w 1386"/>
                  <a:gd name="T15" fmla="*/ 1142 h 1385"/>
                  <a:gd name="T16" fmla="*/ 1229 w 1386"/>
                  <a:gd name="T17" fmla="*/ 1135 h 1385"/>
                  <a:gd name="T18" fmla="*/ 1215 w 1386"/>
                  <a:gd name="T19" fmla="*/ 954 h 1385"/>
                  <a:gd name="T20" fmla="*/ 1354 w 1386"/>
                  <a:gd name="T21" fmla="*/ 908 h 1385"/>
                  <a:gd name="T22" fmla="*/ 1274 w 1386"/>
                  <a:gd name="T23" fmla="*/ 745 h 1385"/>
                  <a:gd name="T24" fmla="*/ 1386 w 1386"/>
                  <a:gd name="T25" fmla="*/ 641 h 1385"/>
                  <a:gd name="T26" fmla="*/ 1251 w 1386"/>
                  <a:gd name="T27" fmla="*/ 520 h 1385"/>
                  <a:gd name="T28" fmla="*/ 1313 w 1386"/>
                  <a:gd name="T29" fmla="*/ 378 h 1385"/>
                  <a:gd name="T30" fmla="*/ 1143 w 1386"/>
                  <a:gd name="T31" fmla="*/ 318 h 1385"/>
                  <a:gd name="T32" fmla="*/ 1150 w 1386"/>
                  <a:gd name="T33" fmla="*/ 168 h 1385"/>
                  <a:gd name="T34" fmla="*/ 972 w 1386"/>
                  <a:gd name="T35" fmla="*/ 175 h 1385"/>
                  <a:gd name="T36" fmla="*/ 909 w 1386"/>
                  <a:gd name="T37" fmla="*/ 32 h 1385"/>
                  <a:gd name="T38" fmla="*/ 748 w 1386"/>
                  <a:gd name="T39" fmla="*/ 105 h 1385"/>
                  <a:gd name="T40" fmla="*/ 634 w 1386"/>
                  <a:gd name="T41" fmla="*/ 0 h 1385"/>
                  <a:gd name="T42" fmla="*/ 516 w 1386"/>
                  <a:gd name="T43" fmla="*/ 127 h 1385"/>
                  <a:gd name="T44" fmla="*/ 378 w 1386"/>
                  <a:gd name="T45" fmla="*/ 72 h 1385"/>
                  <a:gd name="T46" fmla="*/ 315 w 1386"/>
                  <a:gd name="T47" fmla="*/ 233 h 1385"/>
                  <a:gd name="T48" fmla="*/ 157 w 1386"/>
                  <a:gd name="T49" fmla="*/ 250 h 1385"/>
                  <a:gd name="T50" fmla="*/ 163 w 1386"/>
                  <a:gd name="T51" fmla="*/ 421 h 1385"/>
                  <a:gd name="T52" fmla="*/ 32 w 1386"/>
                  <a:gd name="T53" fmla="*/ 476 h 1385"/>
                  <a:gd name="T54" fmla="*/ 100 w 1386"/>
                  <a:gd name="T55" fmla="*/ 634 h 1385"/>
                  <a:gd name="T56" fmla="*/ 0 w 1386"/>
                  <a:gd name="T57" fmla="*/ 744 h 1385"/>
                  <a:gd name="T58" fmla="*/ 123 w 1386"/>
                  <a:gd name="T59" fmla="*/ 864 h 1385"/>
                  <a:gd name="T60" fmla="*/ 73 w 1386"/>
                  <a:gd name="T61" fmla="*/ 1007 h 1385"/>
                  <a:gd name="T62" fmla="*/ 235 w 1386"/>
                  <a:gd name="T63" fmla="*/ 1069 h 1385"/>
                  <a:gd name="T64" fmla="*/ 236 w 1386"/>
                  <a:gd name="T65" fmla="*/ 1216 h 1385"/>
                  <a:gd name="T66" fmla="*/ 411 w 1386"/>
                  <a:gd name="T67" fmla="*/ 1212 h 1385"/>
                  <a:gd name="T68" fmla="*/ 477 w 1386"/>
                  <a:gd name="T69" fmla="*/ 1353 h 1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86" h="1385">
                    <a:moveTo>
                      <a:pt x="160" y="565"/>
                    </a:moveTo>
                    <a:cubicBezTo>
                      <a:pt x="229" y="274"/>
                      <a:pt x="522" y="94"/>
                      <a:pt x="813" y="164"/>
                    </a:cubicBezTo>
                    <a:cubicBezTo>
                      <a:pt x="1104" y="233"/>
                      <a:pt x="1284" y="526"/>
                      <a:pt x="1214" y="817"/>
                    </a:cubicBezTo>
                    <a:cubicBezTo>
                      <a:pt x="1145" y="1108"/>
                      <a:pt x="852" y="1288"/>
                      <a:pt x="561" y="1218"/>
                    </a:cubicBezTo>
                    <a:cubicBezTo>
                      <a:pt x="270" y="1149"/>
                      <a:pt x="90" y="856"/>
                      <a:pt x="160" y="565"/>
                    </a:cubicBezTo>
                    <a:close/>
                    <a:moveTo>
                      <a:pt x="477" y="1353"/>
                    </a:moveTo>
                    <a:lnTo>
                      <a:pt x="584" y="1379"/>
                    </a:lnTo>
                    <a:lnTo>
                      <a:pt x="638" y="1279"/>
                    </a:lnTo>
                    <a:cubicBezTo>
                      <a:pt x="661" y="1281"/>
                      <a:pt x="684" y="1281"/>
                      <a:pt x="706" y="1280"/>
                    </a:cubicBezTo>
                    <a:lnTo>
                      <a:pt x="751" y="1385"/>
                    </a:lnTo>
                    <a:lnTo>
                      <a:pt x="860" y="1367"/>
                    </a:lnTo>
                    <a:lnTo>
                      <a:pt x="871" y="1251"/>
                    </a:lnTo>
                    <a:cubicBezTo>
                      <a:pt x="889" y="1245"/>
                      <a:pt x="907" y="1238"/>
                      <a:pt x="925" y="1230"/>
                    </a:cubicBezTo>
                    <a:lnTo>
                      <a:pt x="1007" y="1312"/>
                    </a:lnTo>
                    <a:lnTo>
                      <a:pt x="1101" y="1255"/>
                    </a:lnTo>
                    <a:lnTo>
                      <a:pt x="1067" y="1142"/>
                    </a:lnTo>
                    <a:cubicBezTo>
                      <a:pt x="1085" y="1126"/>
                      <a:pt x="1103" y="1110"/>
                      <a:pt x="1119" y="1092"/>
                    </a:cubicBezTo>
                    <a:lnTo>
                      <a:pt x="1229" y="1135"/>
                    </a:lnTo>
                    <a:lnTo>
                      <a:pt x="1292" y="1045"/>
                    </a:lnTo>
                    <a:lnTo>
                      <a:pt x="1215" y="954"/>
                    </a:lnTo>
                    <a:cubicBezTo>
                      <a:pt x="1222" y="939"/>
                      <a:pt x="1229" y="924"/>
                      <a:pt x="1235" y="909"/>
                    </a:cubicBezTo>
                    <a:lnTo>
                      <a:pt x="1354" y="908"/>
                    </a:lnTo>
                    <a:lnTo>
                      <a:pt x="1379" y="801"/>
                    </a:lnTo>
                    <a:lnTo>
                      <a:pt x="1274" y="745"/>
                    </a:lnTo>
                    <a:cubicBezTo>
                      <a:pt x="1276" y="725"/>
                      <a:pt x="1277" y="706"/>
                      <a:pt x="1277" y="686"/>
                    </a:cubicBezTo>
                    <a:lnTo>
                      <a:pt x="1386" y="641"/>
                    </a:lnTo>
                    <a:lnTo>
                      <a:pt x="1369" y="532"/>
                    </a:lnTo>
                    <a:lnTo>
                      <a:pt x="1251" y="520"/>
                    </a:lnTo>
                    <a:cubicBezTo>
                      <a:pt x="1245" y="500"/>
                      <a:pt x="1238" y="480"/>
                      <a:pt x="1230" y="461"/>
                    </a:cubicBezTo>
                    <a:lnTo>
                      <a:pt x="1313" y="378"/>
                    </a:lnTo>
                    <a:lnTo>
                      <a:pt x="1255" y="284"/>
                    </a:lnTo>
                    <a:lnTo>
                      <a:pt x="1143" y="318"/>
                    </a:lnTo>
                    <a:cubicBezTo>
                      <a:pt x="1131" y="303"/>
                      <a:pt x="1118" y="289"/>
                      <a:pt x="1105" y="275"/>
                    </a:cubicBezTo>
                    <a:lnTo>
                      <a:pt x="1150" y="168"/>
                    </a:lnTo>
                    <a:lnTo>
                      <a:pt x="1061" y="103"/>
                    </a:lnTo>
                    <a:lnTo>
                      <a:pt x="972" y="175"/>
                    </a:lnTo>
                    <a:cubicBezTo>
                      <a:pt x="952" y="164"/>
                      <a:pt x="931" y="154"/>
                      <a:pt x="909" y="145"/>
                    </a:cubicBezTo>
                    <a:lnTo>
                      <a:pt x="909" y="32"/>
                    </a:lnTo>
                    <a:lnTo>
                      <a:pt x="801" y="6"/>
                    </a:lnTo>
                    <a:lnTo>
                      <a:pt x="748" y="105"/>
                    </a:lnTo>
                    <a:cubicBezTo>
                      <a:pt x="725" y="102"/>
                      <a:pt x="701" y="101"/>
                      <a:pt x="678" y="101"/>
                    </a:cubicBezTo>
                    <a:lnTo>
                      <a:pt x="634" y="0"/>
                    </a:lnTo>
                    <a:lnTo>
                      <a:pt x="526" y="18"/>
                    </a:lnTo>
                    <a:lnTo>
                      <a:pt x="516" y="127"/>
                    </a:lnTo>
                    <a:cubicBezTo>
                      <a:pt x="495" y="133"/>
                      <a:pt x="475" y="140"/>
                      <a:pt x="455" y="149"/>
                    </a:cubicBezTo>
                    <a:lnTo>
                      <a:pt x="378" y="72"/>
                    </a:lnTo>
                    <a:lnTo>
                      <a:pt x="284" y="130"/>
                    </a:lnTo>
                    <a:lnTo>
                      <a:pt x="315" y="233"/>
                    </a:lnTo>
                    <a:cubicBezTo>
                      <a:pt x="295" y="250"/>
                      <a:pt x="275" y="269"/>
                      <a:pt x="256" y="288"/>
                    </a:cubicBezTo>
                    <a:lnTo>
                      <a:pt x="157" y="250"/>
                    </a:lnTo>
                    <a:lnTo>
                      <a:pt x="94" y="340"/>
                    </a:lnTo>
                    <a:lnTo>
                      <a:pt x="163" y="421"/>
                    </a:lnTo>
                    <a:cubicBezTo>
                      <a:pt x="154" y="439"/>
                      <a:pt x="145" y="457"/>
                      <a:pt x="138" y="476"/>
                    </a:cubicBezTo>
                    <a:lnTo>
                      <a:pt x="32" y="476"/>
                    </a:lnTo>
                    <a:lnTo>
                      <a:pt x="6" y="584"/>
                    </a:lnTo>
                    <a:lnTo>
                      <a:pt x="100" y="634"/>
                    </a:lnTo>
                    <a:cubicBezTo>
                      <a:pt x="98" y="657"/>
                      <a:pt x="97" y="680"/>
                      <a:pt x="97" y="703"/>
                    </a:cubicBezTo>
                    <a:lnTo>
                      <a:pt x="0" y="744"/>
                    </a:lnTo>
                    <a:lnTo>
                      <a:pt x="17" y="853"/>
                    </a:lnTo>
                    <a:lnTo>
                      <a:pt x="123" y="864"/>
                    </a:lnTo>
                    <a:cubicBezTo>
                      <a:pt x="130" y="887"/>
                      <a:pt x="139" y="909"/>
                      <a:pt x="148" y="931"/>
                    </a:cubicBezTo>
                    <a:lnTo>
                      <a:pt x="73" y="1007"/>
                    </a:lnTo>
                    <a:lnTo>
                      <a:pt x="131" y="1101"/>
                    </a:lnTo>
                    <a:lnTo>
                      <a:pt x="235" y="1069"/>
                    </a:lnTo>
                    <a:cubicBezTo>
                      <a:pt x="248" y="1086"/>
                      <a:pt x="263" y="1101"/>
                      <a:pt x="278" y="1116"/>
                    </a:cubicBezTo>
                    <a:lnTo>
                      <a:pt x="236" y="1216"/>
                    </a:lnTo>
                    <a:lnTo>
                      <a:pt x="325" y="1282"/>
                    </a:lnTo>
                    <a:lnTo>
                      <a:pt x="411" y="1212"/>
                    </a:lnTo>
                    <a:cubicBezTo>
                      <a:pt x="432" y="1223"/>
                      <a:pt x="454" y="1233"/>
                      <a:pt x="477" y="1242"/>
                    </a:cubicBezTo>
                    <a:lnTo>
                      <a:pt x="477" y="1353"/>
                    </a:lnTo>
                    <a:close/>
                  </a:path>
                </a:pathLst>
              </a:custGeom>
              <a:solidFill>
                <a:schemeClr val="bg2">
                  <a:lumMod val="95000"/>
                </a:schemeClr>
              </a:solidFill>
              <a:ln>
                <a:solidFill>
                  <a:schemeClr val="tx2">
                    <a:lumMod val="75000"/>
                  </a:schemeClr>
                </a:solidFill>
              </a:ln>
            </p:spPr>
            <p:txBody>
              <a:bodyPr vert="horz" wrap="square" lIns="91440" tIns="45720" rIns="91440" bIns="45720" numCol="1" anchor="t" anchorCtr="0" compatLnSpc="1"/>
              <a:lstStyle/>
              <a:p>
                <a:pPr>
                  <a:lnSpc>
                    <a:spcPct val="120000"/>
                  </a:lnSpc>
                </a:pPr>
                <a:endParaRPr lang="zh-CN" altLang="en-US" sz="1400">
                  <a:solidFill>
                    <a:schemeClr val="bg1"/>
                  </a:solidFill>
                </a:endParaRPr>
              </a:p>
            </p:txBody>
          </p:sp>
          <p:sp>
            <p:nvSpPr>
              <p:cNvPr id="62" name="Freeform 9"/>
              <p:cNvSpPr/>
              <p:nvPr/>
            </p:nvSpPr>
            <p:spPr bwMode="auto">
              <a:xfrm>
                <a:off x="3714461" y="4257626"/>
                <a:ext cx="1027308" cy="1027308"/>
              </a:xfrm>
              <a:custGeom>
                <a:avLst/>
                <a:gdLst>
                  <a:gd name="T0" fmla="*/ 1062 w 1128"/>
                  <a:gd name="T1" fmla="*/ 683 h 1128"/>
                  <a:gd name="T2" fmla="*/ 683 w 1128"/>
                  <a:gd name="T3" fmla="*/ 66 h 1128"/>
                  <a:gd name="T4" fmla="*/ 66 w 1128"/>
                  <a:gd name="T5" fmla="*/ 445 h 1128"/>
                  <a:gd name="T6" fmla="*/ 445 w 1128"/>
                  <a:gd name="T7" fmla="*/ 1062 h 1128"/>
                  <a:gd name="T8" fmla="*/ 1062 w 1128"/>
                  <a:gd name="T9" fmla="*/ 683 h 1128"/>
                </a:gdLst>
                <a:ahLst/>
                <a:cxnLst>
                  <a:cxn ang="0">
                    <a:pos x="T0" y="T1"/>
                  </a:cxn>
                  <a:cxn ang="0">
                    <a:pos x="T2" y="T3"/>
                  </a:cxn>
                  <a:cxn ang="0">
                    <a:pos x="T4" y="T5"/>
                  </a:cxn>
                  <a:cxn ang="0">
                    <a:pos x="T6" y="T7"/>
                  </a:cxn>
                  <a:cxn ang="0">
                    <a:pos x="T8" y="T9"/>
                  </a:cxn>
                </a:cxnLst>
                <a:rect l="0" t="0" r="r" b="b"/>
                <a:pathLst>
                  <a:path w="1128" h="1128">
                    <a:moveTo>
                      <a:pt x="1062" y="683"/>
                    </a:moveTo>
                    <a:cubicBezTo>
                      <a:pt x="1128" y="408"/>
                      <a:pt x="958" y="132"/>
                      <a:pt x="683" y="66"/>
                    </a:cubicBezTo>
                    <a:cubicBezTo>
                      <a:pt x="408" y="0"/>
                      <a:pt x="132" y="170"/>
                      <a:pt x="66" y="445"/>
                    </a:cubicBezTo>
                    <a:cubicBezTo>
                      <a:pt x="0" y="720"/>
                      <a:pt x="170" y="996"/>
                      <a:pt x="445" y="1062"/>
                    </a:cubicBezTo>
                    <a:cubicBezTo>
                      <a:pt x="720" y="1128"/>
                      <a:pt x="996" y="958"/>
                      <a:pt x="1062" y="683"/>
                    </a:cubicBezTo>
                    <a:close/>
                  </a:path>
                </a:pathLst>
              </a:custGeom>
              <a:solidFill>
                <a:srgbClr val="244C89"/>
              </a:solidFill>
              <a:ln>
                <a:noFill/>
              </a:ln>
            </p:spPr>
            <p:txBody>
              <a:bodyPr vert="horz" wrap="square" lIns="91440" tIns="45720" rIns="91440" bIns="45720" numCol="1" anchor="t" anchorCtr="0" compatLnSpc="1"/>
              <a:lstStyle/>
              <a:p>
                <a:pPr>
                  <a:lnSpc>
                    <a:spcPct val="120000"/>
                  </a:lnSpc>
                </a:pPr>
                <a:endParaRPr lang="zh-CN" altLang="en-US" sz="1400">
                  <a:solidFill>
                    <a:schemeClr val="bg1"/>
                  </a:solidFill>
                </a:endParaRPr>
              </a:p>
            </p:txBody>
          </p:sp>
        </p:grpSp>
        <p:grpSp>
          <p:nvGrpSpPr>
            <p:cNvPr id="41" name="组合 40"/>
            <p:cNvGrpSpPr/>
            <p:nvPr/>
          </p:nvGrpSpPr>
          <p:grpSpPr>
            <a:xfrm>
              <a:off x="4327970" y="1792649"/>
              <a:ext cx="1264071" cy="1264071"/>
              <a:chOff x="4637435" y="2231854"/>
              <a:chExt cx="1264071" cy="1264071"/>
            </a:xfrm>
          </p:grpSpPr>
          <p:sp>
            <p:nvSpPr>
              <p:cNvPr id="59" name="Freeform 10"/>
              <p:cNvSpPr>
                <a:spLocks noEditPoints="1"/>
              </p:cNvSpPr>
              <p:nvPr/>
            </p:nvSpPr>
            <p:spPr bwMode="auto">
              <a:xfrm>
                <a:off x="4637435" y="2231854"/>
                <a:ext cx="1264071" cy="1264071"/>
              </a:xfrm>
              <a:custGeom>
                <a:avLst/>
                <a:gdLst>
                  <a:gd name="T0" fmla="*/ 813 w 1386"/>
                  <a:gd name="T1" fmla="*/ 164 h 1386"/>
                  <a:gd name="T2" fmla="*/ 561 w 1386"/>
                  <a:gd name="T3" fmla="*/ 1219 h 1386"/>
                  <a:gd name="T4" fmla="*/ 477 w 1386"/>
                  <a:gd name="T5" fmla="*/ 1354 h 1386"/>
                  <a:gd name="T6" fmla="*/ 638 w 1386"/>
                  <a:gd name="T7" fmla="*/ 1279 h 1386"/>
                  <a:gd name="T8" fmla="*/ 751 w 1386"/>
                  <a:gd name="T9" fmla="*/ 1386 h 1386"/>
                  <a:gd name="T10" fmla="*/ 871 w 1386"/>
                  <a:gd name="T11" fmla="*/ 1252 h 1386"/>
                  <a:gd name="T12" fmla="*/ 1008 w 1386"/>
                  <a:gd name="T13" fmla="*/ 1313 h 1386"/>
                  <a:gd name="T14" fmla="*/ 1067 w 1386"/>
                  <a:gd name="T15" fmla="*/ 1142 h 1386"/>
                  <a:gd name="T16" fmla="*/ 1229 w 1386"/>
                  <a:gd name="T17" fmla="*/ 1136 h 1386"/>
                  <a:gd name="T18" fmla="*/ 1215 w 1386"/>
                  <a:gd name="T19" fmla="*/ 955 h 1386"/>
                  <a:gd name="T20" fmla="*/ 1354 w 1386"/>
                  <a:gd name="T21" fmla="*/ 909 h 1386"/>
                  <a:gd name="T22" fmla="*/ 1274 w 1386"/>
                  <a:gd name="T23" fmla="*/ 745 h 1386"/>
                  <a:gd name="T24" fmla="*/ 1386 w 1386"/>
                  <a:gd name="T25" fmla="*/ 642 h 1386"/>
                  <a:gd name="T26" fmla="*/ 1251 w 1386"/>
                  <a:gd name="T27" fmla="*/ 521 h 1386"/>
                  <a:gd name="T28" fmla="*/ 1313 w 1386"/>
                  <a:gd name="T29" fmla="*/ 378 h 1386"/>
                  <a:gd name="T30" fmla="*/ 1143 w 1386"/>
                  <a:gd name="T31" fmla="*/ 318 h 1386"/>
                  <a:gd name="T32" fmla="*/ 1150 w 1386"/>
                  <a:gd name="T33" fmla="*/ 169 h 1386"/>
                  <a:gd name="T34" fmla="*/ 972 w 1386"/>
                  <a:gd name="T35" fmla="*/ 176 h 1386"/>
                  <a:gd name="T36" fmla="*/ 909 w 1386"/>
                  <a:gd name="T37" fmla="*/ 32 h 1386"/>
                  <a:gd name="T38" fmla="*/ 749 w 1386"/>
                  <a:gd name="T39" fmla="*/ 105 h 1386"/>
                  <a:gd name="T40" fmla="*/ 635 w 1386"/>
                  <a:gd name="T41" fmla="*/ 0 h 1386"/>
                  <a:gd name="T42" fmla="*/ 516 w 1386"/>
                  <a:gd name="T43" fmla="*/ 128 h 1386"/>
                  <a:gd name="T44" fmla="*/ 378 w 1386"/>
                  <a:gd name="T45" fmla="*/ 73 h 1386"/>
                  <a:gd name="T46" fmla="*/ 316 w 1386"/>
                  <a:gd name="T47" fmla="*/ 234 h 1386"/>
                  <a:gd name="T48" fmla="*/ 157 w 1386"/>
                  <a:gd name="T49" fmla="*/ 250 h 1386"/>
                  <a:gd name="T50" fmla="*/ 163 w 1386"/>
                  <a:gd name="T51" fmla="*/ 422 h 1386"/>
                  <a:gd name="T52" fmla="*/ 32 w 1386"/>
                  <a:gd name="T53" fmla="*/ 477 h 1386"/>
                  <a:gd name="T54" fmla="*/ 100 w 1386"/>
                  <a:gd name="T55" fmla="*/ 635 h 1386"/>
                  <a:gd name="T56" fmla="*/ 0 w 1386"/>
                  <a:gd name="T57" fmla="*/ 744 h 1386"/>
                  <a:gd name="T58" fmla="*/ 123 w 1386"/>
                  <a:gd name="T59" fmla="*/ 864 h 1386"/>
                  <a:gd name="T60" fmla="*/ 73 w 1386"/>
                  <a:gd name="T61" fmla="*/ 1008 h 1386"/>
                  <a:gd name="T62" fmla="*/ 235 w 1386"/>
                  <a:gd name="T63" fmla="*/ 1070 h 1386"/>
                  <a:gd name="T64" fmla="*/ 236 w 1386"/>
                  <a:gd name="T65" fmla="*/ 1217 h 1386"/>
                  <a:gd name="T66" fmla="*/ 411 w 1386"/>
                  <a:gd name="T67" fmla="*/ 1213 h 1386"/>
                  <a:gd name="T68" fmla="*/ 477 w 1386"/>
                  <a:gd name="T69" fmla="*/ 1354 h 1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86" h="1386">
                    <a:moveTo>
                      <a:pt x="160" y="566"/>
                    </a:moveTo>
                    <a:cubicBezTo>
                      <a:pt x="229" y="274"/>
                      <a:pt x="522" y="95"/>
                      <a:pt x="813" y="164"/>
                    </a:cubicBezTo>
                    <a:cubicBezTo>
                      <a:pt x="1105" y="234"/>
                      <a:pt x="1284" y="527"/>
                      <a:pt x="1215" y="818"/>
                    </a:cubicBezTo>
                    <a:cubicBezTo>
                      <a:pt x="1145" y="1109"/>
                      <a:pt x="852" y="1289"/>
                      <a:pt x="561" y="1219"/>
                    </a:cubicBezTo>
                    <a:cubicBezTo>
                      <a:pt x="270" y="1150"/>
                      <a:pt x="90" y="857"/>
                      <a:pt x="160" y="566"/>
                    </a:cubicBezTo>
                    <a:close/>
                    <a:moveTo>
                      <a:pt x="477" y="1354"/>
                    </a:moveTo>
                    <a:lnTo>
                      <a:pt x="584" y="1380"/>
                    </a:lnTo>
                    <a:lnTo>
                      <a:pt x="638" y="1279"/>
                    </a:lnTo>
                    <a:cubicBezTo>
                      <a:pt x="661" y="1281"/>
                      <a:pt x="684" y="1282"/>
                      <a:pt x="707" y="1281"/>
                    </a:cubicBezTo>
                    <a:lnTo>
                      <a:pt x="751" y="1386"/>
                    </a:lnTo>
                    <a:lnTo>
                      <a:pt x="860" y="1368"/>
                    </a:lnTo>
                    <a:lnTo>
                      <a:pt x="871" y="1252"/>
                    </a:lnTo>
                    <a:cubicBezTo>
                      <a:pt x="889" y="1246"/>
                      <a:pt x="907" y="1239"/>
                      <a:pt x="925" y="1231"/>
                    </a:cubicBezTo>
                    <a:lnTo>
                      <a:pt x="1008" y="1313"/>
                    </a:lnTo>
                    <a:lnTo>
                      <a:pt x="1102" y="1255"/>
                    </a:lnTo>
                    <a:lnTo>
                      <a:pt x="1067" y="1142"/>
                    </a:lnTo>
                    <a:cubicBezTo>
                      <a:pt x="1086" y="1127"/>
                      <a:pt x="1103" y="1111"/>
                      <a:pt x="1119" y="1093"/>
                    </a:cubicBezTo>
                    <a:lnTo>
                      <a:pt x="1229" y="1136"/>
                    </a:lnTo>
                    <a:lnTo>
                      <a:pt x="1292" y="1045"/>
                    </a:lnTo>
                    <a:lnTo>
                      <a:pt x="1215" y="955"/>
                    </a:lnTo>
                    <a:cubicBezTo>
                      <a:pt x="1222" y="940"/>
                      <a:pt x="1229" y="925"/>
                      <a:pt x="1235" y="909"/>
                    </a:cubicBezTo>
                    <a:lnTo>
                      <a:pt x="1354" y="909"/>
                    </a:lnTo>
                    <a:lnTo>
                      <a:pt x="1379" y="802"/>
                    </a:lnTo>
                    <a:lnTo>
                      <a:pt x="1274" y="745"/>
                    </a:lnTo>
                    <a:cubicBezTo>
                      <a:pt x="1276" y="726"/>
                      <a:pt x="1277" y="706"/>
                      <a:pt x="1277" y="687"/>
                    </a:cubicBezTo>
                    <a:lnTo>
                      <a:pt x="1386" y="642"/>
                    </a:lnTo>
                    <a:lnTo>
                      <a:pt x="1369" y="533"/>
                    </a:lnTo>
                    <a:lnTo>
                      <a:pt x="1251" y="521"/>
                    </a:lnTo>
                    <a:cubicBezTo>
                      <a:pt x="1245" y="501"/>
                      <a:pt x="1238" y="481"/>
                      <a:pt x="1230" y="462"/>
                    </a:cubicBezTo>
                    <a:lnTo>
                      <a:pt x="1313" y="378"/>
                    </a:lnTo>
                    <a:lnTo>
                      <a:pt x="1255" y="285"/>
                    </a:lnTo>
                    <a:lnTo>
                      <a:pt x="1143" y="318"/>
                    </a:lnTo>
                    <a:cubicBezTo>
                      <a:pt x="1131" y="304"/>
                      <a:pt x="1119" y="289"/>
                      <a:pt x="1105" y="276"/>
                    </a:cubicBezTo>
                    <a:lnTo>
                      <a:pt x="1150" y="169"/>
                    </a:lnTo>
                    <a:lnTo>
                      <a:pt x="1061" y="104"/>
                    </a:lnTo>
                    <a:lnTo>
                      <a:pt x="972" y="176"/>
                    </a:lnTo>
                    <a:cubicBezTo>
                      <a:pt x="952" y="164"/>
                      <a:pt x="931" y="154"/>
                      <a:pt x="909" y="145"/>
                    </a:cubicBezTo>
                    <a:lnTo>
                      <a:pt x="909" y="32"/>
                    </a:lnTo>
                    <a:lnTo>
                      <a:pt x="802" y="7"/>
                    </a:lnTo>
                    <a:lnTo>
                      <a:pt x="749" y="105"/>
                    </a:lnTo>
                    <a:cubicBezTo>
                      <a:pt x="725" y="103"/>
                      <a:pt x="701" y="102"/>
                      <a:pt x="678" y="102"/>
                    </a:cubicBezTo>
                    <a:lnTo>
                      <a:pt x="635" y="0"/>
                    </a:lnTo>
                    <a:lnTo>
                      <a:pt x="526" y="18"/>
                    </a:lnTo>
                    <a:lnTo>
                      <a:pt x="516" y="128"/>
                    </a:lnTo>
                    <a:cubicBezTo>
                      <a:pt x="495" y="134"/>
                      <a:pt x="475" y="141"/>
                      <a:pt x="455" y="150"/>
                    </a:cubicBezTo>
                    <a:lnTo>
                      <a:pt x="378" y="73"/>
                    </a:lnTo>
                    <a:lnTo>
                      <a:pt x="284" y="131"/>
                    </a:lnTo>
                    <a:lnTo>
                      <a:pt x="316" y="234"/>
                    </a:lnTo>
                    <a:cubicBezTo>
                      <a:pt x="295" y="251"/>
                      <a:pt x="275" y="269"/>
                      <a:pt x="256" y="289"/>
                    </a:cubicBezTo>
                    <a:lnTo>
                      <a:pt x="157" y="250"/>
                    </a:lnTo>
                    <a:lnTo>
                      <a:pt x="94" y="341"/>
                    </a:lnTo>
                    <a:lnTo>
                      <a:pt x="163" y="422"/>
                    </a:lnTo>
                    <a:cubicBezTo>
                      <a:pt x="154" y="440"/>
                      <a:pt x="146" y="458"/>
                      <a:pt x="138" y="477"/>
                    </a:cubicBezTo>
                    <a:lnTo>
                      <a:pt x="32" y="477"/>
                    </a:lnTo>
                    <a:lnTo>
                      <a:pt x="7" y="584"/>
                    </a:lnTo>
                    <a:lnTo>
                      <a:pt x="100" y="635"/>
                    </a:lnTo>
                    <a:cubicBezTo>
                      <a:pt x="98" y="658"/>
                      <a:pt x="97" y="681"/>
                      <a:pt x="98" y="704"/>
                    </a:cubicBezTo>
                    <a:lnTo>
                      <a:pt x="0" y="744"/>
                    </a:lnTo>
                    <a:lnTo>
                      <a:pt x="17" y="853"/>
                    </a:lnTo>
                    <a:lnTo>
                      <a:pt x="123" y="864"/>
                    </a:lnTo>
                    <a:cubicBezTo>
                      <a:pt x="130" y="887"/>
                      <a:pt x="139" y="910"/>
                      <a:pt x="149" y="932"/>
                    </a:cubicBezTo>
                    <a:lnTo>
                      <a:pt x="73" y="1008"/>
                    </a:lnTo>
                    <a:lnTo>
                      <a:pt x="131" y="1102"/>
                    </a:lnTo>
                    <a:lnTo>
                      <a:pt x="235" y="1070"/>
                    </a:lnTo>
                    <a:cubicBezTo>
                      <a:pt x="248" y="1086"/>
                      <a:pt x="263" y="1102"/>
                      <a:pt x="278" y="1116"/>
                    </a:cubicBezTo>
                    <a:lnTo>
                      <a:pt x="236" y="1217"/>
                    </a:lnTo>
                    <a:lnTo>
                      <a:pt x="325" y="1283"/>
                    </a:lnTo>
                    <a:lnTo>
                      <a:pt x="411" y="1213"/>
                    </a:lnTo>
                    <a:cubicBezTo>
                      <a:pt x="432" y="1224"/>
                      <a:pt x="454" y="1234"/>
                      <a:pt x="477" y="1242"/>
                    </a:cubicBezTo>
                    <a:lnTo>
                      <a:pt x="477" y="1354"/>
                    </a:lnTo>
                    <a:close/>
                  </a:path>
                </a:pathLst>
              </a:custGeom>
              <a:solidFill>
                <a:schemeClr val="bg2">
                  <a:lumMod val="95000"/>
                </a:schemeClr>
              </a:solidFill>
              <a:ln>
                <a:solidFill>
                  <a:schemeClr val="tx2">
                    <a:lumMod val="75000"/>
                  </a:schemeClr>
                </a:solidFill>
              </a:ln>
            </p:spPr>
            <p:txBody>
              <a:bodyPr vert="horz" wrap="square" lIns="91440" tIns="45720" rIns="91440" bIns="45720" numCol="1" anchor="t" anchorCtr="0" compatLnSpc="1"/>
              <a:lstStyle/>
              <a:p>
                <a:pPr>
                  <a:lnSpc>
                    <a:spcPct val="120000"/>
                  </a:lnSpc>
                </a:pPr>
                <a:endParaRPr lang="zh-CN" altLang="en-US" sz="1400">
                  <a:solidFill>
                    <a:schemeClr val="bg1"/>
                  </a:solidFill>
                </a:endParaRPr>
              </a:p>
            </p:txBody>
          </p:sp>
          <p:sp>
            <p:nvSpPr>
              <p:cNvPr id="60" name="Freeform 11"/>
              <p:cNvSpPr/>
              <p:nvPr/>
            </p:nvSpPr>
            <p:spPr bwMode="auto">
              <a:xfrm>
                <a:off x="4749797" y="2348228"/>
                <a:ext cx="1027308" cy="1031321"/>
              </a:xfrm>
              <a:custGeom>
                <a:avLst/>
                <a:gdLst>
                  <a:gd name="T0" fmla="*/ 1062 w 1128"/>
                  <a:gd name="T1" fmla="*/ 683 h 1128"/>
                  <a:gd name="T2" fmla="*/ 683 w 1128"/>
                  <a:gd name="T3" fmla="*/ 66 h 1128"/>
                  <a:gd name="T4" fmla="*/ 66 w 1128"/>
                  <a:gd name="T5" fmla="*/ 445 h 1128"/>
                  <a:gd name="T6" fmla="*/ 445 w 1128"/>
                  <a:gd name="T7" fmla="*/ 1062 h 1128"/>
                  <a:gd name="T8" fmla="*/ 1062 w 1128"/>
                  <a:gd name="T9" fmla="*/ 683 h 1128"/>
                </a:gdLst>
                <a:ahLst/>
                <a:cxnLst>
                  <a:cxn ang="0">
                    <a:pos x="T0" y="T1"/>
                  </a:cxn>
                  <a:cxn ang="0">
                    <a:pos x="T2" y="T3"/>
                  </a:cxn>
                  <a:cxn ang="0">
                    <a:pos x="T4" y="T5"/>
                  </a:cxn>
                  <a:cxn ang="0">
                    <a:pos x="T6" y="T7"/>
                  </a:cxn>
                  <a:cxn ang="0">
                    <a:pos x="T8" y="T9"/>
                  </a:cxn>
                </a:cxnLst>
                <a:rect l="0" t="0" r="r" b="b"/>
                <a:pathLst>
                  <a:path w="1128" h="1128">
                    <a:moveTo>
                      <a:pt x="1062" y="683"/>
                    </a:moveTo>
                    <a:cubicBezTo>
                      <a:pt x="1128" y="408"/>
                      <a:pt x="958" y="131"/>
                      <a:pt x="683" y="66"/>
                    </a:cubicBezTo>
                    <a:cubicBezTo>
                      <a:pt x="408" y="0"/>
                      <a:pt x="132" y="170"/>
                      <a:pt x="66" y="445"/>
                    </a:cubicBezTo>
                    <a:cubicBezTo>
                      <a:pt x="0" y="720"/>
                      <a:pt x="170" y="996"/>
                      <a:pt x="445" y="1062"/>
                    </a:cubicBezTo>
                    <a:cubicBezTo>
                      <a:pt x="720" y="1128"/>
                      <a:pt x="997" y="958"/>
                      <a:pt x="1062" y="683"/>
                    </a:cubicBezTo>
                    <a:close/>
                  </a:path>
                </a:pathLst>
              </a:custGeom>
              <a:solidFill>
                <a:srgbClr val="244C89"/>
              </a:solidFill>
              <a:ln>
                <a:noFill/>
              </a:ln>
            </p:spPr>
            <p:txBody>
              <a:bodyPr vert="horz" wrap="square" lIns="91440" tIns="45720" rIns="91440" bIns="45720" numCol="1" anchor="t" anchorCtr="0" compatLnSpc="1"/>
              <a:lstStyle/>
              <a:p>
                <a:pPr>
                  <a:lnSpc>
                    <a:spcPct val="120000"/>
                  </a:lnSpc>
                </a:pPr>
                <a:endParaRPr lang="zh-CN" altLang="en-US" sz="1400">
                  <a:solidFill>
                    <a:schemeClr val="bg1"/>
                  </a:solidFill>
                </a:endParaRPr>
              </a:p>
            </p:txBody>
          </p:sp>
        </p:grpSp>
        <p:grpSp>
          <p:nvGrpSpPr>
            <p:cNvPr id="42" name="组合 41"/>
            <p:cNvGrpSpPr/>
            <p:nvPr/>
          </p:nvGrpSpPr>
          <p:grpSpPr>
            <a:xfrm>
              <a:off x="6537621" y="1834072"/>
              <a:ext cx="1264071" cy="1264071"/>
              <a:chOff x="6847086" y="2273277"/>
              <a:chExt cx="1264071" cy="1264071"/>
            </a:xfrm>
          </p:grpSpPr>
          <p:sp>
            <p:nvSpPr>
              <p:cNvPr id="52" name="Freeform 14"/>
              <p:cNvSpPr>
                <a:spLocks noEditPoints="1"/>
              </p:cNvSpPr>
              <p:nvPr/>
            </p:nvSpPr>
            <p:spPr bwMode="auto">
              <a:xfrm>
                <a:off x="6847086" y="2273277"/>
                <a:ext cx="1264071" cy="1264071"/>
              </a:xfrm>
              <a:custGeom>
                <a:avLst/>
                <a:gdLst>
                  <a:gd name="T0" fmla="*/ 813 w 1386"/>
                  <a:gd name="T1" fmla="*/ 164 h 1385"/>
                  <a:gd name="T2" fmla="*/ 561 w 1386"/>
                  <a:gd name="T3" fmla="*/ 1219 h 1385"/>
                  <a:gd name="T4" fmla="*/ 477 w 1386"/>
                  <a:gd name="T5" fmla="*/ 1354 h 1385"/>
                  <a:gd name="T6" fmla="*/ 638 w 1386"/>
                  <a:gd name="T7" fmla="*/ 1279 h 1385"/>
                  <a:gd name="T8" fmla="*/ 751 w 1386"/>
                  <a:gd name="T9" fmla="*/ 1385 h 1385"/>
                  <a:gd name="T10" fmla="*/ 871 w 1386"/>
                  <a:gd name="T11" fmla="*/ 1252 h 1385"/>
                  <a:gd name="T12" fmla="*/ 1008 w 1386"/>
                  <a:gd name="T13" fmla="*/ 1313 h 1385"/>
                  <a:gd name="T14" fmla="*/ 1067 w 1386"/>
                  <a:gd name="T15" fmla="*/ 1142 h 1385"/>
                  <a:gd name="T16" fmla="*/ 1229 w 1386"/>
                  <a:gd name="T17" fmla="*/ 1135 h 1385"/>
                  <a:gd name="T18" fmla="*/ 1215 w 1386"/>
                  <a:gd name="T19" fmla="*/ 954 h 1385"/>
                  <a:gd name="T20" fmla="*/ 1354 w 1386"/>
                  <a:gd name="T21" fmla="*/ 909 h 1385"/>
                  <a:gd name="T22" fmla="*/ 1274 w 1386"/>
                  <a:gd name="T23" fmla="*/ 745 h 1385"/>
                  <a:gd name="T24" fmla="*/ 1386 w 1386"/>
                  <a:gd name="T25" fmla="*/ 641 h 1385"/>
                  <a:gd name="T26" fmla="*/ 1251 w 1386"/>
                  <a:gd name="T27" fmla="*/ 520 h 1385"/>
                  <a:gd name="T28" fmla="*/ 1313 w 1386"/>
                  <a:gd name="T29" fmla="*/ 378 h 1385"/>
                  <a:gd name="T30" fmla="*/ 1144 w 1386"/>
                  <a:gd name="T31" fmla="*/ 318 h 1385"/>
                  <a:gd name="T32" fmla="*/ 1150 w 1386"/>
                  <a:gd name="T33" fmla="*/ 169 h 1385"/>
                  <a:gd name="T34" fmla="*/ 972 w 1386"/>
                  <a:gd name="T35" fmla="*/ 175 h 1385"/>
                  <a:gd name="T36" fmla="*/ 909 w 1386"/>
                  <a:gd name="T37" fmla="*/ 32 h 1385"/>
                  <a:gd name="T38" fmla="*/ 749 w 1386"/>
                  <a:gd name="T39" fmla="*/ 105 h 1385"/>
                  <a:gd name="T40" fmla="*/ 635 w 1386"/>
                  <a:gd name="T41" fmla="*/ 0 h 1385"/>
                  <a:gd name="T42" fmla="*/ 516 w 1386"/>
                  <a:gd name="T43" fmla="*/ 127 h 1385"/>
                  <a:gd name="T44" fmla="*/ 378 w 1386"/>
                  <a:gd name="T45" fmla="*/ 73 h 1385"/>
                  <a:gd name="T46" fmla="*/ 316 w 1386"/>
                  <a:gd name="T47" fmla="*/ 234 h 1385"/>
                  <a:gd name="T48" fmla="*/ 157 w 1386"/>
                  <a:gd name="T49" fmla="*/ 250 h 1385"/>
                  <a:gd name="T50" fmla="*/ 163 w 1386"/>
                  <a:gd name="T51" fmla="*/ 422 h 1385"/>
                  <a:gd name="T52" fmla="*/ 32 w 1386"/>
                  <a:gd name="T53" fmla="*/ 477 h 1385"/>
                  <a:gd name="T54" fmla="*/ 101 w 1386"/>
                  <a:gd name="T55" fmla="*/ 634 h 1385"/>
                  <a:gd name="T56" fmla="*/ 0 w 1386"/>
                  <a:gd name="T57" fmla="*/ 744 h 1385"/>
                  <a:gd name="T58" fmla="*/ 124 w 1386"/>
                  <a:gd name="T59" fmla="*/ 864 h 1385"/>
                  <a:gd name="T60" fmla="*/ 73 w 1386"/>
                  <a:gd name="T61" fmla="*/ 1007 h 1385"/>
                  <a:gd name="T62" fmla="*/ 235 w 1386"/>
                  <a:gd name="T63" fmla="*/ 1070 h 1385"/>
                  <a:gd name="T64" fmla="*/ 236 w 1386"/>
                  <a:gd name="T65" fmla="*/ 1217 h 1385"/>
                  <a:gd name="T66" fmla="*/ 411 w 1386"/>
                  <a:gd name="T67" fmla="*/ 1212 h 1385"/>
                  <a:gd name="T68" fmla="*/ 477 w 1386"/>
                  <a:gd name="T69" fmla="*/ 1354 h 1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86" h="1385">
                    <a:moveTo>
                      <a:pt x="160" y="565"/>
                    </a:moveTo>
                    <a:cubicBezTo>
                      <a:pt x="229" y="274"/>
                      <a:pt x="522" y="94"/>
                      <a:pt x="813" y="164"/>
                    </a:cubicBezTo>
                    <a:cubicBezTo>
                      <a:pt x="1105" y="234"/>
                      <a:pt x="1284" y="526"/>
                      <a:pt x="1215" y="817"/>
                    </a:cubicBezTo>
                    <a:cubicBezTo>
                      <a:pt x="1145" y="1109"/>
                      <a:pt x="852" y="1288"/>
                      <a:pt x="561" y="1219"/>
                    </a:cubicBezTo>
                    <a:cubicBezTo>
                      <a:pt x="270" y="1149"/>
                      <a:pt x="90" y="857"/>
                      <a:pt x="160" y="565"/>
                    </a:cubicBezTo>
                    <a:close/>
                    <a:moveTo>
                      <a:pt x="477" y="1354"/>
                    </a:moveTo>
                    <a:lnTo>
                      <a:pt x="584" y="1379"/>
                    </a:lnTo>
                    <a:lnTo>
                      <a:pt x="638" y="1279"/>
                    </a:lnTo>
                    <a:cubicBezTo>
                      <a:pt x="661" y="1281"/>
                      <a:pt x="684" y="1281"/>
                      <a:pt x="707" y="1281"/>
                    </a:cubicBezTo>
                    <a:lnTo>
                      <a:pt x="751" y="1385"/>
                    </a:lnTo>
                    <a:lnTo>
                      <a:pt x="860" y="1367"/>
                    </a:lnTo>
                    <a:lnTo>
                      <a:pt x="871" y="1252"/>
                    </a:lnTo>
                    <a:cubicBezTo>
                      <a:pt x="889" y="1246"/>
                      <a:pt x="907" y="1239"/>
                      <a:pt x="925" y="1231"/>
                    </a:cubicBezTo>
                    <a:lnTo>
                      <a:pt x="1008" y="1313"/>
                    </a:lnTo>
                    <a:lnTo>
                      <a:pt x="1102" y="1255"/>
                    </a:lnTo>
                    <a:lnTo>
                      <a:pt x="1067" y="1142"/>
                    </a:lnTo>
                    <a:cubicBezTo>
                      <a:pt x="1086" y="1127"/>
                      <a:pt x="1103" y="1110"/>
                      <a:pt x="1119" y="1093"/>
                    </a:cubicBezTo>
                    <a:lnTo>
                      <a:pt x="1229" y="1135"/>
                    </a:lnTo>
                    <a:lnTo>
                      <a:pt x="1292" y="1045"/>
                    </a:lnTo>
                    <a:lnTo>
                      <a:pt x="1215" y="954"/>
                    </a:lnTo>
                    <a:cubicBezTo>
                      <a:pt x="1222" y="940"/>
                      <a:pt x="1229" y="924"/>
                      <a:pt x="1235" y="909"/>
                    </a:cubicBezTo>
                    <a:lnTo>
                      <a:pt x="1354" y="909"/>
                    </a:lnTo>
                    <a:lnTo>
                      <a:pt x="1379" y="801"/>
                    </a:lnTo>
                    <a:lnTo>
                      <a:pt x="1274" y="745"/>
                    </a:lnTo>
                    <a:cubicBezTo>
                      <a:pt x="1276" y="726"/>
                      <a:pt x="1277" y="706"/>
                      <a:pt x="1277" y="687"/>
                    </a:cubicBezTo>
                    <a:lnTo>
                      <a:pt x="1386" y="641"/>
                    </a:lnTo>
                    <a:lnTo>
                      <a:pt x="1369" y="532"/>
                    </a:lnTo>
                    <a:lnTo>
                      <a:pt x="1251" y="520"/>
                    </a:lnTo>
                    <a:cubicBezTo>
                      <a:pt x="1245" y="500"/>
                      <a:pt x="1238" y="481"/>
                      <a:pt x="1230" y="461"/>
                    </a:cubicBezTo>
                    <a:lnTo>
                      <a:pt x="1313" y="378"/>
                    </a:lnTo>
                    <a:lnTo>
                      <a:pt x="1255" y="284"/>
                    </a:lnTo>
                    <a:lnTo>
                      <a:pt x="1144" y="318"/>
                    </a:lnTo>
                    <a:cubicBezTo>
                      <a:pt x="1131" y="303"/>
                      <a:pt x="1119" y="289"/>
                      <a:pt x="1105" y="275"/>
                    </a:cubicBezTo>
                    <a:lnTo>
                      <a:pt x="1150" y="169"/>
                    </a:lnTo>
                    <a:lnTo>
                      <a:pt x="1061" y="103"/>
                    </a:lnTo>
                    <a:lnTo>
                      <a:pt x="972" y="175"/>
                    </a:lnTo>
                    <a:cubicBezTo>
                      <a:pt x="952" y="164"/>
                      <a:pt x="931" y="154"/>
                      <a:pt x="909" y="145"/>
                    </a:cubicBezTo>
                    <a:lnTo>
                      <a:pt x="909" y="32"/>
                    </a:lnTo>
                    <a:lnTo>
                      <a:pt x="802" y="6"/>
                    </a:lnTo>
                    <a:lnTo>
                      <a:pt x="749" y="105"/>
                    </a:lnTo>
                    <a:cubicBezTo>
                      <a:pt x="725" y="103"/>
                      <a:pt x="701" y="101"/>
                      <a:pt x="678" y="102"/>
                    </a:cubicBezTo>
                    <a:lnTo>
                      <a:pt x="635" y="0"/>
                    </a:lnTo>
                    <a:lnTo>
                      <a:pt x="526" y="18"/>
                    </a:lnTo>
                    <a:lnTo>
                      <a:pt x="516" y="127"/>
                    </a:lnTo>
                    <a:cubicBezTo>
                      <a:pt x="495" y="134"/>
                      <a:pt x="475" y="141"/>
                      <a:pt x="455" y="149"/>
                    </a:cubicBezTo>
                    <a:lnTo>
                      <a:pt x="378" y="73"/>
                    </a:lnTo>
                    <a:lnTo>
                      <a:pt x="284" y="131"/>
                    </a:lnTo>
                    <a:lnTo>
                      <a:pt x="316" y="234"/>
                    </a:lnTo>
                    <a:cubicBezTo>
                      <a:pt x="295" y="251"/>
                      <a:pt x="275" y="269"/>
                      <a:pt x="257" y="289"/>
                    </a:cubicBezTo>
                    <a:lnTo>
                      <a:pt x="157" y="250"/>
                    </a:lnTo>
                    <a:lnTo>
                      <a:pt x="94" y="340"/>
                    </a:lnTo>
                    <a:lnTo>
                      <a:pt x="163" y="422"/>
                    </a:lnTo>
                    <a:cubicBezTo>
                      <a:pt x="154" y="439"/>
                      <a:pt x="146" y="458"/>
                      <a:pt x="138" y="477"/>
                    </a:cubicBezTo>
                    <a:lnTo>
                      <a:pt x="32" y="477"/>
                    </a:lnTo>
                    <a:lnTo>
                      <a:pt x="7" y="584"/>
                    </a:lnTo>
                    <a:lnTo>
                      <a:pt x="101" y="634"/>
                    </a:lnTo>
                    <a:cubicBezTo>
                      <a:pt x="98" y="658"/>
                      <a:pt x="97" y="681"/>
                      <a:pt x="98" y="704"/>
                    </a:cubicBezTo>
                    <a:lnTo>
                      <a:pt x="0" y="744"/>
                    </a:lnTo>
                    <a:lnTo>
                      <a:pt x="17" y="853"/>
                    </a:lnTo>
                    <a:lnTo>
                      <a:pt x="124" y="864"/>
                    </a:lnTo>
                    <a:cubicBezTo>
                      <a:pt x="131" y="887"/>
                      <a:pt x="139" y="909"/>
                      <a:pt x="149" y="931"/>
                    </a:cubicBezTo>
                    <a:lnTo>
                      <a:pt x="73" y="1007"/>
                    </a:lnTo>
                    <a:lnTo>
                      <a:pt x="131" y="1101"/>
                    </a:lnTo>
                    <a:lnTo>
                      <a:pt x="235" y="1070"/>
                    </a:lnTo>
                    <a:cubicBezTo>
                      <a:pt x="249" y="1086"/>
                      <a:pt x="263" y="1101"/>
                      <a:pt x="278" y="1116"/>
                    </a:cubicBezTo>
                    <a:lnTo>
                      <a:pt x="236" y="1217"/>
                    </a:lnTo>
                    <a:lnTo>
                      <a:pt x="325" y="1282"/>
                    </a:lnTo>
                    <a:lnTo>
                      <a:pt x="411" y="1212"/>
                    </a:lnTo>
                    <a:cubicBezTo>
                      <a:pt x="432" y="1224"/>
                      <a:pt x="454" y="1233"/>
                      <a:pt x="477" y="1242"/>
                    </a:cubicBezTo>
                    <a:lnTo>
                      <a:pt x="477" y="1354"/>
                    </a:lnTo>
                    <a:close/>
                  </a:path>
                </a:pathLst>
              </a:custGeom>
              <a:solidFill>
                <a:schemeClr val="bg2">
                  <a:lumMod val="95000"/>
                </a:schemeClr>
              </a:solidFill>
              <a:ln>
                <a:solidFill>
                  <a:schemeClr val="tx2">
                    <a:lumMod val="75000"/>
                  </a:schemeClr>
                </a:solidFill>
              </a:ln>
            </p:spPr>
            <p:txBody>
              <a:bodyPr vert="horz" wrap="square" lIns="91440" tIns="45720" rIns="91440" bIns="45720" numCol="1" anchor="t" anchorCtr="0" compatLnSpc="1"/>
              <a:lstStyle/>
              <a:p>
                <a:pPr>
                  <a:lnSpc>
                    <a:spcPct val="120000"/>
                  </a:lnSpc>
                </a:pPr>
                <a:endParaRPr lang="zh-CN" altLang="en-US" sz="1400">
                  <a:solidFill>
                    <a:schemeClr val="bg1"/>
                  </a:solidFill>
                </a:endParaRPr>
              </a:p>
            </p:txBody>
          </p:sp>
          <p:sp>
            <p:nvSpPr>
              <p:cNvPr id="58" name="Freeform 15"/>
              <p:cNvSpPr/>
              <p:nvPr/>
            </p:nvSpPr>
            <p:spPr bwMode="auto">
              <a:xfrm>
                <a:off x="6959448" y="2389652"/>
                <a:ext cx="1027308" cy="1031321"/>
              </a:xfrm>
              <a:custGeom>
                <a:avLst/>
                <a:gdLst>
                  <a:gd name="T0" fmla="*/ 1062 w 1128"/>
                  <a:gd name="T1" fmla="*/ 683 h 1128"/>
                  <a:gd name="T2" fmla="*/ 683 w 1128"/>
                  <a:gd name="T3" fmla="*/ 66 h 1128"/>
                  <a:gd name="T4" fmla="*/ 66 w 1128"/>
                  <a:gd name="T5" fmla="*/ 445 h 1128"/>
                  <a:gd name="T6" fmla="*/ 445 w 1128"/>
                  <a:gd name="T7" fmla="*/ 1062 h 1128"/>
                  <a:gd name="T8" fmla="*/ 1062 w 1128"/>
                  <a:gd name="T9" fmla="*/ 683 h 1128"/>
                </a:gdLst>
                <a:ahLst/>
                <a:cxnLst>
                  <a:cxn ang="0">
                    <a:pos x="T0" y="T1"/>
                  </a:cxn>
                  <a:cxn ang="0">
                    <a:pos x="T2" y="T3"/>
                  </a:cxn>
                  <a:cxn ang="0">
                    <a:pos x="T4" y="T5"/>
                  </a:cxn>
                  <a:cxn ang="0">
                    <a:pos x="T6" y="T7"/>
                  </a:cxn>
                  <a:cxn ang="0">
                    <a:pos x="T8" y="T9"/>
                  </a:cxn>
                </a:cxnLst>
                <a:rect l="0" t="0" r="r" b="b"/>
                <a:pathLst>
                  <a:path w="1128" h="1128">
                    <a:moveTo>
                      <a:pt x="1062" y="683"/>
                    </a:moveTo>
                    <a:cubicBezTo>
                      <a:pt x="1128" y="408"/>
                      <a:pt x="958" y="132"/>
                      <a:pt x="683" y="66"/>
                    </a:cubicBezTo>
                    <a:cubicBezTo>
                      <a:pt x="408" y="0"/>
                      <a:pt x="132" y="170"/>
                      <a:pt x="66" y="445"/>
                    </a:cubicBezTo>
                    <a:cubicBezTo>
                      <a:pt x="0" y="720"/>
                      <a:pt x="170" y="997"/>
                      <a:pt x="445" y="1062"/>
                    </a:cubicBezTo>
                    <a:cubicBezTo>
                      <a:pt x="720" y="1128"/>
                      <a:pt x="997" y="958"/>
                      <a:pt x="1062" y="683"/>
                    </a:cubicBezTo>
                    <a:close/>
                  </a:path>
                </a:pathLst>
              </a:custGeom>
              <a:solidFill>
                <a:srgbClr val="244C89"/>
              </a:solidFill>
              <a:ln>
                <a:noFill/>
              </a:ln>
            </p:spPr>
            <p:txBody>
              <a:bodyPr vert="horz" wrap="square" lIns="91440" tIns="45720" rIns="91440" bIns="45720" numCol="1" anchor="t" anchorCtr="0" compatLnSpc="1"/>
              <a:lstStyle/>
              <a:p>
                <a:pPr>
                  <a:lnSpc>
                    <a:spcPct val="120000"/>
                  </a:lnSpc>
                </a:pPr>
                <a:endParaRPr lang="zh-CN" altLang="en-US" sz="1400">
                  <a:solidFill>
                    <a:schemeClr val="bg1"/>
                  </a:solidFill>
                </a:endParaRPr>
              </a:p>
            </p:txBody>
          </p:sp>
        </p:grpSp>
        <p:grpSp>
          <p:nvGrpSpPr>
            <p:cNvPr id="43" name="组合 42"/>
            <p:cNvGrpSpPr/>
            <p:nvPr/>
          </p:nvGrpSpPr>
          <p:grpSpPr>
            <a:xfrm>
              <a:off x="7518715" y="3641573"/>
              <a:ext cx="1264071" cy="1264071"/>
              <a:chOff x="7775541" y="4141250"/>
              <a:chExt cx="1264071" cy="1264071"/>
            </a:xfrm>
          </p:grpSpPr>
          <p:sp>
            <p:nvSpPr>
              <p:cNvPr id="50" name="Freeform 16"/>
              <p:cNvSpPr>
                <a:spLocks noEditPoints="1"/>
              </p:cNvSpPr>
              <p:nvPr/>
            </p:nvSpPr>
            <p:spPr bwMode="auto">
              <a:xfrm>
                <a:off x="7775541" y="4141250"/>
                <a:ext cx="1264071" cy="1264071"/>
              </a:xfrm>
              <a:custGeom>
                <a:avLst/>
                <a:gdLst>
                  <a:gd name="T0" fmla="*/ 813 w 1386"/>
                  <a:gd name="T1" fmla="*/ 164 h 1385"/>
                  <a:gd name="T2" fmla="*/ 561 w 1386"/>
                  <a:gd name="T3" fmla="*/ 1218 h 1385"/>
                  <a:gd name="T4" fmla="*/ 477 w 1386"/>
                  <a:gd name="T5" fmla="*/ 1353 h 1385"/>
                  <a:gd name="T6" fmla="*/ 638 w 1386"/>
                  <a:gd name="T7" fmla="*/ 1279 h 1385"/>
                  <a:gd name="T8" fmla="*/ 751 w 1386"/>
                  <a:gd name="T9" fmla="*/ 1385 h 1385"/>
                  <a:gd name="T10" fmla="*/ 871 w 1386"/>
                  <a:gd name="T11" fmla="*/ 1251 h 1385"/>
                  <a:gd name="T12" fmla="*/ 1008 w 1386"/>
                  <a:gd name="T13" fmla="*/ 1312 h 1385"/>
                  <a:gd name="T14" fmla="*/ 1067 w 1386"/>
                  <a:gd name="T15" fmla="*/ 1142 h 1385"/>
                  <a:gd name="T16" fmla="*/ 1229 w 1386"/>
                  <a:gd name="T17" fmla="*/ 1135 h 1385"/>
                  <a:gd name="T18" fmla="*/ 1215 w 1386"/>
                  <a:gd name="T19" fmla="*/ 954 h 1385"/>
                  <a:gd name="T20" fmla="*/ 1354 w 1386"/>
                  <a:gd name="T21" fmla="*/ 908 h 1385"/>
                  <a:gd name="T22" fmla="*/ 1274 w 1386"/>
                  <a:gd name="T23" fmla="*/ 745 h 1385"/>
                  <a:gd name="T24" fmla="*/ 1386 w 1386"/>
                  <a:gd name="T25" fmla="*/ 641 h 1385"/>
                  <a:gd name="T26" fmla="*/ 1252 w 1386"/>
                  <a:gd name="T27" fmla="*/ 520 h 1385"/>
                  <a:gd name="T28" fmla="*/ 1313 w 1386"/>
                  <a:gd name="T29" fmla="*/ 378 h 1385"/>
                  <a:gd name="T30" fmla="*/ 1144 w 1386"/>
                  <a:gd name="T31" fmla="*/ 318 h 1385"/>
                  <a:gd name="T32" fmla="*/ 1150 w 1386"/>
                  <a:gd name="T33" fmla="*/ 168 h 1385"/>
                  <a:gd name="T34" fmla="*/ 972 w 1386"/>
                  <a:gd name="T35" fmla="*/ 175 h 1385"/>
                  <a:gd name="T36" fmla="*/ 909 w 1386"/>
                  <a:gd name="T37" fmla="*/ 32 h 1385"/>
                  <a:gd name="T38" fmla="*/ 749 w 1386"/>
                  <a:gd name="T39" fmla="*/ 105 h 1385"/>
                  <a:gd name="T40" fmla="*/ 635 w 1386"/>
                  <a:gd name="T41" fmla="*/ 0 h 1385"/>
                  <a:gd name="T42" fmla="*/ 516 w 1386"/>
                  <a:gd name="T43" fmla="*/ 127 h 1385"/>
                  <a:gd name="T44" fmla="*/ 378 w 1386"/>
                  <a:gd name="T45" fmla="*/ 72 h 1385"/>
                  <a:gd name="T46" fmla="*/ 316 w 1386"/>
                  <a:gd name="T47" fmla="*/ 233 h 1385"/>
                  <a:gd name="T48" fmla="*/ 157 w 1386"/>
                  <a:gd name="T49" fmla="*/ 250 h 1385"/>
                  <a:gd name="T50" fmla="*/ 163 w 1386"/>
                  <a:gd name="T51" fmla="*/ 421 h 1385"/>
                  <a:gd name="T52" fmla="*/ 32 w 1386"/>
                  <a:gd name="T53" fmla="*/ 476 h 1385"/>
                  <a:gd name="T54" fmla="*/ 101 w 1386"/>
                  <a:gd name="T55" fmla="*/ 634 h 1385"/>
                  <a:gd name="T56" fmla="*/ 0 w 1386"/>
                  <a:gd name="T57" fmla="*/ 744 h 1385"/>
                  <a:gd name="T58" fmla="*/ 124 w 1386"/>
                  <a:gd name="T59" fmla="*/ 864 h 1385"/>
                  <a:gd name="T60" fmla="*/ 73 w 1386"/>
                  <a:gd name="T61" fmla="*/ 1007 h 1385"/>
                  <a:gd name="T62" fmla="*/ 235 w 1386"/>
                  <a:gd name="T63" fmla="*/ 1069 h 1385"/>
                  <a:gd name="T64" fmla="*/ 236 w 1386"/>
                  <a:gd name="T65" fmla="*/ 1216 h 1385"/>
                  <a:gd name="T66" fmla="*/ 411 w 1386"/>
                  <a:gd name="T67" fmla="*/ 1212 h 1385"/>
                  <a:gd name="T68" fmla="*/ 477 w 1386"/>
                  <a:gd name="T69" fmla="*/ 1353 h 1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86" h="1385">
                    <a:moveTo>
                      <a:pt x="160" y="565"/>
                    </a:moveTo>
                    <a:cubicBezTo>
                      <a:pt x="230" y="274"/>
                      <a:pt x="522" y="94"/>
                      <a:pt x="813" y="164"/>
                    </a:cubicBezTo>
                    <a:cubicBezTo>
                      <a:pt x="1105" y="233"/>
                      <a:pt x="1284" y="526"/>
                      <a:pt x="1215" y="817"/>
                    </a:cubicBezTo>
                    <a:cubicBezTo>
                      <a:pt x="1145" y="1108"/>
                      <a:pt x="853" y="1288"/>
                      <a:pt x="561" y="1218"/>
                    </a:cubicBezTo>
                    <a:cubicBezTo>
                      <a:pt x="270" y="1149"/>
                      <a:pt x="90" y="856"/>
                      <a:pt x="160" y="565"/>
                    </a:cubicBezTo>
                    <a:close/>
                    <a:moveTo>
                      <a:pt x="477" y="1353"/>
                    </a:moveTo>
                    <a:lnTo>
                      <a:pt x="584" y="1379"/>
                    </a:lnTo>
                    <a:lnTo>
                      <a:pt x="638" y="1279"/>
                    </a:lnTo>
                    <a:cubicBezTo>
                      <a:pt x="661" y="1281"/>
                      <a:pt x="684" y="1281"/>
                      <a:pt x="707" y="1280"/>
                    </a:cubicBezTo>
                    <a:lnTo>
                      <a:pt x="751" y="1385"/>
                    </a:lnTo>
                    <a:lnTo>
                      <a:pt x="860" y="1367"/>
                    </a:lnTo>
                    <a:lnTo>
                      <a:pt x="871" y="1251"/>
                    </a:lnTo>
                    <a:cubicBezTo>
                      <a:pt x="889" y="1245"/>
                      <a:pt x="907" y="1238"/>
                      <a:pt x="925" y="1230"/>
                    </a:cubicBezTo>
                    <a:lnTo>
                      <a:pt x="1008" y="1312"/>
                    </a:lnTo>
                    <a:lnTo>
                      <a:pt x="1102" y="1255"/>
                    </a:lnTo>
                    <a:lnTo>
                      <a:pt x="1067" y="1142"/>
                    </a:lnTo>
                    <a:cubicBezTo>
                      <a:pt x="1086" y="1126"/>
                      <a:pt x="1103" y="1110"/>
                      <a:pt x="1119" y="1092"/>
                    </a:cubicBezTo>
                    <a:lnTo>
                      <a:pt x="1229" y="1135"/>
                    </a:lnTo>
                    <a:lnTo>
                      <a:pt x="1292" y="1045"/>
                    </a:lnTo>
                    <a:lnTo>
                      <a:pt x="1215" y="954"/>
                    </a:lnTo>
                    <a:cubicBezTo>
                      <a:pt x="1222" y="939"/>
                      <a:pt x="1229" y="924"/>
                      <a:pt x="1235" y="909"/>
                    </a:cubicBezTo>
                    <a:lnTo>
                      <a:pt x="1354" y="908"/>
                    </a:lnTo>
                    <a:lnTo>
                      <a:pt x="1379" y="801"/>
                    </a:lnTo>
                    <a:lnTo>
                      <a:pt x="1274" y="745"/>
                    </a:lnTo>
                    <a:cubicBezTo>
                      <a:pt x="1276" y="725"/>
                      <a:pt x="1277" y="706"/>
                      <a:pt x="1277" y="686"/>
                    </a:cubicBezTo>
                    <a:lnTo>
                      <a:pt x="1386" y="641"/>
                    </a:lnTo>
                    <a:lnTo>
                      <a:pt x="1369" y="532"/>
                    </a:lnTo>
                    <a:lnTo>
                      <a:pt x="1252" y="520"/>
                    </a:lnTo>
                    <a:cubicBezTo>
                      <a:pt x="1245" y="500"/>
                      <a:pt x="1238" y="480"/>
                      <a:pt x="1230" y="461"/>
                    </a:cubicBezTo>
                    <a:lnTo>
                      <a:pt x="1313" y="378"/>
                    </a:lnTo>
                    <a:lnTo>
                      <a:pt x="1255" y="284"/>
                    </a:lnTo>
                    <a:lnTo>
                      <a:pt x="1144" y="318"/>
                    </a:lnTo>
                    <a:cubicBezTo>
                      <a:pt x="1131" y="303"/>
                      <a:pt x="1119" y="289"/>
                      <a:pt x="1105" y="275"/>
                    </a:cubicBezTo>
                    <a:lnTo>
                      <a:pt x="1150" y="168"/>
                    </a:lnTo>
                    <a:lnTo>
                      <a:pt x="1061" y="103"/>
                    </a:lnTo>
                    <a:lnTo>
                      <a:pt x="972" y="175"/>
                    </a:lnTo>
                    <a:cubicBezTo>
                      <a:pt x="952" y="164"/>
                      <a:pt x="931" y="154"/>
                      <a:pt x="909" y="145"/>
                    </a:cubicBezTo>
                    <a:lnTo>
                      <a:pt x="909" y="32"/>
                    </a:lnTo>
                    <a:lnTo>
                      <a:pt x="802" y="6"/>
                    </a:lnTo>
                    <a:lnTo>
                      <a:pt x="749" y="105"/>
                    </a:lnTo>
                    <a:cubicBezTo>
                      <a:pt x="725" y="102"/>
                      <a:pt x="701" y="101"/>
                      <a:pt x="678" y="101"/>
                    </a:cubicBezTo>
                    <a:lnTo>
                      <a:pt x="635" y="0"/>
                    </a:lnTo>
                    <a:lnTo>
                      <a:pt x="526" y="18"/>
                    </a:lnTo>
                    <a:lnTo>
                      <a:pt x="516" y="127"/>
                    </a:lnTo>
                    <a:cubicBezTo>
                      <a:pt x="495" y="133"/>
                      <a:pt x="475" y="140"/>
                      <a:pt x="455" y="149"/>
                    </a:cubicBezTo>
                    <a:lnTo>
                      <a:pt x="378" y="72"/>
                    </a:lnTo>
                    <a:lnTo>
                      <a:pt x="285" y="130"/>
                    </a:lnTo>
                    <a:lnTo>
                      <a:pt x="316" y="233"/>
                    </a:lnTo>
                    <a:cubicBezTo>
                      <a:pt x="295" y="250"/>
                      <a:pt x="275" y="269"/>
                      <a:pt x="257" y="288"/>
                    </a:cubicBezTo>
                    <a:lnTo>
                      <a:pt x="157" y="250"/>
                    </a:lnTo>
                    <a:lnTo>
                      <a:pt x="94" y="340"/>
                    </a:lnTo>
                    <a:lnTo>
                      <a:pt x="163" y="421"/>
                    </a:lnTo>
                    <a:cubicBezTo>
                      <a:pt x="154" y="439"/>
                      <a:pt x="146" y="457"/>
                      <a:pt x="138" y="476"/>
                    </a:cubicBezTo>
                    <a:lnTo>
                      <a:pt x="32" y="476"/>
                    </a:lnTo>
                    <a:lnTo>
                      <a:pt x="7" y="584"/>
                    </a:lnTo>
                    <a:lnTo>
                      <a:pt x="101" y="634"/>
                    </a:lnTo>
                    <a:cubicBezTo>
                      <a:pt x="98" y="657"/>
                      <a:pt x="97" y="680"/>
                      <a:pt x="98" y="703"/>
                    </a:cubicBezTo>
                    <a:lnTo>
                      <a:pt x="0" y="744"/>
                    </a:lnTo>
                    <a:lnTo>
                      <a:pt x="17" y="853"/>
                    </a:lnTo>
                    <a:lnTo>
                      <a:pt x="124" y="864"/>
                    </a:lnTo>
                    <a:cubicBezTo>
                      <a:pt x="131" y="887"/>
                      <a:pt x="139" y="909"/>
                      <a:pt x="149" y="931"/>
                    </a:cubicBezTo>
                    <a:lnTo>
                      <a:pt x="73" y="1007"/>
                    </a:lnTo>
                    <a:lnTo>
                      <a:pt x="131" y="1101"/>
                    </a:lnTo>
                    <a:lnTo>
                      <a:pt x="235" y="1069"/>
                    </a:lnTo>
                    <a:cubicBezTo>
                      <a:pt x="249" y="1086"/>
                      <a:pt x="263" y="1101"/>
                      <a:pt x="278" y="1116"/>
                    </a:cubicBezTo>
                    <a:lnTo>
                      <a:pt x="236" y="1216"/>
                    </a:lnTo>
                    <a:lnTo>
                      <a:pt x="325" y="1282"/>
                    </a:lnTo>
                    <a:lnTo>
                      <a:pt x="411" y="1212"/>
                    </a:lnTo>
                    <a:cubicBezTo>
                      <a:pt x="432" y="1223"/>
                      <a:pt x="454" y="1233"/>
                      <a:pt x="477" y="1242"/>
                    </a:cubicBezTo>
                    <a:lnTo>
                      <a:pt x="477" y="1353"/>
                    </a:lnTo>
                    <a:close/>
                  </a:path>
                </a:pathLst>
              </a:custGeom>
              <a:solidFill>
                <a:schemeClr val="bg2">
                  <a:lumMod val="95000"/>
                </a:schemeClr>
              </a:solidFill>
              <a:ln>
                <a:solidFill>
                  <a:schemeClr val="tx2">
                    <a:lumMod val="75000"/>
                  </a:schemeClr>
                </a:solidFill>
              </a:ln>
            </p:spPr>
            <p:txBody>
              <a:bodyPr vert="horz" wrap="square" lIns="91440" tIns="45720" rIns="91440" bIns="45720" numCol="1" anchor="t" anchorCtr="0" compatLnSpc="1"/>
              <a:lstStyle/>
              <a:p>
                <a:pPr>
                  <a:lnSpc>
                    <a:spcPct val="120000"/>
                  </a:lnSpc>
                </a:pPr>
                <a:endParaRPr lang="zh-CN" altLang="en-US" sz="1400" dirty="0">
                  <a:solidFill>
                    <a:schemeClr val="bg1"/>
                  </a:solidFill>
                </a:endParaRPr>
              </a:p>
            </p:txBody>
          </p:sp>
          <p:sp>
            <p:nvSpPr>
              <p:cNvPr id="51" name="Freeform 17"/>
              <p:cNvSpPr/>
              <p:nvPr/>
            </p:nvSpPr>
            <p:spPr bwMode="auto">
              <a:xfrm>
                <a:off x="7887903" y="4257626"/>
                <a:ext cx="1027308" cy="1027308"/>
              </a:xfrm>
              <a:custGeom>
                <a:avLst/>
                <a:gdLst>
                  <a:gd name="T0" fmla="*/ 1062 w 1128"/>
                  <a:gd name="T1" fmla="*/ 683 h 1128"/>
                  <a:gd name="T2" fmla="*/ 683 w 1128"/>
                  <a:gd name="T3" fmla="*/ 66 h 1128"/>
                  <a:gd name="T4" fmla="*/ 66 w 1128"/>
                  <a:gd name="T5" fmla="*/ 445 h 1128"/>
                  <a:gd name="T6" fmla="*/ 445 w 1128"/>
                  <a:gd name="T7" fmla="*/ 1062 h 1128"/>
                  <a:gd name="T8" fmla="*/ 1062 w 1128"/>
                  <a:gd name="T9" fmla="*/ 683 h 1128"/>
                </a:gdLst>
                <a:ahLst/>
                <a:cxnLst>
                  <a:cxn ang="0">
                    <a:pos x="T0" y="T1"/>
                  </a:cxn>
                  <a:cxn ang="0">
                    <a:pos x="T2" y="T3"/>
                  </a:cxn>
                  <a:cxn ang="0">
                    <a:pos x="T4" y="T5"/>
                  </a:cxn>
                  <a:cxn ang="0">
                    <a:pos x="T6" y="T7"/>
                  </a:cxn>
                  <a:cxn ang="0">
                    <a:pos x="T8" y="T9"/>
                  </a:cxn>
                </a:cxnLst>
                <a:rect l="0" t="0" r="r" b="b"/>
                <a:pathLst>
                  <a:path w="1128" h="1128">
                    <a:moveTo>
                      <a:pt x="1062" y="683"/>
                    </a:moveTo>
                    <a:cubicBezTo>
                      <a:pt x="1128" y="408"/>
                      <a:pt x="958" y="132"/>
                      <a:pt x="683" y="66"/>
                    </a:cubicBezTo>
                    <a:cubicBezTo>
                      <a:pt x="408" y="0"/>
                      <a:pt x="132" y="170"/>
                      <a:pt x="66" y="445"/>
                    </a:cubicBezTo>
                    <a:cubicBezTo>
                      <a:pt x="0" y="720"/>
                      <a:pt x="170" y="996"/>
                      <a:pt x="445" y="1062"/>
                    </a:cubicBezTo>
                    <a:cubicBezTo>
                      <a:pt x="720" y="1128"/>
                      <a:pt x="997" y="958"/>
                      <a:pt x="1062" y="683"/>
                    </a:cubicBezTo>
                    <a:close/>
                  </a:path>
                </a:pathLst>
              </a:custGeom>
              <a:solidFill>
                <a:srgbClr val="244C89"/>
              </a:solidFill>
              <a:ln>
                <a:noFill/>
              </a:ln>
            </p:spPr>
            <p:txBody>
              <a:bodyPr vert="horz" wrap="square" lIns="91440" tIns="45720" rIns="91440" bIns="45720" numCol="1" anchor="t" anchorCtr="0" compatLnSpc="1"/>
              <a:lstStyle/>
              <a:p>
                <a:pPr>
                  <a:lnSpc>
                    <a:spcPct val="120000"/>
                  </a:lnSpc>
                </a:pPr>
                <a:endParaRPr lang="zh-CN" altLang="en-US" sz="1400" dirty="0">
                  <a:solidFill>
                    <a:schemeClr val="bg1"/>
                  </a:solidFill>
                </a:endParaRPr>
              </a:p>
            </p:txBody>
          </p:sp>
        </p:grpSp>
        <p:sp>
          <p:nvSpPr>
            <p:cNvPr id="44" name="Freeform 18"/>
            <p:cNvSpPr/>
            <p:nvPr/>
          </p:nvSpPr>
          <p:spPr bwMode="auto">
            <a:xfrm>
              <a:off x="5006625" y="3176075"/>
              <a:ext cx="2070669" cy="2042578"/>
            </a:xfrm>
            <a:custGeom>
              <a:avLst/>
              <a:gdLst>
                <a:gd name="T0" fmla="*/ 810 w 2267"/>
                <a:gd name="T1" fmla="*/ 2236 h 2236"/>
                <a:gd name="T2" fmla="*/ 0 w 2267"/>
                <a:gd name="T3" fmla="*/ 1141 h 2236"/>
                <a:gd name="T4" fmla="*/ 1133 w 2267"/>
                <a:gd name="T5" fmla="*/ 0 h 2236"/>
                <a:gd name="T6" fmla="*/ 2267 w 2267"/>
                <a:gd name="T7" fmla="*/ 1141 h 2236"/>
                <a:gd name="T8" fmla="*/ 1456 w 2267"/>
                <a:gd name="T9" fmla="*/ 2236 h 2236"/>
                <a:gd name="T10" fmla="*/ 810 w 2267"/>
                <a:gd name="T11" fmla="*/ 2236 h 2236"/>
              </a:gdLst>
              <a:ahLst/>
              <a:cxnLst>
                <a:cxn ang="0">
                  <a:pos x="T0" y="T1"/>
                </a:cxn>
                <a:cxn ang="0">
                  <a:pos x="T2" y="T3"/>
                </a:cxn>
                <a:cxn ang="0">
                  <a:pos x="T4" y="T5"/>
                </a:cxn>
                <a:cxn ang="0">
                  <a:pos x="T6" y="T7"/>
                </a:cxn>
                <a:cxn ang="0">
                  <a:pos x="T8" y="T9"/>
                </a:cxn>
                <a:cxn ang="0">
                  <a:pos x="T10" y="T11"/>
                </a:cxn>
              </a:cxnLst>
              <a:rect l="0" t="0" r="r" b="b"/>
              <a:pathLst>
                <a:path w="2267" h="2236">
                  <a:moveTo>
                    <a:pt x="810" y="2236"/>
                  </a:moveTo>
                  <a:cubicBezTo>
                    <a:pt x="342" y="2096"/>
                    <a:pt x="0" y="1659"/>
                    <a:pt x="0" y="1141"/>
                  </a:cubicBezTo>
                  <a:cubicBezTo>
                    <a:pt x="0" y="511"/>
                    <a:pt x="507" y="0"/>
                    <a:pt x="1133" y="0"/>
                  </a:cubicBezTo>
                  <a:cubicBezTo>
                    <a:pt x="1759" y="0"/>
                    <a:pt x="2267" y="511"/>
                    <a:pt x="2267" y="1141"/>
                  </a:cubicBezTo>
                  <a:cubicBezTo>
                    <a:pt x="2267" y="1659"/>
                    <a:pt x="1925" y="2096"/>
                    <a:pt x="1456" y="2236"/>
                  </a:cubicBezTo>
                  <a:lnTo>
                    <a:pt x="810" y="2236"/>
                  </a:lnTo>
                  <a:close/>
                </a:path>
              </a:pathLst>
            </a:custGeom>
            <a:solidFill>
              <a:srgbClr val="244C89"/>
            </a:solidFill>
            <a:ln>
              <a:noFill/>
            </a:ln>
          </p:spPr>
          <p:txBody>
            <a:bodyPr vert="horz" wrap="square" lIns="91440" tIns="45720" rIns="91440" bIns="45720" numCol="1" anchor="t" anchorCtr="0" compatLnSpc="1"/>
            <a:lstStyle/>
            <a:p>
              <a:pPr>
                <a:lnSpc>
                  <a:spcPct val="120000"/>
                </a:lnSpc>
              </a:pPr>
              <a:endParaRPr lang="zh-CN" altLang="en-US" sz="1400">
                <a:solidFill>
                  <a:srgbClr val="313D51"/>
                </a:solidFill>
              </a:endParaRPr>
            </a:p>
          </p:txBody>
        </p:sp>
        <p:sp>
          <p:nvSpPr>
            <p:cNvPr id="45" name="矩形 44"/>
            <p:cNvSpPr/>
            <p:nvPr/>
          </p:nvSpPr>
          <p:spPr>
            <a:xfrm>
              <a:off x="5169956" y="3902451"/>
              <a:ext cx="1732116" cy="531266"/>
            </a:xfrm>
            <a:prstGeom prst="rect">
              <a:avLst/>
            </a:prstGeom>
            <a:noFill/>
          </p:spPr>
          <p:txBody>
            <a:bodyPr wrap="square" rtlCol="0">
              <a:spAutoFit/>
            </a:bodyPr>
            <a:lstStyle/>
            <a:p>
              <a:pPr algn="ctr">
                <a:lnSpc>
                  <a:spcPct val="120000"/>
                </a:lnSpc>
              </a:pPr>
              <a:r>
                <a:rPr lang="zh-CN" altLang="en-US" b="1" dirty="0">
                  <a:solidFill>
                    <a:schemeClr val="bg2"/>
                  </a:solidFill>
                  <a:latin typeface="思源黑体" panose="020B0500000000000000" pitchFamily="34" charset="-122"/>
                  <a:ea typeface="思源黑体" panose="020B0500000000000000" pitchFamily="34" charset="-122"/>
                </a:rPr>
                <a:t>技术路线</a:t>
              </a:r>
              <a:endParaRPr lang="zh-CN" altLang="en-US" b="1" dirty="0">
                <a:solidFill>
                  <a:schemeClr val="bg2"/>
                </a:solidFill>
                <a:latin typeface="思源黑体" panose="020B0500000000000000" pitchFamily="34" charset="-122"/>
                <a:ea typeface="思源黑体" panose="020B0500000000000000" pitchFamily="34" charset="-122"/>
              </a:endParaRPr>
            </a:p>
          </p:txBody>
        </p:sp>
        <p:sp>
          <p:nvSpPr>
            <p:cNvPr id="46" name="文本框 45"/>
            <p:cNvSpPr txBox="1"/>
            <p:nvPr/>
          </p:nvSpPr>
          <p:spPr>
            <a:xfrm>
              <a:off x="3584046" y="3921193"/>
              <a:ext cx="758436" cy="709455"/>
            </a:xfrm>
            <a:prstGeom prst="rect">
              <a:avLst/>
            </a:prstGeom>
            <a:noFill/>
          </p:spPr>
          <p:txBody>
            <a:bodyPr wrap="none" rtlCol="0">
              <a:spAutoFit/>
            </a:bodyPr>
            <a:lstStyle/>
            <a:p>
              <a:pPr algn="ctr">
                <a:lnSpc>
                  <a:spcPct val="120000"/>
                </a:lnSpc>
              </a:pPr>
              <a:r>
                <a:rPr lang="en-US" altLang="zh-CN" sz="2800" dirty="0">
                  <a:solidFill>
                    <a:schemeClr val="bg2"/>
                  </a:solidFill>
                  <a:latin typeface="思源黑体" panose="020B0500000000000000" pitchFamily="34" charset="-122"/>
                </a:rPr>
                <a:t>01</a:t>
              </a:r>
              <a:endParaRPr lang="zh-CN" altLang="en-US" sz="2800" dirty="0">
                <a:solidFill>
                  <a:schemeClr val="bg2"/>
                </a:solidFill>
                <a:latin typeface="思源黑体" panose="020B0500000000000000" pitchFamily="34" charset="-122"/>
              </a:endParaRPr>
            </a:p>
          </p:txBody>
        </p:sp>
        <p:sp>
          <p:nvSpPr>
            <p:cNvPr id="47" name="文本框 46"/>
            <p:cNvSpPr txBox="1"/>
            <p:nvPr/>
          </p:nvSpPr>
          <p:spPr>
            <a:xfrm>
              <a:off x="4574768" y="2045812"/>
              <a:ext cx="758436" cy="709455"/>
            </a:xfrm>
            <a:prstGeom prst="rect">
              <a:avLst/>
            </a:prstGeom>
            <a:noFill/>
          </p:spPr>
          <p:txBody>
            <a:bodyPr wrap="none" rtlCol="0">
              <a:spAutoFit/>
            </a:bodyPr>
            <a:lstStyle/>
            <a:p>
              <a:pPr algn="ctr">
                <a:lnSpc>
                  <a:spcPct val="120000"/>
                </a:lnSpc>
              </a:pPr>
              <a:r>
                <a:rPr lang="en-US" altLang="zh-CN" sz="2800" dirty="0">
                  <a:solidFill>
                    <a:schemeClr val="bg2"/>
                  </a:solidFill>
                  <a:latin typeface="思源黑体" panose="020B0500000000000000" pitchFamily="34" charset="-122"/>
                </a:rPr>
                <a:t>02</a:t>
              </a:r>
              <a:endParaRPr lang="zh-CN" altLang="en-US" sz="2800" dirty="0">
                <a:solidFill>
                  <a:schemeClr val="bg2"/>
                </a:solidFill>
                <a:latin typeface="思源黑体" panose="020B0500000000000000" pitchFamily="34" charset="-122"/>
              </a:endParaRPr>
            </a:p>
          </p:txBody>
        </p:sp>
        <p:sp>
          <p:nvSpPr>
            <p:cNvPr id="48" name="文本框 47"/>
            <p:cNvSpPr txBox="1"/>
            <p:nvPr/>
          </p:nvSpPr>
          <p:spPr>
            <a:xfrm>
              <a:off x="6784419" y="2083087"/>
              <a:ext cx="758436" cy="709455"/>
            </a:xfrm>
            <a:prstGeom prst="rect">
              <a:avLst/>
            </a:prstGeom>
            <a:noFill/>
          </p:spPr>
          <p:txBody>
            <a:bodyPr wrap="none" rtlCol="0">
              <a:spAutoFit/>
            </a:bodyPr>
            <a:lstStyle/>
            <a:p>
              <a:pPr algn="ctr">
                <a:lnSpc>
                  <a:spcPct val="120000"/>
                </a:lnSpc>
              </a:pPr>
              <a:r>
                <a:rPr lang="en-US" altLang="zh-CN" sz="2800" dirty="0">
                  <a:solidFill>
                    <a:schemeClr val="bg2"/>
                  </a:solidFill>
                  <a:latin typeface="思源黑体" panose="020B0500000000000000" pitchFamily="34" charset="-122"/>
                </a:rPr>
                <a:t>03</a:t>
              </a:r>
              <a:endParaRPr lang="zh-CN" altLang="en-US" sz="2800" dirty="0">
                <a:solidFill>
                  <a:schemeClr val="bg2"/>
                </a:solidFill>
                <a:latin typeface="思源黑体" panose="020B0500000000000000" pitchFamily="34" charset="-122"/>
              </a:endParaRPr>
            </a:p>
          </p:txBody>
        </p:sp>
        <p:sp>
          <p:nvSpPr>
            <p:cNvPr id="49" name="文本框 48"/>
            <p:cNvSpPr txBox="1"/>
            <p:nvPr/>
          </p:nvSpPr>
          <p:spPr>
            <a:xfrm>
              <a:off x="7770510" y="3927615"/>
              <a:ext cx="758436" cy="709455"/>
            </a:xfrm>
            <a:prstGeom prst="rect">
              <a:avLst/>
            </a:prstGeom>
            <a:noFill/>
          </p:spPr>
          <p:txBody>
            <a:bodyPr wrap="none" rtlCol="0">
              <a:spAutoFit/>
            </a:bodyPr>
            <a:lstStyle/>
            <a:p>
              <a:pPr algn="ctr">
                <a:lnSpc>
                  <a:spcPct val="120000"/>
                </a:lnSpc>
              </a:pPr>
              <a:r>
                <a:rPr lang="en-US" altLang="zh-CN" sz="2800" dirty="0">
                  <a:solidFill>
                    <a:schemeClr val="bg2"/>
                  </a:solidFill>
                  <a:latin typeface="思源黑体" panose="020B0500000000000000" pitchFamily="34" charset="-122"/>
                </a:rPr>
                <a:t>04</a:t>
              </a:r>
              <a:endParaRPr lang="zh-CN" altLang="en-US" sz="2800" dirty="0">
                <a:solidFill>
                  <a:schemeClr val="bg2"/>
                </a:solidFill>
                <a:latin typeface="思源黑体" panose="020B0500000000000000" pitchFamily="34" charset="-122"/>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wipe(right)">
                                      <p:cBhvr>
                                        <p:cTn id="7" dur="500"/>
                                        <p:tgtEl>
                                          <p:spTgt spid="88"/>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95"/>
                                        </p:tgtEl>
                                        <p:attrNameLst>
                                          <p:attrName>style.visibility</p:attrName>
                                        </p:attrNameLst>
                                      </p:cBhvr>
                                      <p:to>
                                        <p:strVal val="visible"/>
                                      </p:to>
                                    </p:set>
                                    <p:animEffect transition="in" filter="wipe(right)">
                                      <p:cBhvr>
                                        <p:cTn id="10" dur="500"/>
                                        <p:tgtEl>
                                          <p:spTgt spid="95"/>
                                        </p:tgtEl>
                                      </p:cBhvr>
                                    </p:animEffect>
                                  </p:childTnLst>
                                </p:cTn>
                              </p:par>
                              <p:par>
                                <p:cTn id="11" presetID="22" presetClass="entr" presetSubtype="2" fill="hold" grpId="0" nodeType="withEffect">
                                  <p:stCondLst>
                                    <p:cond delay="0"/>
                                  </p:stCondLst>
                                  <p:childTnLst>
                                    <p:set>
                                      <p:cBhvr>
                                        <p:cTn id="12" dur="1" fill="hold">
                                          <p:stCondLst>
                                            <p:cond delay="0"/>
                                          </p:stCondLst>
                                        </p:cTn>
                                        <p:tgtEl>
                                          <p:spTgt spid="103"/>
                                        </p:tgtEl>
                                        <p:attrNameLst>
                                          <p:attrName>style.visibility</p:attrName>
                                        </p:attrNameLst>
                                      </p:cBhvr>
                                      <p:to>
                                        <p:strVal val="visible"/>
                                      </p:to>
                                    </p:set>
                                    <p:animEffect transition="in" filter="wipe(right)">
                                      <p:cBhvr>
                                        <p:cTn id="13" dur="500"/>
                                        <p:tgtEl>
                                          <p:spTgt spid="103"/>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104"/>
                                        </p:tgtEl>
                                        <p:attrNameLst>
                                          <p:attrName>style.visibility</p:attrName>
                                        </p:attrNameLst>
                                      </p:cBhvr>
                                      <p:to>
                                        <p:strVal val="visible"/>
                                      </p:to>
                                    </p:set>
                                    <p:animEffect transition="in" filter="wipe(right)">
                                      <p:cBhvr>
                                        <p:cTn id="16" dur="500"/>
                                        <p:tgtEl>
                                          <p:spTgt spid="104"/>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07"/>
                                        </p:tgtEl>
                                        <p:attrNameLst>
                                          <p:attrName>style.visibility</p:attrName>
                                        </p:attrNameLst>
                                      </p:cBhvr>
                                      <p:to>
                                        <p:strVal val="visible"/>
                                      </p:to>
                                    </p:set>
                                    <p:animEffect transition="in" filter="wipe(left)">
                                      <p:cBhvr>
                                        <p:cTn id="19" dur="500"/>
                                        <p:tgtEl>
                                          <p:spTgt spid="107"/>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08"/>
                                        </p:tgtEl>
                                        <p:attrNameLst>
                                          <p:attrName>style.visibility</p:attrName>
                                        </p:attrNameLst>
                                      </p:cBhvr>
                                      <p:to>
                                        <p:strVal val="visible"/>
                                      </p:to>
                                    </p:set>
                                    <p:animEffect transition="in" filter="wipe(left)">
                                      <p:cBhvr>
                                        <p:cTn id="22" dur="500"/>
                                        <p:tgtEl>
                                          <p:spTgt spid="108"/>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11"/>
                                        </p:tgtEl>
                                        <p:attrNameLst>
                                          <p:attrName>style.visibility</p:attrName>
                                        </p:attrNameLst>
                                      </p:cBhvr>
                                      <p:to>
                                        <p:strVal val="visible"/>
                                      </p:to>
                                    </p:set>
                                    <p:animEffect transition="in" filter="wipe(left)">
                                      <p:cBhvr>
                                        <p:cTn id="25" dur="500"/>
                                        <p:tgtEl>
                                          <p:spTgt spid="111"/>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12"/>
                                        </p:tgtEl>
                                        <p:attrNameLst>
                                          <p:attrName>style.visibility</p:attrName>
                                        </p:attrNameLst>
                                      </p:cBhvr>
                                      <p:to>
                                        <p:strVal val="visible"/>
                                      </p:to>
                                    </p:set>
                                    <p:animEffect transition="in" filter="wipe(left)">
                                      <p:cBhvr>
                                        <p:cTn id="28" dur="500"/>
                                        <p:tgtEl>
                                          <p:spTgt spid="112"/>
                                        </p:tgtEl>
                                      </p:cBhvr>
                                    </p:animEffect>
                                  </p:childTnLst>
                                </p:cTn>
                              </p:par>
                              <p:par>
                                <p:cTn id="29" presetID="42" presetClass="entr" presetSubtype="0" fill="hold" nodeType="with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fade">
                                      <p:cBhvr>
                                        <p:cTn id="31" dur="1000"/>
                                        <p:tgtEl>
                                          <p:spTgt spid="37"/>
                                        </p:tgtEl>
                                      </p:cBhvr>
                                    </p:animEffect>
                                    <p:anim calcmode="lin" valueType="num">
                                      <p:cBhvr>
                                        <p:cTn id="32" dur="1000" fill="hold"/>
                                        <p:tgtEl>
                                          <p:spTgt spid="37"/>
                                        </p:tgtEl>
                                        <p:attrNameLst>
                                          <p:attrName>ppt_x</p:attrName>
                                        </p:attrNameLst>
                                      </p:cBhvr>
                                      <p:tavLst>
                                        <p:tav tm="0">
                                          <p:val>
                                            <p:strVal val="#ppt_x"/>
                                          </p:val>
                                        </p:tav>
                                        <p:tav tm="100000">
                                          <p:val>
                                            <p:strVal val="#ppt_x"/>
                                          </p:val>
                                        </p:tav>
                                      </p:tavLst>
                                    </p:anim>
                                    <p:anim calcmode="lin" valueType="num">
                                      <p:cBhvr>
                                        <p:cTn id="33"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p:bldP spid="95" grpId="0"/>
      <p:bldP spid="103" grpId="0"/>
      <p:bldP spid="104" grpId="0"/>
      <p:bldP spid="107" grpId="0"/>
      <p:bldP spid="108" grpId="0"/>
      <p:bldP spid="111" grpId="0"/>
      <p:bldP spid="1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标题 80"/>
          <p:cNvSpPr>
            <a:spLocks noGrp="1"/>
          </p:cNvSpPr>
          <p:nvPr>
            <p:ph type="title"/>
          </p:nvPr>
        </p:nvSpPr>
        <p:spPr/>
        <p:txBody>
          <a:bodyPr/>
          <a:lstStyle/>
          <a:p>
            <a:pPr>
              <a:lnSpc>
                <a:spcPct val="120000"/>
              </a:lnSpc>
            </a:pPr>
            <a:r>
              <a:rPr lang="zh-CN" altLang="en-US" dirty="0" smtClean="0"/>
              <a:t>研究方法</a:t>
            </a:r>
            <a:endParaRPr lang="zh-CN" altLang="en-US" dirty="0"/>
          </a:p>
        </p:txBody>
      </p:sp>
      <p:sp>
        <p:nvSpPr>
          <p:cNvPr id="23" name="圆角右箭头 41"/>
          <p:cNvSpPr/>
          <p:nvPr>
            <p:custDataLst>
              <p:tags r:id="rId1"/>
            </p:custDataLst>
          </p:nvPr>
        </p:nvSpPr>
        <p:spPr>
          <a:xfrm>
            <a:off x="6351327" y="3387094"/>
            <a:ext cx="1185155" cy="3119135"/>
          </a:xfrm>
          <a:prstGeom prst="bentArrow">
            <a:avLst>
              <a:gd name="adj1" fmla="val 25000"/>
              <a:gd name="adj2" fmla="val 25000"/>
              <a:gd name="adj3" fmla="val 25000"/>
              <a:gd name="adj4" fmla="val 75000"/>
            </a:avLst>
          </a:prstGeom>
          <a:solidFill>
            <a:srgbClr val="244C89"/>
          </a:solidFill>
          <a:ln w="28575" cap="flat">
            <a:no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endParaRPr lang="zh-CN" altLang="en-US" dirty="0">
              <a:solidFill>
                <a:srgbClr val="213555"/>
              </a:solidFill>
              <a:latin typeface="思源黑体" panose="020B0500000000000000" pitchFamily="34" charset="-122"/>
              <a:ea typeface="思源黑体" panose="020B0500000000000000" pitchFamily="34" charset="-122"/>
            </a:endParaRPr>
          </a:p>
        </p:txBody>
      </p:sp>
      <p:sp>
        <p:nvSpPr>
          <p:cNvPr id="24" name="圆角右箭头 52"/>
          <p:cNvSpPr/>
          <p:nvPr>
            <p:custDataLst>
              <p:tags r:id="rId2"/>
            </p:custDataLst>
          </p:nvPr>
        </p:nvSpPr>
        <p:spPr>
          <a:xfrm flipH="1">
            <a:off x="4667122" y="3387094"/>
            <a:ext cx="1185155" cy="3119135"/>
          </a:xfrm>
          <a:prstGeom prst="bentArrow">
            <a:avLst>
              <a:gd name="adj1" fmla="val 25000"/>
              <a:gd name="adj2" fmla="val 25000"/>
              <a:gd name="adj3" fmla="val 25000"/>
              <a:gd name="adj4" fmla="val 75000"/>
            </a:avLst>
          </a:prstGeom>
          <a:solidFill>
            <a:srgbClr val="244C89"/>
          </a:solidFill>
          <a:ln w="28575" cap="flat">
            <a:no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endParaRPr lang="zh-CN" altLang="en-US" dirty="0">
              <a:solidFill>
                <a:srgbClr val="213555"/>
              </a:solidFill>
              <a:latin typeface="思源黑体" panose="020B0500000000000000" pitchFamily="34" charset="-122"/>
              <a:ea typeface="思源黑体" panose="020B0500000000000000" pitchFamily="34" charset="-122"/>
            </a:endParaRPr>
          </a:p>
        </p:txBody>
      </p:sp>
      <p:sp>
        <p:nvSpPr>
          <p:cNvPr id="25" name="圆角右箭头 61"/>
          <p:cNvSpPr/>
          <p:nvPr>
            <p:custDataLst>
              <p:tags r:id="rId3"/>
            </p:custDataLst>
          </p:nvPr>
        </p:nvSpPr>
        <p:spPr>
          <a:xfrm>
            <a:off x="6711001" y="4318709"/>
            <a:ext cx="1179257" cy="2187521"/>
          </a:xfrm>
          <a:prstGeom prst="bentArrow">
            <a:avLst>
              <a:gd name="adj1" fmla="val 25000"/>
              <a:gd name="adj2" fmla="val 25000"/>
              <a:gd name="adj3" fmla="val 25000"/>
              <a:gd name="adj4" fmla="val 75000"/>
            </a:avLst>
          </a:prstGeom>
          <a:solidFill>
            <a:srgbClr val="244C89"/>
          </a:solidFill>
          <a:ln w="28575" cap="flat">
            <a:no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endParaRPr lang="zh-CN" altLang="en-US" dirty="0">
              <a:solidFill>
                <a:srgbClr val="213555"/>
              </a:solidFill>
              <a:latin typeface="思源黑体" panose="020B0500000000000000" pitchFamily="34" charset="-122"/>
              <a:ea typeface="思源黑体" panose="020B0500000000000000" pitchFamily="34" charset="-122"/>
            </a:endParaRPr>
          </a:p>
        </p:txBody>
      </p:sp>
      <p:sp>
        <p:nvSpPr>
          <p:cNvPr id="26" name="圆角右箭头 83"/>
          <p:cNvSpPr/>
          <p:nvPr>
            <p:custDataLst>
              <p:tags r:id="rId4"/>
            </p:custDataLst>
          </p:nvPr>
        </p:nvSpPr>
        <p:spPr>
          <a:xfrm flipH="1">
            <a:off x="4310398" y="4318709"/>
            <a:ext cx="1179257" cy="2187521"/>
          </a:xfrm>
          <a:prstGeom prst="bentArrow">
            <a:avLst>
              <a:gd name="adj1" fmla="val 25000"/>
              <a:gd name="adj2" fmla="val 25000"/>
              <a:gd name="adj3" fmla="val 25000"/>
              <a:gd name="adj4" fmla="val 75000"/>
            </a:avLst>
          </a:prstGeom>
          <a:solidFill>
            <a:srgbClr val="244C89"/>
          </a:solidFill>
          <a:ln w="28575" cap="flat">
            <a:no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endParaRPr lang="zh-CN" altLang="en-US" dirty="0">
              <a:solidFill>
                <a:srgbClr val="213555"/>
              </a:solidFill>
              <a:latin typeface="思源黑体" panose="020B0500000000000000" pitchFamily="34" charset="-122"/>
              <a:ea typeface="思源黑体" panose="020B0500000000000000" pitchFamily="34" charset="-122"/>
            </a:endParaRPr>
          </a:p>
        </p:txBody>
      </p:sp>
      <p:grpSp>
        <p:nvGrpSpPr>
          <p:cNvPr id="28" name="组合 27"/>
          <p:cNvGrpSpPr/>
          <p:nvPr>
            <p:custDataLst>
              <p:tags r:id="rId5"/>
            </p:custDataLst>
          </p:nvPr>
        </p:nvGrpSpPr>
        <p:grpSpPr>
          <a:xfrm>
            <a:off x="1233318" y="4443525"/>
            <a:ext cx="2454823" cy="1019126"/>
            <a:chOff x="1546824" y="3774437"/>
            <a:chExt cx="2161186" cy="1175829"/>
          </a:xfrm>
        </p:grpSpPr>
        <p:sp>
          <p:nvSpPr>
            <p:cNvPr id="29" name="TextBox 9"/>
            <p:cNvSpPr txBox="1"/>
            <p:nvPr>
              <p:custDataLst>
                <p:tags r:id="rId6"/>
              </p:custDataLst>
            </p:nvPr>
          </p:nvSpPr>
          <p:spPr>
            <a:xfrm>
              <a:off x="1802551" y="3774437"/>
              <a:ext cx="1577621" cy="488670"/>
            </a:xfrm>
            <a:prstGeom prst="rect">
              <a:avLst/>
            </a:prstGeom>
            <a:noFill/>
          </p:spPr>
          <p:txBody>
            <a:bodyPr wrap="none" rtlCol="0">
              <a:spAutoFit/>
            </a:bodyPr>
            <a:lstStyle>
              <a:defPPr>
                <a:defRPr lang="zh-CN"/>
              </a:defPPr>
              <a:lvl1pPr algn="r">
                <a:defRPr sz="1200">
                  <a:solidFill>
                    <a:srgbClr val="232B36"/>
                  </a:solidFill>
                  <a:latin typeface="Arial Rounded MT Bold" panose="020F0704030504030204" pitchFamily="34" charset="0"/>
                </a:defRPr>
              </a:lvl1pPr>
            </a:lstStyle>
            <a:p>
              <a:pPr algn="ctr">
                <a:lnSpc>
                  <a:spcPct val="120000"/>
                </a:lnSpc>
              </a:pPr>
              <a:r>
                <a:rPr lang="zh-CN" altLang="en-US" sz="1800" b="1" dirty="0">
                  <a:solidFill>
                    <a:srgbClr val="313D51"/>
                  </a:solidFill>
                  <a:latin typeface="思源黑体" panose="020B0500000000000000" pitchFamily="34" charset="-122"/>
                  <a:ea typeface="思源黑体" panose="020B0500000000000000" pitchFamily="34" charset="-122"/>
                </a:rPr>
                <a:t>启发式搜索算法</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30" name="TextBox 10"/>
            <p:cNvSpPr txBox="1"/>
            <p:nvPr>
              <p:custDataLst>
                <p:tags r:id="rId7"/>
              </p:custDataLst>
            </p:nvPr>
          </p:nvSpPr>
          <p:spPr>
            <a:xfrm>
              <a:off x="1546824" y="4249130"/>
              <a:ext cx="2161186" cy="701136"/>
            </a:xfrm>
            <a:prstGeom prst="rect">
              <a:avLst/>
            </a:prstGeom>
            <a:noFill/>
          </p:spPr>
          <p:txBody>
            <a:bodyPr wrap="square" rtlCol="0">
              <a:spAutoFit/>
            </a:bodyPr>
            <a:lstStyle/>
            <a:p>
              <a:pPr algn="ctr">
                <a:lnSpc>
                  <a:spcPct val="120000"/>
                </a:lnSpc>
              </a:pPr>
              <a:r>
                <a:rPr lang="zh-CN" altLang="en-US" sz="1400" dirty="0">
                  <a:solidFill>
                    <a:schemeClr val="tx1"/>
                  </a:solidFill>
                  <a:latin typeface="Noto Sans SC" panose="020B0200000000000000" charset="-122"/>
                  <a:ea typeface="Noto Sans SC" panose="020B0200000000000000" charset="-122"/>
                  <a:cs typeface="Noto Sans SC" panose="020B0200000000000000" charset="-122"/>
                  <a:sym typeface="Arial" panose="020B0604020202020204" pitchFamily="34" charset="0"/>
                </a:rPr>
                <a:t>应用场景：</a:t>
              </a:r>
              <a:r>
                <a:rPr lang="en-US" altLang="zh-CN" sz="1400" dirty="0">
                  <a:solidFill>
                    <a:schemeClr val="tx1"/>
                  </a:solidFill>
                  <a:latin typeface="Noto Sans SC" panose="020B0200000000000000" charset="-122"/>
                  <a:ea typeface="Noto Sans SC" panose="020B0200000000000000" charset="-122"/>
                  <a:cs typeface="Noto Sans SC" panose="020B0200000000000000" charset="-122"/>
                  <a:sym typeface="Arial" panose="020B0604020202020204" pitchFamily="34" charset="0"/>
                </a:rPr>
                <a:t>CBMBA A*</a:t>
              </a:r>
              <a:r>
                <a:rPr lang="zh-CN" altLang="en-US" sz="1400" dirty="0">
                  <a:solidFill>
                    <a:schemeClr val="tx1"/>
                  </a:solidFill>
                  <a:latin typeface="Noto Sans SC" panose="020B0200000000000000" charset="-122"/>
                  <a:ea typeface="Noto Sans SC" panose="020B0200000000000000" charset="-122"/>
                  <a:cs typeface="Noto Sans SC" panose="020B0200000000000000" charset="-122"/>
                  <a:sym typeface="Arial" panose="020B0604020202020204" pitchFamily="34" charset="0"/>
                </a:rPr>
                <a:t>全局路径规划</a:t>
              </a:r>
              <a:endParaRPr lang="zh-CN" altLang="en-US" sz="1400" dirty="0">
                <a:solidFill>
                  <a:schemeClr val="tx1"/>
                </a:solidFill>
                <a:latin typeface="Noto Sans SC" panose="020B0200000000000000" charset="-122"/>
                <a:ea typeface="Noto Sans SC" panose="020B0200000000000000" charset="-122"/>
                <a:cs typeface="Noto Sans SC" panose="020B0200000000000000" charset="-122"/>
                <a:sym typeface="Arial" panose="020B0604020202020204" pitchFamily="34" charset="0"/>
              </a:endParaRPr>
            </a:p>
          </p:txBody>
        </p:sp>
      </p:grpSp>
      <p:grpSp>
        <p:nvGrpSpPr>
          <p:cNvPr id="31" name="组合 30"/>
          <p:cNvGrpSpPr/>
          <p:nvPr>
            <p:custDataLst>
              <p:tags r:id="rId8"/>
            </p:custDataLst>
          </p:nvPr>
        </p:nvGrpSpPr>
        <p:grpSpPr>
          <a:xfrm>
            <a:off x="1743794" y="2851762"/>
            <a:ext cx="2454823" cy="788414"/>
            <a:chOff x="2192654" y="2110914"/>
            <a:chExt cx="2161186" cy="909644"/>
          </a:xfrm>
        </p:grpSpPr>
        <p:sp>
          <p:nvSpPr>
            <p:cNvPr id="32" name="TextBox 9"/>
            <p:cNvSpPr txBox="1"/>
            <p:nvPr>
              <p:custDataLst>
                <p:tags r:id="rId9"/>
              </p:custDataLst>
            </p:nvPr>
          </p:nvSpPr>
          <p:spPr>
            <a:xfrm>
              <a:off x="2659693" y="2110914"/>
              <a:ext cx="1172873" cy="488671"/>
            </a:xfrm>
            <a:prstGeom prst="rect">
              <a:avLst/>
            </a:prstGeom>
            <a:noFill/>
          </p:spPr>
          <p:txBody>
            <a:bodyPr wrap="none" rtlCol="0">
              <a:spAutoFit/>
            </a:bodyPr>
            <a:lstStyle>
              <a:defPPr>
                <a:defRPr lang="zh-CN"/>
              </a:defPPr>
              <a:lvl1pPr algn="r">
                <a:defRPr sz="1200">
                  <a:solidFill>
                    <a:srgbClr val="232B36"/>
                  </a:solidFill>
                  <a:latin typeface="Arial Rounded MT Bold" panose="020F0704030504030204" pitchFamily="34" charset="0"/>
                </a:defRPr>
              </a:lvl1pPr>
            </a:lstStyle>
            <a:p>
              <a:pPr algn="ctr">
                <a:lnSpc>
                  <a:spcPct val="120000"/>
                </a:lnSpc>
              </a:pPr>
              <a:r>
                <a:rPr lang="zh-CN" altLang="en-US" sz="1800" b="1" dirty="0">
                  <a:solidFill>
                    <a:srgbClr val="313D51"/>
                  </a:solidFill>
                  <a:latin typeface="思源黑体" panose="020B0500000000000000" pitchFamily="34" charset="-122"/>
                  <a:ea typeface="思源黑体" panose="020B0500000000000000" pitchFamily="34" charset="-122"/>
                </a:rPr>
                <a:t>人工势场法</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33" name="TextBox 10"/>
            <p:cNvSpPr txBox="1"/>
            <p:nvPr>
              <p:custDataLst>
                <p:tags r:id="rId10"/>
              </p:custDataLst>
            </p:nvPr>
          </p:nvSpPr>
          <p:spPr>
            <a:xfrm>
              <a:off x="2192654" y="2617606"/>
              <a:ext cx="2161186" cy="402952"/>
            </a:xfrm>
            <a:prstGeom prst="rect">
              <a:avLst/>
            </a:prstGeom>
            <a:noFill/>
          </p:spPr>
          <p:txBody>
            <a:bodyPr wrap="square" rtlCol="0">
              <a:spAutoFit/>
            </a:bodyPr>
            <a:lstStyle/>
            <a:p>
              <a:pPr algn="ctr">
                <a:lnSpc>
                  <a:spcPct val="120000"/>
                </a:lnSpc>
              </a:pPr>
              <a:r>
                <a:rPr lang="zh-CN" altLang="en-US" sz="1400" dirty="0">
                  <a:solidFill>
                    <a:schemeClr val="tx1"/>
                  </a:solidFill>
                  <a:latin typeface="Noto Sans SC" panose="020B0200000000000000" charset="-122"/>
                  <a:ea typeface="Noto Sans SC" panose="020B0200000000000000" charset="-122"/>
                  <a:sym typeface="Arial" panose="020B0604020202020204" pitchFamily="34" charset="0"/>
                </a:rPr>
                <a:t>应用场景：局部实时避障</a:t>
              </a:r>
              <a:endParaRPr lang="zh-CN" altLang="en-US" sz="1400" dirty="0">
                <a:solidFill>
                  <a:schemeClr val="tx1"/>
                </a:solidFill>
                <a:latin typeface="Noto Sans SC" panose="020B0200000000000000" charset="-122"/>
                <a:ea typeface="Noto Sans SC" panose="020B0200000000000000" charset="-122"/>
                <a:sym typeface="Arial" panose="020B0604020202020204" pitchFamily="34" charset="0"/>
              </a:endParaRPr>
            </a:p>
          </p:txBody>
        </p:sp>
      </p:grpSp>
      <p:grpSp>
        <p:nvGrpSpPr>
          <p:cNvPr id="37" name="组合 36"/>
          <p:cNvGrpSpPr/>
          <p:nvPr>
            <p:custDataLst>
              <p:tags r:id="rId11"/>
            </p:custDataLst>
          </p:nvPr>
        </p:nvGrpSpPr>
        <p:grpSpPr>
          <a:xfrm>
            <a:off x="7707303" y="2851760"/>
            <a:ext cx="2454823" cy="1035554"/>
            <a:chOff x="7702299" y="2110914"/>
            <a:chExt cx="2161186" cy="1194785"/>
          </a:xfrm>
        </p:grpSpPr>
        <p:sp>
          <p:nvSpPr>
            <p:cNvPr id="38" name="TextBox 9"/>
            <p:cNvSpPr txBox="1"/>
            <p:nvPr>
              <p:custDataLst>
                <p:tags r:id="rId12"/>
              </p:custDataLst>
            </p:nvPr>
          </p:nvSpPr>
          <p:spPr>
            <a:xfrm>
              <a:off x="8151503" y="2110914"/>
              <a:ext cx="1172873" cy="488671"/>
            </a:xfrm>
            <a:prstGeom prst="rect">
              <a:avLst/>
            </a:prstGeom>
            <a:noFill/>
          </p:spPr>
          <p:txBody>
            <a:bodyPr wrap="none" rtlCol="0">
              <a:spAutoFit/>
            </a:bodyPr>
            <a:lstStyle>
              <a:defPPr>
                <a:defRPr lang="zh-CN"/>
              </a:defPPr>
              <a:lvl1pPr algn="r">
                <a:defRPr sz="1200">
                  <a:solidFill>
                    <a:srgbClr val="232B36"/>
                  </a:solidFill>
                  <a:latin typeface="Arial Rounded MT Bold" panose="020F0704030504030204" pitchFamily="34" charset="0"/>
                </a:defRPr>
              </a:lvl1pPr>
            </a:lstStyle>
            <a:p>
              <a:pPr algn="ctr">
                <a:lnSpc>
                  <a:spcPct val="120000"/>
                </a:lnSpc>
              </a:pPr>
              <a:r>
                <a:rPr lang="zh-CN" altLang="en-US" sz="1800" b="1" dirty="0">
                  <a:solidFill>
                    <a:srgbClr val="313D51"/>
                  </a:solidFill>
                  <a:latin typeface="思源黑体" panose="020B0500000000000000" pitchFamily="34" charset="-122"/>
                  <a:ea typeface="思源黑体" panose="020B0500000000000000" pitchFamily="34" charset="-122"/>
                </a:rPr>
                <a:t>八叉树地图</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39" name="TextBox 10"/>
            <p:cNvSpPr txBox="1"/>
            <p:nvPr>
              <p:custDataLst>
                <p:tags r:id="rId13"/>
              </p:custDataLst>
            </p:nvPr>
          </p:nvSpPr>
          <p:spPr>
            <a:xfrm>
              <a:off x="7702299" y="2604562"/>
              <a:ext cx="2161186" cy="701137"/>
            </a:xfrm>
            <a:prstGeom prst="rect">
              <a:avLst/>
            </a:prstGeom>
            <a:noFill/>
          </p:spPr>
          <p:txBody>
            <a:bodyPr wrap="square" rtlCol="0">
              <a:spAutoFit/>
            </a:bodyPr>
            <a:lstStyle/>
            <a:p>
              <a:pPr algn="ctr">
                <a:lnSpc>
                  <a:spcPct val="120000"/>
                </a:lnSpc>
              </a:pPr>
              <a:r>
                <a:rPr lang="zh-CN" altLang="en-US" sz="1400" dirty="0">
                  <a:solidFill>
                    <a:schemeClr val="tx1"/>
                  </a:solidFill>
                  <a:latin typeface="Noto Sans SC" panose="020B0200000000000000" charset="-122"/>
                  <a:ea typeface="Noto Sans SC" panose="020B0200000000000000" charset="-122"/>
                  <a:sym typeface="Arial" panose="020B0604020202020204" pitchFamily="34" charset="0"/>
                </a:rPr>
                <a:t>应用场景：三维空间占用表示</a:t>
              </a:r>
              <a:endParaRPr lang="zh-CN" altLang="en-US" sz="1400" dirty="0">
                <a:solidFill>
                  <a:schemeClr val="tx1"/>
                </a:solidFill>
                <a:latin typeface="Noto Sans SC" panose="020B0200000000000000" charset="-122"/>
                <a:ea typeface="Noto Sans SC" panose="020B0200000000000000" charset="-122"/>
                <a:sym typeface="Arial" panose="020B0604020202020204" pitchFamily="34" charset="0"/>
              </a:endParaRPr>
            </a:p>
          </p:txBody>
        </p:sp>
      </p:grpSp>
      <p:grpSp>
        <p:nvGrpSpPr>
          <p:cNvPr id="40" name="组合 39"/>
          <p:cNvGrpSpPr/>
          <p:nvPr>
            <p:custDataLst>
              <p:tags r:id="rId14"/>
            </p:custDataLst>
          </p:nvPr>
        </p:nvGrpSpPr>
        <p:grpSpPr>
          <a:xfrm>
            <a:off x="8175769" y="4420915"/>
            <a:ext cx="2454823" cy="1041738"/>
            <a:chOff x="8376589" y="3748349"/>
            <a:chExt cx="2161186" cy="1201918"/>
          </a:xfrm>
        </p:grpSpPr>
        <p:sp>
          <p:nvSpPr>
            <p:cNvPr id="41" name="TextBox 9"/>
            <p:cNvSpPr txBox="1"/>
            <p:nvPr>
              <p:custDataLst>
                <p:tags r:id="rId15"/>
              </p:custDataLst>
            </p:nvPr>
          </p:nvSpPr>
          <p:spPr>
            <a:xfrm>
              <a:off x="8788309" y="3748349"/>
              <a:ext cx="1172873" cy="488670"/>
            </a:xfrm>
            <a:prstGeom prst="rect">
              <a:avLst/>
            </a:prstGeom>
            <a:noFill/>
          </p:spPr>
          <p:txBody>
            <a:bodyPr wrap="none" rtlCol="0">
              <a:spAutoFit/>
            </a:bodyPr>
            <a:lstStyle>
              <a:defPPr>
                <a:defRPr lang="zh-CN"/>
              </a:defPPr>
              <a:lvl1pPr algn="r">
                <a:defRPr sz="1200">
                  <a:solidFill>
                    <a:srgbClr val="232B36"/>
                  </a:solidFill>
                  <a:latin typeface="Arial Rounded MT Bold" panose="020F0704030504030204" pitchFamily="34" charset="0"/>
                </a:defRPr>
              </a:lvl1pPr>
            </a:lstStyle>
            <a:p>
              <a:pPr algn="ctr">
                <a:lnSpc>
                  <a:spcPct val="120000"/>
                </a:lnSpc>
              </a:pPr>
              <a:r>
                <a:rPr lang="zh-CN" altLang="en-US" sz="1800" b="1" dirty="0">
                  <a:solidFill>
                    <a:srgbClr val="313D51"/>
                  </a:solidFill>
                  <a:latin typeface="思源黑体" panose="020B0500000000000000" pitchFamily="34" charset="-122"/>
                  <a:ea typeface="思源黑体" panose="020B0500000000000000" pitchFamily="34" charset="-122"/>
                </a:rPr>
                <a:t>仿真验证法</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42" name="TextBox 10"/>
            <p:cNvSpPr txBox="1"/>
            <p:nvPr>
              <p:custDataLst>
                <p:tags r:id="rId16"/>
              </p:custDataLst>
            </p:nvPr>
          </p:nvSpPr>
          <p:spPr>
            <a:xfrm>
              <a:off x="8376589" y="4249131"/>
              <a:ext cx="2161186" cy="701136"/>
            </a:xfrm>
            <a:prstGeom prst="rect">
              <a:avLst/>
            </a:prstGeom>
            <a:noFill/>
          </p:spPr>
          <p:txBody>
            <a:bodyPr wrap="square" rtlCol="0">
              <a:spAutoFit/>
            </a:bodyPr>
            <a:lstStyle/>
            <a:p>
              <a:pPr algn="ctr">
                <a:lnSpc>
                  <a:spcPct val="120000"/>
                </a:lnSpc>
              </a:pPr>
              <a:r>
                <a:rPr lang="zh-CN" altLang="en-US" sz="1400" dirty="0">
                  <a:solidFill>
                    <a:schemeClr val="tx1"/>
                  </a:solidFill>
                  <a:latin typeface="Noto Sans SC" panose="020B0200000000000000" charset="-122"/>
                  <a:ea typeface="Noto Sans SC" panose="020B0200000000000000" charset="-122"/>
                  <a:cs typeface="Noto Sans SC" panose="020B0200000000000000" charset="-122"/>
                  <a:sym typeface="Arial" panose="020B0604020202020204" pitchFamily="34" charset="0"/>
                </a:rPr>
                <a:t>应用场景：</a:t>
              </a:r>
              <a:r>
                <a:rPr lang="en-US" altLang="zh-CN" sz="1400" dirty="0">
                  <a:solidFill>
                    <a:schemeClr val="tx1"/>
                  </a:solidFill>
                  <a:latin typeface="Noto Sans SC" panose="020B0200000000000000" charset="-122"/>
                  <a:ea typeface="Noto Sans SC" panose="020B0200000000000000" charset="-122"/>
                  <a:cs typeface="Noto Sans SC" panose="020B0200000000000000" charset="-122"/>
                  <a:sym typeface="Arial" panose="020B0604020202020204" pitchFamily="34" charset="0"/>
                </a:rPr>
                <a:t>Webots</a:t>
              </a:r>
              <a:r>
                <a:rPr lang="zh-CN" altLang="en-US" sz="1400" dirty="0">
                  <a:solidFill>
                    <a:schemeClr val="tx1"/>
                  </a:solidFill>
                  <a:latin typeface="Noto Sans SC" panose="020B0200000000000000" charset="-122"/>
                  <a:ea typeface="Noto Sans SC" panose="020B0200000000000000" charset="-122"/>
                  <a:cs typeface="Noto Sans SC" panose="020B0200000000000000" charset="-122"/>
                  <a:sym typeface="Arial" panose="020B0604020202020204" pitchFamily="34" charset="0"/>
                </a:rPr>
                <a:t>算法集成与性能评估</a:t>
              </a:r>
              <a:endParaRPr lang="zh-CN" altLang="en-US" sz="1400" dirty="0">
                <a:solidFill>
                  <a:schemeClr val="tx1"/>
                </a:solidFill>
                <a:latin typeface="Noto Sans SC" panose="020B0200000000000000" charset="-122"/>
                <a:ea typeface="Noto Sans SC" panose="020B0200000000000000" charset="-122"/>
                <a:cs typeface="Noto Sans SC" panose="020B0200000000000000" charset="-122"/>
                <a:sym typeface="Arial" panose="020B0604020202020204" pitchFamily="34" charset="0"/>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down)">
                                      <p:cBhvr>
                                        <p:cTn id="7" dur="500"/>
                                        <p:tgtEl>
                                          <p:spTgt spid="2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down)">
                                      <p:cBhvr>
                                        <p:cTn id="10" dur="500"/>
                                        <p:tgtEl>
                                          <p:spTgt spid="24"/>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wipe(down)">
                                      <p:cBhvr>
                                        <p:cTn id="13" dur="500"/>
                                        <p:tgtEl>
                                          <p:spTgt spid="23"/>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wipe(down)">
                                      <p:cBhvr>
                                        <p:cTn id="16" dur="500"/>
                                        <p:tgtEl>
                                          <p:spTgt spid="25"/>
                                        </p:tgtEl>
                                      </p:cBhvr>
                                    </p:animEffect>
                                  </p:childTnLst>
                                </p:cTn>
                              </p:par>
                            </p:childTnLst>
                          </p:cTn>
                        </p:par>
                        <p:par>
                          <p:cTn id="17" fill="hold">
                            <p:stCondLst>
                              <p:cond delay="500"/>
                            </p:stCondLst>
                            <p:childTnLst>
                              <p:par>
                                <p:cTn id="18" presetID="2" presetClass="entr" presetSubtype="8" fill="hold" nodeType="afterEffect">
                                  <p:stCondLst>
                                    <p:cond delay="0"/>
                                  </p:stCondLst>
                                  <p:childTnLst>
                                    <p:set>
                                      <p:cBhvr>
                                        <p:cTn id="19" dur="1" fill="hold">
                                          <p:stCondLst>
                                            <p:cond delay="0"/>
                                          </p:stCondLst>
                                        </p:cTn>
                                        <p:tgtEl>
                                          <p:spTgt spid="28"/>
                                        </p:tgtEl>
                                        <p:attrNameLst>
                                          <p:attrName>style.visibility</p:attrName>
                                        </p:attrNameLst>
                                      </p:cBhvr>
                                      <p:to>
                                        <p:strVal val="visible"/>
                                      </p:to>
                                    </p:set>
                                    <p:anim calcmode="lin" valueType="num">
                                      <p:cBhvr additive="base">
                                        <p:cTn id="20" dur="500" fill="hold"/>
                                        <p:tgtEl>
                                          <p:spTgt spid="28"/>
                                        </p:tgtEl>
                                        <p:attrNameLst>
                                          <p:attrName>ppt_x</p:attrName>
                                        </p:attrNameLst>
                                      </p:cBhvr>
                                      <p:tavLst>
                                        <p:tav tm="0">
                                          <p:val>
                                            <p:strVal val="0-#ppt_w/2"/>
                                          </p:val>
                                        </p:tav>
                                        <p:tav tm="100000">
                                          <p:val>
                                            <p:strVal val="#ppt_x"/>
                                          </p:val>
                                        </p:tav>
                                      </p:tavLst>
                                    </p:anim>
                                    <p:anim calcmode="lin" valueType="num">
                                      <p:cBhvr additive="base">
                                        <p:cTn id="21" dur="500" fill="hold"/>
                                        <p:tgtEl>
                                          <p:spTgt spid="28"/>
                                        </p:tgtEl>
                                        <p:attrNameLst>
                                          <p:attrName>ppt_y</p:attrName>
                                        </p:attrNameLst>
                                      </p:cBhvr>
                                      <p:tavLst>
                                        <p:tav tm="0">
                                          <p:val>
                                            <p:strVal val="#ppt_y"/>
                                          </p:val>
                                        </p:tav>
                                        <p:tav tm="100000">
                                          <p:val>
                                            <p:strVal val="#ppt_y"/>
                                          </p:val>
                                        </p:tav>
                                      </p:tavLst>
                                    </p:anim>
                                  </p:childTnLst>
                                </p:cTn>
                              </p:par>
                              <p:par>
                                <p:cTn id="22" presetID="2" presetClass="entr" presetSubtype="8" fill="hold" nodeType="withEffect">
                                  <p:stCondLst>
                                    <p:cond delay="0"/>
                                  </p:stCondLst>
                                  <p:childTnLst>
                                    <p:set>
                                      <p:cBhvr>
                                        <p:cTn id="23" dur="1" fill="hold">
                                          <p:stCondLst>
                                            <p:cond delay="0"/>
                                          </p:stCondLst>
                                        </p:cTn>
                                        <p:tgtEl>
                                          <p:spTgt spid="31"/>
                                        </p:tgtEl>
                                        <p:attrNameLst>
                                          <p:attrName>style.visibility</p:attrName>
                                        </p:attrNameLst>
                                      </p:cBhvr>
                                      <p:to>
                                        <p:strVal val="visible"/>
                                      </p:to>
                                    </p:set>
                                    <p:anim calcmode="lin" valueType="num">
                                      <p:cBhvr additive="base">
                                        <p:cTn id="24" dur="500" fill="hold"/>
                                        <p:tgtEl>
                                          <p:spTgt spid="31"/>
                                        </p:tgtEl>
                                        <p:attrNameLst>
                                          <p:attrName>ppt_x</p:attrName>
                                        </p:attrNameLst>
                                      </p:cBhvr>
                                      <p:tavLst>
                                        <p:tav tm="0">
                                          <p:val>
                                            <p:strVal val="0-#ppt_w/2"/>
                                          </p:val>
                                        </p:tav>
                                        <p:tav tm="100000">
                                          <p:val>
                                            <p:strVal val="#ppt_x"/>
                                          </p:val>
                                        </p:tav>
                                      </p:tavLst>
                                    </p:anim>
                                    <p:anim calcmode="lin" valueType="num">
                                      <p:cBhvr additive="base">
                                        <p:cTn id="25" dur="500" fill="hold"/>
                                        <p:tgtEl>
                                          <p:spTgt spid="31"/>
                                        </p:tgtEl>
                                        <p:attrNameLst>
                                          <p:attrName>ppt_y</p:attrName>
                                        </p:attrNameLst>
                                      </p:cBhvr>
                                      <p:tavLst>
                                        <p:tav tm="0">
                                          <p:val>
                                            <p:strVal val="#ppt_y"/>
                                          </p:val>
                                        </p:tav>
                                        <p:tav tm="100000">
                                          <p:val>
                                            <p:strVal val="#ppt_y"/>
                                          </p:val>
                                        </p:tav>
                                      </p:tavLst>
                                    </p:anim>
                                  </p:childTnLst>
                                </p:cTn>
                              </p:par>
                              <p:par>
                                <p:cTn id="26" presetID="2" presetClass="entr" presetSubtype="2" fill="hold" nodeType="withEffect">
                                  <p:stCondLst>
                                    <p:cond delay="0"/>
                                  </p:stCondLst>
                                  <p:childTnLst>
                                    <p:set>
                                      <p:cBhvr>
                                        <p:cTn id="27" dur="1" fill="hold">
                                          <p:stCondLst>
                                            <p:cond delay="0"/>
                                          </p:stCondLst>
                                        </p:cTn>
                                        <p:tgtEl>
                                          <p:spTgt spid="37"/>
                                        </p:tgtEl>
                                        <p:attrNameLst>
                                          <p:attrName>style.visibility</p:attrName>
                                        </p:attrNameLst>
                                      </p:cBhvr>
                                      <p:to>
                                        <p:strVal val="visible"/>
                                      </p:to>
                                    </p:set>
                                    <p:anim calcmode="lin" valueType="num">
                                      <p:cBhvr additive="base">
                                        <p:cTn id="28" dur="500" fill="hold"/>
                                        <p:tgtEl>
                                          <p:spTgt spid="37"/>
                                        </p:tgtEl>
                                        <p:attrNameLst>
                                          <p:attrName>ppt_x</p:attrName>
                                        </p:attrNameLst>
                                      </p:cBhvr>
                                      <p:tavLst>
                                        <p:tav tm="0">
                                          <p:val>
                                            <p:strVal val="1+#ppt_w/2"/>
                                          </p:val>
                                        </p:tav>
                                        <p:tav tm="100000">
                                          <p:val>
                                            <p:strVal val="#ppt_x"/>
                                          </p:val>
                                        </p:tav>
                                      </p:tavLst>
                                    </p:anim>
                                    <p:anim calcmode="lin" valueType="num">
                                      <p:cBhvr additive="base">
                                        <p:cTn id="29" dur="500" fill="hold"/>
                                        <p:tgtEl>
                                          <p:spTgt spid="37"/>
                                        </p:tgtEl>
                                        <p:attrNameLst>
                                          <p:attrName>ppt_y</p:attrName>
                                        </p:attrNameLst>
                                      </p:cBhvr>
                                      <p:tavLst>
                                        <p:tav tm="0">
                                          <p:val>
                                            <p:strVal val="#ppt_y"/>
                                          </p:val>
                                        </p:tav>
                                        <p:tav tm="100000">
                                          <p:val>
                                            <p:strVal val="#ppt_y"/>
                                          </p:val>
                                        </p:tav>
                                      </p:tavLst>
                                    </p:anim>
                                  </p:childTnLst>
                                </p:cTn>
                              </p:par>
                              <p:par>
                                <p:cTn id="30" presetID="2" presetClass="entr" presetSubtype="2" fill="hold" nodeType="withEffect">
                                  <p:stCondLst>
                                    <p:cond delay="0"/>
                                  </p:stCondLst>
                                  <p:childTnLst>
                                    <p:set>
                                      <p:cBhvr>
                                        <p:cTn id="31" dur="1" fill="hold">
                                          <p:stCondLst>
                                            <p:cond delay="0"/>
                                          </p:stCondLst>
                                        </p:cTn>
                                        <p:tgtEl>
                                          <p:spTgt spid="40"/>
                                        </p:tgtEl>
                                        <p:attrNameLst>
                                          <p:attrName>style.visibility</p:attrName>
                                        </p:attrNameLst>
                                      </p:cBhvr>
                                      <p:to>
                                        <p:strVal val="visible"/>
                                      </p:to>
                                    </p:set>
                                    <p:anim calcmode="lin" valueType="num">
                                      <p:cBhvr additive="base">
                                        <p:cTn id="32" dur="500" fill="hold"/>
                                        <p:tgtEl>
                                          <p:spTgt spid="40"/>
                                        </p:tgtEl>
                                        <p:attrNameLst>
                                          <p:attrName>ppt_x</p:attrName>
                                        </p:attrNameLst>
                                      </p:cBhvr>
                                      <p:tavLst>
                                        <p:tav tm="0">
                                          <p:val>
                                            <p:strVal val="1+#ppt_w/2"/>
                                          </p:val>
                                        </p:tav>
                                        <p:tav tm="100000">
                                          <p:val>
                                            <p:strVal val="#ppt_x"/>
                                          </p:val>
                                        </p:tav>
                                      </p:tavLst>
                                    </p:anim>
                                    <p:anim calcmode="lin" valueType="num">
                                      <p:cBhvr additive="base">
                                        <p:cTn id="33" dur="500" fill="hold"/>
                                        <p:tgtEl>
                                          <p:spTgt spid="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06263" y="752801"/>
            <a:ext cx="3629564" cy="456129"/>
          </a:xfrm>
        </p:spPr>
        <p:txBody>
          <a:bodyPr/>
          <a:lstStyle/>
          <a:p>
            <a:pPr>
              <a:lnSpc>
                <a:spcPct val="120000"/>
              </a:lnSpc>
            </a:pPr>
            <a:r>
              <a:rPr lang="zh-CN" altLang="en-US" dirty="0" smtClean="0"/>
              <a:t>可行性</a:t>
            </a:r>
            <a:r>
              <a:rPr lang="zh-CN" altLang="en-US" dirty="0"/>
              <a:t>说明</a:t>
            </a:r>
            <a:endParaRPr lang="zh-CN" altLang="en-US" dirty="0"/>
          </a:p>
        </p:txBody>
      </p:sp>
      <p:grpSp>
        <p:nvGrpSpPr>
          <p:cNvPr id="21" name="组合 20"/>
          <p:cNvGrpSpPr/>
          <p:nvPr>
            <p:custDataLst>
              <p:tags r:id="rId1"/>
            </p:custDataLst>
          </p:nvPr>
        </p:nvGrpSpPr>
        <p:grpSpPr>
          <a:xfrm>
            <a:off x="2039845" y="1893215"/>
            <a:ext cx="7730818" cy="4119258"/>
            <a:chOff x="1138238" y="995645"/>
            <a:chExt cx="9732202" cy="5185669"/>
          </a:xfrm>
        </p:grpSpPr>
        <p:sp>
          <p:nvSpPr>
            <p:cNvPr id="22" name="Freeform 6"/>
            <p:cNvSpPr/>
            <p:nvPr/>
          </p:nvSpPr>
          <p:spPr bwMode="auto">
            <a:xfrm>
              <a:off x="1138238" y="2667283"/>
              <a:ext cx="2065338" cy="1787525"/>
            </a:xfrm>
            <a:custGeom>
              <a:avLst/>
              <a:gdLst>
                <a:gd name="T0" fmla="*/ 2143 w 2858"/>
                <a:gd name="T1" fmla="*/ 0 h 2475"/>
                <a:gd name="T2" fmla="*/ 2501 w 2858"/>
                <a:gd name="T3" fmla="*/ 619 h 2475"/>
                <a:gd name="T4" fmla="*/ 2858 w 2858"/>
                <a:gd name="T5" fmla="*/ 1238 h 2475"/>
                <a:gd name="T6" fmla="*/ 2501 w 2858"/>
                <a:gd name="T7" fmla="*/ 1856 h 2475"/>
                <a:gd name="T8" fmla="*/ 2143 w 2858"/>
                <a:gd name="T9" fmla="*/ 2475 h 2475"/>
                <a:gd name="T10" fmla="*/ 1429 w 2858"/>
                <a:gd name="T11" fmla="*/ 2475 h 2475"/>
                <a:gd name="T12" fmla="*/ 714 w 2858"/>
                <a:gd name="T13" fmla="*/ 2475 h 2475"/>
                <a:gd name="T14" fmla="*/ 357 w 2858"/>
                <a:gd name="T15" fmla="*/ 1856 h 2475"/>
                <a:gd name="T16" fmla="*/ 0 w 2858"/>
                <a:gd name="T17" fmla="*/ 1238 h 2475"/>
                <a:gd name="T18" fmla="*/ 357 w 2858"/>
                <a:gd name="T19" fmla="*/ 619 h 2475"/>
                <a:gd name="T20" fmla="*/ 714 w 2858"/>
                <a:gd name="T21" fmla="*/ 0 h 2475"/>
                <a:gd name="T22" fmla="*/ 1429 w 2858"/>
                <a:gd name="T23" fmla="*/ 0 h 2475"/>
                <a:gd name="T24" fmla="*/ 2143 w 2858"/>
                <a:gd name="T25" fmla="*/ 0 h 2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58" h="2475">
                  <a:moveTo>
                    <a:pt x="2143" y="0"/>
                  </a:moveTo>
                  <a:lnTo>
                    <a:pt x="2501" y="619"/>
                  </a:lnTo>
                  <a:lnTo>
                    <a:pt x="2858" y="1238"/>
                  </a:lnTo>
                  <a:lnTo>
                    <a:pt x="2501" y="1856"/>
                  </a:lnTo>
                  <a:lnTo>
                    <a:pt x="2143" y="2475"/>
                  </a:lnTo>
                  <a:lnTo>
                    <a:pt x="1429" y="2475"/>
                  </a:lnTo>
                  <a:lnTo>
                    <a:pt x="714" y="2475"/>
                  </a:lnTo>
                  <a:lnTo>
                    <a:pt x="357" y="1856"/>
                  </a:lnTo>
                  <a:lnTo>
                    <a:pt x="0" y="1238"/>
                  </a:lnTo>
                  <a:lnTo>
                    <a:pt x="357" y="619"/>
                  </a:lnTo>
                  <a:lnTo>
                    <a:pt x="714" y="0"/>
                  </a:lnTo>
                  <a:lnTo>
                    <a:pt x="1429" y="0"/>
                  </a:lnTo>
                  <a:lnTo>
                    <a:pt x="2143" y="0"/>
                  </a:lnTo>
                  <a:close/>
                </a:path>
              </a:pathLst>
            </a:custGeom>
            <a:solidFill>
              <a:srgbClr val="244C89"/>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nSpc>
                  <a:spcPct val="120000"/>
                </a:lnSpc>
              </a:pPr>
              <a:endParaRPr lang="zh-CN" altLang="en-US" sz="2400">
                <a:solidFill>
                  <a:srgbClr val="213555"/>
                </a:solidFill>
              </a:endParaRPr>
            </a:p>
          </p:txBody>
        </p:sp>
        <p:sp>
          <p:nvSpPr>
            <p:cNvPr id="23" name="Line 7"/>
            <p:cNvSpPr>
              <a:spLocks noChangeShapeType="1"/>
            </p:cNvSpPr>
            <p:nvPr/>
          </p:nvSpPr>
          <p:spPr bwMode="auto">
            <a:xfrm flipV="1">
              <a:off x="2690813" y="1833845"/>
              <a:ext cx="1055688" cy="833438"/>
            </a:xfrm>
            <a:prstGeom prst="line">
              <a:avLst/>
            </a:prstGeom>
            <a:noFill/>
            <a:ln w="9" cap="flat">
              <a:solidFill>
                <a:srgbClr val="2E2C2C"/>
              </a:solidFill>
              <a:prstDash val="solid"/>
              <a:miter lim="800000"/>
              <a:headEnd type="none" w="med" len="me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pPr>
                <a:lnSpc>
                  <a:spcPct val="120000"/>
                </a:lnSpc>
              </a:pPr>
              <a:endParaRPr lang="zh-CN" altLang="en-US" sz="2400">
                <a:solidFill>
                  <a:srgbClr val="213555"/>
                </a:solidFill>
              </a:endParaRPr>
            </a:p>
          </p:txBody>
        </p:sp>
        <p:sp>
          <p:nvSpPr>
            <p:cNvPr id="24" name="Line 8"/>
            <p:cNvSpPr>
              <a:spLocks noChangeShapeType="1"/>
            </p:cNvSpPr>
            <p:nvPr/>
          </p:nvSpPr>
          <p:spPr bwMode="auto">
            <a:xfrm flipV="1">
              <a:off x="3201987" y="3564220"/>
              <a:ext cx="549275" cy="0"/>
            </a:xfrm>
            <a:prstGeom prst="line">
              <a:avLst/>
            </a:prstGeom>
            <a:noFill/>
            <a:ln w="9" cap="flat">
              <a:solidFill>
                <a:srgbClr val="2E2C2C"/>
              </a:solidFill>
              <a:prstDash val="solid"/>
              <a:miter lim="800000"/>
              <a:headEnd type="none" w="med" len="me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pPr>
                <a:lnSpc>
                  <a:spcPct val="120000"/>
                </a:lnSpc>
              </a:pPr>
              <a:endParaRPr lang="zh-CN" altLang="en-US" sz="2400">
                <a:solidFill>
                  <a:srgbClr val="213555"/>
                </a:solidFill>
              </a:endParaRPr>
            </a:p>
          </p:txBody>
        </p:sp>
        <p:sp>
          <p:nvSpPr>
            <p:cNvPr id="25" name="Line 13"/>
            <p:cNvSpPr>
              <a:spLocks noChangeShapeType="1"/>
            </p:cNvSpPr>
            <p:nvPr/>
          </p:nvSpPr>
          <p:spPr bwMode="auto">
            <a:xfrm>
              <a:off x="2690813" y="4456395"/>
              <a:ext cx="1055688" cy="833438"/>
            </a:xfrm>
            <a:prstGeom prst="line">
              <a:avLst/>
            </a:prstGeom>
            <a:noFill/>
            <a:ln w="9" cap="flat">
              <a:solidFill>
                <a:srgbClr val="2E2C2C"/>
              </a:solidFill>
              <a:prstDash val="solid"/>
              <a:miter lim="800000"/>
              <a:headEnd type="none" w="med" len="me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pPr>
                <a:lnSpc>
                  <a:spcPct val="120000"/>
                </a:lnSpc>
              </a:pPr>
              <a:endParaRPr lang="zh-CN" altLang="en-US" sz="2400">
                <a:solidFill>
                  <a:srgbClr val="213555"/>
                </a:solidFill>
              </a:endParaRPr>
            </a:p>
          </p:txBody>
        </p:sp>
        <p:grpSp>
          <p:nvGrpSpPr>
            <p:cNvPr id="28" name="组合 27"/>
            <p:cNvGrpSpPr/>
            <p:nvPr/>
          </p:nvGrpSpPr>
          <p:grpSpPr>
            <a:xfrm>
              <a:off x="3751263" y="995645"/>
              <a:ext cx="7119177" cy="1686820"/>
              <a:chOff x="3751263" y="995645"/>
              <a:chExt cx="7119177" cy="1686820"/>
            </a:xfrm>
          </p:grpSpPr>
          <p:sp>
            <p:nvSpPr>
              <p:cNvPr id="44" name="Rectangle 9"/>
              <p:cNvSpPr>
                <a:spLocks noChangeArrowheads="1"/>
              </p:cNvSpPr>
              <p:nvPr>
                <p:custDataLst>
                  <p:tags r:id="rId2"/>
                </p:custDataLst>
              </p:nvPr>
            </p:nvSpPr>
            <p:spPr bwMode="auto">
              <a:xfrm>
                <a:off x="3751263" y="1333579"/>
                <a:ext cx="7119177" cy="1348886"/>
              </a:xfrm>
              <a:prstGeom prst="rect">
                <a:avLst/>
              </a:prstGeom>
              <a:solidFill>
                <a:srgbClr val="FFFFFF"/>
              </a:solidFill>
              <a:ln w="9" cap="flat">
                <a:solidFill>
                  <a:schemeClr val="bg2">
                    <a:lumMod val="75000"/>
                  </a:schemeClr>
                </a:solidFill>
                <a:prstDash val="solid"/>
                <a:miter lim="800000"/>
              </a:ln>
            </p:spPr>
            <p:txBody>
              <a:bodyPr vert="horz" wrap="square" lIns="91440" tIns="45720" rIns="91440" bIns="45720" numCol="1" anchor="t" anchorCtr="0" compatLnSpc="1"/>
              <a:lstStyle/>
              <a:p>
                <a:pPr>
                  <a:lnSpc>
                    <a:spcPct val="120000"/>
                  </a:lnSpc>
                </a:pPr>
                <a:endParaRPr lang="zh-CN" altLang="en-US" sz="1600">
                  <a:solidFill>
                    <a:srgbClr val="213555"/>
                  </a:solidFill>
                </a:endParaRPr>
              </a:p>
            </p:txBody>
          </p:sp>
          <p:sp>
            <p:nvSpPr>
              <p:cNvPr id="45" name="Rectangle 10"/>
              <p:cNvSpPr>
                <a:spLocks noChangeArrowheads="1"/>
              </p:cNvSpPr>
              <p:nvPr>
                <p:custDataLst>
                  <p:tags r:id="rId3"/>
                </p:custDataLst>
              </p:nvPr>
            </p:nvSpPr>
            <p:spPr bwMode="auto">
              <a:xfrm>
                <a:off x="5540009" y="995645"/>
                <a:ext cx="3581400" cy="582090"/>
              </a:xfrm>
              <a:prstGeom prst="rect">
                <a:avLst/>
              </a:prstGeom>
              <a:solidFill>
                <a:srgbClr val="244C89"/>
              </a:solidFill>
              <a:ln w="1905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nSpc>
                    <a:spcPct val="120000"/>
                  </a:lnSpc>
                </a:pPr>
                <a:endParaRPr lang="zh-CN" altLang="en-US" sz="1600">
                  <a:solidFill>
                    <a:srgbClr val="213555"/>
                  </a:solidFill>
                </a:endParaRPr>
              </a:p>
            </p:txBody>
          </p:sp>
          <p:sp>
            <p:nvSpPr>
              <p:cNvPr id="46" name="TextBox 16"/>
              <p:cNvSpPr txBox="1"/>
              <p:nvPr>
                <p:custDataLst>
                  <p:tags r:id="rId4"/>
                </p:custDataLst>
              </p:nvPr>
            </p:nvSpPr>
            <p:spPr>
              <a:xfrm>
                <a:off x="5776685" y="995645"/>
                <a:ext cx="3108046" cy="579559"/>
              </a:xfrm>
              <a:prstGeom prst="rect">
                <a:avLst/>
              </a:prstGeom>
              <a:noFill/>
            </p:spPr>
            <p:txBody>
              <a:bodyPr wrap="square" rtlCol="0">
                <a:spAutoFit/>
              </a:bodyPr>
              <a:lstStyle/>
              <a:p>
                <a:pPr algn="ctr">
                  <a:lnSpc>
                    <a:spcPct val="120000"/>
                  </a:lnSpc>
                </a:pPr>
                <a:r>
                  <a:rPr lang="zh-CN" altLang="en-US" sz="2000" b="1" dirty="0">
                    <a:solidFill>
                      <a:schemeClr val="bg1"/>
                    </a:solidFill>
                    <a:latin typeface="+mn-ea"/>
                    <a:ea typeface="+mn-ea"/>
                  </a:rPr>
                  <a:t>技术可行性</a:t>
                </a:r>
                <a:endParaRPr lang="zh-CN" altLang="en-US" sz="2000" b="1" dirty="0">
                  <a:solidFill>
                    <a:schemeClr val="bg1"/>
                  </a:solidFill>
                  <a:latin typeface="+mn-ea"/>
                  <a:ea typeface="+mn-ea"/>
                </a:endParaRPr>
              </a:p>
            </p:txBody>
          </p:sp>
          <p:sp>
            <p:nvSpPr>
              <p:cNvPr id="47" name="TextBox 17"/>
              <p:cNvSpPr txBox="1"/>
              <p:nvPr>
                <p:custDataLst>
                  <p:tags r:id="rId5"/>
                </p:custDataLst>
              </p:nvPr>
            </p:nvSpPr>
            <p:spPr>
              <a:xfrm>
                <a:off x="3938139" y="1776693"/>
                <a:ext cx="6807854" cy="857747"/>
              </a:xfrm>
              <a:prstGeom prst="rect">
                <a:avLst/>
              </a:prstGeom>
              <a:noFill/>
            </p:spPr>
            <p:txBody>
              <a:bodyPr wrap="square" rtlCol="0">
                <a:spAutoFit/>
              </a:bodyPr>
              <a:lstStyle/>
              <a:p>
                <a:pPr algn="just">
                  <a:lnSpc>
                    <a:spcPct val="120000"/>
                  </a:lnSpc>
                </a:pPr>
                <a:r>
                  <a:rPr lang="zh-CN" altLang="en-US" sz="1600" dirty="0">
                    <a:solidFill>
                      <a:schemeClr val="tx1"/>
                    </a:solidFill>
                    <a:latin typeface="Noto Sans SC" panose="020B0200000000000000" charset="-122"/>
                    <a:ea typeface="Noto Sans SC" panose="020B0200000000000000" charset="-122"/>
                    <a:cs typeface="Noto Sans SC" panose="020B0200000000000000" charset="-122"/>
                  </a:rPr>
                  <a:t>所有工具链（</a:t>
                </a:r>
                <a:r>
                  <a:rPr lang="en-US" altLang="zh-CN" sz="1600" dirty="0">
                    <a:solidFill>
                      <a:schemeClr val="tx1"/>
                    </a:solidFill>
                    <a:latin typeface="Noto Sans SC" panose="020B0200000000000000" charset="-122"/>
                    <a:ea typeface="Noto Sans SC" panose="020B0200000000000000" charset="-122"/>
                    <a:cs typeface="Noto Sans SC" panose="020B0200000000000000" charset="-122"/>
                  </a:rPr>
                  <a:t>Webots、Blender、AirSim、Python）</a:t>
                </a:r>
                <a:r>
                  <a:rPr lang="zh-CN" altLang="en-US" sz="1600" dirty="0">
                    <a:solidFill>
                      <a:schemeClr val="tx1"/>
                    </a:solidFill>
                    <a:latin typeface="Noto Sans SC" panose="020B0200000000000000" charset="-122"/>
                    <a:ea typeface="Noto Sans SC" panose="020B0200000000000000" charset="-122"/>
                    <a:cs typeface="Noto Sans SC" panose="020B0200000000000000" charset="-122"/>
                  </a:rPr>
                  <a:t>均为开源/免费，</a:t>
                </a:r>
                <a:r>
                  <a:rPr lang="en-US" altLang="zh-CN" sz="1600" dirty="0">
                    <a:solidFill>
                      <a:schemeClr val="tx1"/>
                    </a:solidFill>
                    <a:latin typeface="Noto Sans SC" panose="020B0200000000000000" charset="-122"/>
                    <a:ea typeface="Noto Sans SC" panose="020B0200000000000000" charset="-122"/>
                    <a:cs typeface="Noto Sans SC" panose="020B0200000000000000" charset="-122"/>
                  </a:rPr>
                  <a:t>CBMBA A*</a:t>
                </a:r>
                <a:r>
                  <a:rPr lang="zh-CN" altLang="en-US" sz="1600" dirty="0">
                    <a:solidFill>
                      <a:schemeClr val="tx1"/>
                    </a:solidFill>
                    <a:latin typeface="Noto Sans SC" panose="020B0200000000000000" charset="-122"/>
                    <a:ea typeface="Noto Sans SC" panose="020B0200000000000000" charset="-122"/>
                    <a:cs typeface="Noto Sans SC" panose="020B0200000000000000" charset="-122"/>
                  </a:rPr>
                  <a:t>算法已有成熟理论基础</a:t>
                </a:r>
                <a:endParaRPr lang="zh-CN" altLang="en-US" sz="1600" dirty="0">
                  <a:solidFill>
                    <a:schemeClr val="tx1"/>
                  </a:solidFill>
                  <a:latin typeface="Noto Sans SC" panose="020B0200000000000000" charset="-122"/>
                  <a:ea typeface="Noto Sans SC" panose="020B0200000000000000" charset="-122"/>
                  <a:cs typeface="Noto Sans SC" panose="020B0200000000000000" charset="-122"/>
                </a:endParaRPr>
              </a:p>
            </p:txBody>
          </p:sp>
        </p:grpSp>
        <p:grpSp>
          <p:nvGrpSpPr>
            <p:cNvPr id="31" name="组合 30"/>
            <p:cNvGrpSpPr/>
            <p:nvPr/>
          </p:nvGrpSpPr>
          <p:grpSpPr>
            <a:xfrm>
              <a:off x="3751263" y="2741895"/>
              <a:ext cx="7119177" cy="1686748"/>
              <a:chOff x="3751263" y="2741895"/>
              <a:chExt cx="7119177" cy="1686748"/>
            </a:xfrm>
          </p:grpSpPr>
          <p:sp>
            <p:nvSpPr>
              <p:cNvPr id="38" name="Rectangle 11"/>
              <p:cNvSpPr>
                <a:spLocks noChangeArrowheads="1"/>
              </p:cNvSpPr>
              <p:nvPr>
                <p:custDataLst>
                  <p:tags r:id="rId6"/>
                </p:custDataLst>
              </p:nvPr>
            </p:nvSpPr>
            <p:spPr bwMode="auto">
              <a:xfrm>
                <a:off x="3751263" y="3081414"/>
                <a:ext cx="7119177" cy="1347229"/>
              </a:xfrm>
              <a:prstGeom prst="rect">
                <a:avLst/>
              </a:prstGeom>
              <a:solidFill>
                <a:srgbClr val="FFFFFF"/>
              </a:solidFill>
              <a:ln w="9" cap="flat">
                <a:solidFill>
                  <a:schemeClr val="bg2">
                    <a:lumMod val="75000"/>
                  </a:schemeClr>
                </a:solidFill>
                <a:prstDash val="solid"/>
                <a:miter lim="800000"/>
              </a:ln>
            </p:spPr>
            <p:txBody>
              <a:bodyPr vert="horz" wrap="square" lIns="91440" tIns="45720" rIns="91440" bIns="45720" numCol="1" anchor="t" anchorCtr="0" compatLnSpc="1"/>
              <a:lstStyle/>
              <a:p>
                <a:pPr>
                  <a:lnSpc>
                    <a:spcPct val="120000"/>
                  </a:lnSpc>
                </a:pPr>
                <a:endParaRPr lang="zh-CN" altLang="en-US" sz="1600">
                  <a:solidFill>
                    <a:srgbClr val="213555"/>
                  </a:solidFill>
                </a:endParaRPr>
              </a:p>
            </p:txBody>
          </p:sp>
          <p:sp>
            <p:nvSpPr>
              <p:cNvPr id="40" name="Rectangle 12"/>
              <p:cNvSpPr>
                <a:spLocks noChangeArrowheads="1"/>
              </p:cNvSpPr>
              <p:nvPr>
                <p:custDataLst>
                  <p:tags r:id="rId7"/>
                </p:custDataLst>
              </p:nvPr>
            </p:nvSpPr>
            <p:spPr bwMode="auto">
              <a:xfrm>
                <a:off x="5540009" y="2741895"/>
                <a:ext cx="3581400" cy="584278"/>
              </a:xfrm>
              <a:prstGeom prst="rect">
                <a:avLst/>
              </a:prstGeom>
              <a:solidFill>
                <a:srgbClr val="244C89"/>
              </a:solidFill>
              <a:ln w="1905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nSpc>
                    <a:spcPct val="120000"/>
                  </a:lnSpc>
                </a:pPr>
                <a:endParaRPr lang="zh-CN" altLang="en-US" sz="1600">
                  <a:solidFill>
                    <a:srgbClr val="213555"/>
                  </a:solidFill>
                </a:endParaRPr>
              </a:p>
            </p:txBody>
          </p:sp>
          <p:sp>
            <p:nvSpPr>
              <p:cNvPr id="41" name="TextBox 18"/>
              <p:cNvSpPr txBox="1"/>
              <p:nvPr>
                <p:custDataLst>
                  <p:tags r:id="rId8"/>
                </p:custDataLst>
              </p:nvPr>
            </p:nvSpPr>
            <p:spPr>
              <a:xfrm>
                <a:off x="5776685" y="2750677"/>
                <a:ext cx="3108046" cy="579559"/>
              </a:xfrm>
              <a:prstGeom prst="rect">
                <a:avLst/>
              </a:prstGeom>
              <a:noFill/>
            </p:spPr>
            <p:txBody>
              <a:bodyPr wrap="square" rtlCol="0">
                <a:spAutoFit/>
              </a:bodyPr>
              <a:lstStyle/>
              <a:p>
                <a:pPr algn="ctr">
                  <a:lnSpc>
                    <a:spcPct val="120000"/>
                  </a:lnSpc>
                </a:pPr>
                <a:r>
                  <a:rPr lang="zh-CN" altLang="en-US" sz="2000" b="1" dirty="0">
                    <a:solidFill>
                      <a:schemeClr val="bg1"/>
                    </a:solidFill>
                    <a:latin typeface="+mn-ea"/>
                  </a:rPr>
                  <a:t>数据可行性</a:t>
                </a:r>
                <a:endParaRPr lang="zh-CN" altLang="en-US" sz="2000" b="1" dirty="0">
                  <a:solidFill>
                    <a:schemeClr val="bg1"/>
                  </a:solidFill>
                  <a:latin typeface="+mn-ea"/>
                </a:endParaRPr>
              </a:p>
            </p:txBody>
          </p:sp>
          <p:sp>
            <p:nvSpPr>
              <p:cNvPr id="43" name="TextBox 19"/>
              <p:cNvSpPr txBox="1"/>
              <p:nvPr>
                <p:custDataLst>
                  <p:tags r:id="rId9"/>
                </p:custDataLst>
              </p:nvPr>
            </p:nvSpPr>
            <p:spPr>
              <a:xfrm>
                <a:off x="3938139" y="3509957"/>
                <a:ext cx="6807854" cy="857747"/>
              </a:xfrm>
              <a:prstGeom prst="rect">
                <a:avLst/>
              </a:prstGeom>
              <a:noFill/>
            </p:spPr>
            <p:txBody>
              <a:bodyPr wrap="square" rtlCol="0">
                <a:spAutoFit/>
              </a:bodyPr>
              <a:lstStyle>
                <a:defPPr>
                  <a:defRPr lang="zh-CN"/>
                </a:defPPr>
                <a:lvl1pPr>
                  <a:defRPr>
                    <a:solidFill>
                      <a:schemeClr val="accent1"/>
                    </a:solidFill>
                    <a:latin typeface="+mn-ea"/>
                    <a:ea typeface="+mn-ea"/>
                  </a:defRPr>
                </a:lvl1pPr>
              </a:lstStyle>
              <a:p>
                <a:pPr algn="just">
                  <a:lnSpc>
                    <a:spcPct val="120000"/>
                  </a:lnSpc>
                </a:pPr>
                <a:r>
                  <a:rPr lang="en-US" altLang="zh-CN" sz="1600" dirty="0">
                    <a:solidFill>
                      <a:schemeClr val="tx1"/>
                    </a:solidFill>
                    <a:latin typeface="Noto Sans SC" panose="020B0200000000000000" charset="-122"/>
                    <a:ea typeface="Noto Sans SC" panose="020B0200000000000000" charset="-122"/>
                    <a:cs typeface="Noto Sans SC" panose="020B0200000000000000" charset="-122"/>
                  </a:rPr>
                  <a:t>OpenStreetMap</a:t>
                </a:r>
                <a:r>
                  <a:rPr lang="zh-CN" altLang="en-US" sz="1600" dirty="0">
                    <a:solidFill>
                      <a:schemeClr val="tx1"/>
                    </a:solidFill>
                    <a:latin typeface="Noto Sans SC" panose="020B0200000000000000" charset="-122"/>
                    <a:ea typeface="Noto Sans SC" panose="020B0200000000000000" charset="-122"/>
                    <a:cs typeface="Noto Sans SC" panose="020B0200000000000000" charset="-122"/>
                  </a:rPr>
                  <a:t>提供免费真实城市建筑数据，可获取不少于50栋建筑的三维信息</a:t>
                </a:r>
                <a:endParaRPr lang="zh-CN" altLang="en-US" sz="1600" dirty="0">
                  <a:solidFill>
                    <a:schemeClr val="tx1"/>
                  </a:solidFill>
                  <a:latin typeface="Noto Sans SC" panose="020B0200000000000000" charset="-122"/>
                  <a:ea typeface="Noto Sans SC" panose="020B0200000000000000" charset="-122"/>
                  <a:cs typeface="Noto Sans SC" panose="020B0200000000000000" charset="-122"/>
                </a:endParaRPr>
              </a:p>
            </p:txBody>
          </p:sp>
        </p:grpSp>
        <p:grpSp>
          <p:nvGrpSpPr>
            <p:cNvPr id="32" name="组合 31"/>
            <p:cNvGrpSpPr/>
            <p:nvPr/>
          </p:nvGrpSpPr>
          <p:grpSpPr>
            <a:xfrm>
              <a:off x="3751263" y="4494495"/>
              <a:ext cx="7119177" cy="1686819"/>
              <a:chOff x="3751263" y="4494495"/>
              <a:chExt cx="7119177" cy="1686819"/>
            </a:xfrm>
          </p:grpSpPr>
          <p:sp>
            <p:nvSpPr>
              <p:cNvPr id="34" name="Rectangle 14"/>
              <p:cNvSpPr>
                <a:spLocks noChangeArrowheads="1"/>
              </p:cNvSpPr>
              <p:nvPr>
                <p:custDataLst>
                  <p:tags r:id="rId10"/>
                </p:custDataLst>
              </p:nvPr>
            </p:nvSpPr>
            <p:spPr bwMode="auto">
              <a:xfrm>
                <a:off x="3751263" y="4832429"/>
                <a:ext cx="7119177" cy="1348885"/>
              </a:xfrm>
              <a:prstGeom prst="rect">
                <a:avLst/>
              </a:prstGeom>
              <a:solidFill>
                <a:srgbClr val="FFFFFF"/>
              </a:solidFill>
              <a:ln w="9" cap="flat">
                <a:solidFill>
                  <a:schemeClr val="bg2">
                    <a:lumMod val="75000"/>
                  </a:schemeClr>
                </a:solidFill>
                <a:prstDash val="solid"/>
                <a:miter lim="800000"/>
              </a:ln>
            </p:spPr>
            <p:txBody>
              <a:bodyPr vert="horz" wrap="square" lIns="91440" tIns="45720" rIns="91440" bIns="45720" numCol="1" anchor="t" anchorCtr="0" compatLnSpc="1"/>
              <a:lstStyle/>
              <a:p>
                <a:pPr>
                  <a:lnSpc>
                    <a:spcPct val="120000"/>
                  </a:lnSpc>
                </a:pPr>
                <a:endParaRPr lang="zh-CN" altLang="en-US" sz="1600">
                  <a:solidFill>
                    <a:srgbClr val="213555"/>
                  </a:solidFill>
                </a:endParaRPr>
              </a:p>
            </p:txBody>
          </p:sp>
          <p:sp>
            <p:nvSpPr>
              <p:cNvPr id="35" name="Rectangle 15"/>
              <p:cNvSpPr>
                <a:spLocks noChangeArrowheads="1"/>
              </p:cNvSpPr>
              <p:nvPr>
                <p:custDataLst>
                  <p:tags r:id="rId11"/>
                </p:custDataLst>
              </p:nvPr>
            </p:nvSpPr>
            <p:spPr bwMode="auto">
              <a:xfrm>
                <a:off x="5540009" y="4494495"/>
                <a:ext cx="3581400" cy="584278"/>
              </a:xfrm>
              <a:prstGeom prst="rect">
                <a:avLst/>
              </a:prstGeom>
              <a:solidFill>
                <a:srgbClr val="244C89"/>
              </a:solidFill>
              <a:ln w="1905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nSpc>
                    <a:spcPct val="120000"/>
                  </a:lnSpc>
                </a:pPr>
                <a:endParaRPr lang="zh-CN" altLang="en-US" sz="1600">
                  <a:solidFill>
                    <a:srgbClr val="213555"/>
                  </a:solidFill>
                </a:endParaRPr>
              </a:p>
            </p:txBody>
          </p:sp>
          <p:sp>
            <p:nvSpPr>
              <p:cNvPr id="36" name="TextBox 20"/>
              <p:cNvSpPr txBox="1"/>
              <p:nvPr>
                <p:custDataLst>
                  <p:tags r:id="rId12"/>
                </p:custDataLst>
              </p:nvPr>
            </p:nvSpPr>
            <p:spPr>
              <a:xfrm>
                <a:off x="5776685" y="4497591"/>
                <a:ext cx="3108046" cy="672288"/>
              </a:xfrm>
              <a:prstGeom prst="rect">
                <a:avLst/>
              </a:prstGeom>
              <a:noFill/>
            </p:spPr>
            <p:txBody>
              <a:bodyPr wrap="square" rtlCol="0">
                <a:spAutoFit/>
              </a:bodyPr>
              <a:lstStyle/>
              <a:p>
                <a:pPr algn="ctr">
                  <a:lnSpc>
                    <a:spcPct val="120000"/>
                  </a:lnSpc>
                </a:pPr>
                <a:r>
                  <a:rPr lang="zh-CN" altLang="en-US" sz="2400" b="1" dirty="0">
                    <a:solidFill>
                      <a:schemeClr val="bg1"/>
                    </a:solidFill>
                    <a:latin typeface="+mn-ea"/>
                  </a:rPr>
                  <a:t>团队可行性</a:t>
                </a:r>
                <a:endParaRPr lang="zh-CN" altLang="en-US" sz="2400" b="1" dirty="0">
                  <a:solidFill>
                    <a:schemeClr val="bg1"/>
                  </a:solidFill>
                  <a:latin typeface="+mn-ea"/>
                </a:endParaRPr>
              </a:p>
            </p:txBody>
          </p:sp>
          <p:sp>
            <p:nvSpPr>
              <p:cNvPr id="37" name="TextBox 21"/>
              <p:cNvSpPr txBox="1"/>
              <p:nvPr>
                <p:custDataLst>
                  <p:tags r:id="rId13"/>
                </p:custDataLst>
              </p:nvPr>
            </p:nvSpPr>
            <p:spPr>
              <a:xfrm>
                <a:off x="3938139" y="5256871"/>
                <a:ext cx="6807854" cy="486030"/>
              </a:xfrm>
              <a:prstGeom prst="rect">
                <a:avLst/>
              </a:prstGeom>
              <a:noFill/>
            </p:spPr>
            <p:txBody>
              <a:bodyPr wrap="square" rtlCol="0">
                <a:spAutoFit/>
              </a:bodyPr>
              <a:lstStyle>
                <a:defPPr>
                  <a:defRPr lang="zh-CN"/>
                </a:defPPr>
                <a:lvl1pPr>
                  <a:defRPr>
                    <a:solidFill>
                      <a:schemeClr val="accent1"/>
                    </a:solidFill>
                    <a:latin typeface="+mn-ea"/>
                    <a:ea typeface="+mn-ea"/>
                  </a:defRPr>
                </a:lvl1pPr>
              </a:lstStyle>
              <a:p>
                <a:pPr algn="just">
                  <a:lnSpc>
                    <a:spcPct val="120000"/>
                  </a:lnSpc>
                </a:pPr>
                <a:r>
                  <a:rPr lang="zh-CN" altLang="en-US" sz="1600" dirty="0">
                    <a:solidFill>
                      <a:schemeClr val="tx1"/>
                    </a:solidFill>
                    <a:latin typeface="Noto Sans SC" panose="020B0200000000000000" charset="-122"/>
                    <a:ea typeface="Noto Sans SC" panose="020B0200000000000000" charset="-122"/>
                  </a:rPr>
                  <a:t>分阶段目标明确，每月有可验证里程碑，时间安排合理</a:t>
                </a:r>
                <a:endParaRPr lang="zh-CN" altLang="en-US" sz="1600" dirty="0">
                  <a:solidFill>
                    <a:schemeClr val="tx1"/>
                  </a:solidFill>
                  <a:latin typeface="Noto Sans SC" panose="020B0200000000000000" charset="-122"/>
                  <a:ea typeface="Noto Sans SC" panose="020B0200000000000000" charset="-122"/>
                </a:endParaRPr>
              </a:p>
            </p:txBody>
          </p:sp>
        </p:grpSp>
        <p:sp>
          <p:nvSpPr>
            <p:cNvPr id="33" name="TextBox 22"/>
            <p:cNvSpPr txBox="1"/>
            <p:nvPr/>
          </p:nvSpPr>
          <p:spPr>
            <a:xfrm>
              <a:off x="1438197" y="3072904"/>
              <a:ext cx="1499007" cy="1158006"/>
            </a:xfrm>
            <a:prstGeom prst="rect">
              <a:avLst/>
            </a:prstGeom>
            <a:noFill/>
          </p:spPr>
          <p:txBody>
            <a:bodyPr wrap="square" rtlCol="0">
              <a:spAutoFit/>
            </a:bodyPr>
            <a:lstStyle/>
            <a:p>
              <a:pPr algn="ctr">
                <a:lnSpc>
                  <a:spcPct val="120000"/>
                </a:lnSpc>
              </a:pPr>
              <a:r>
                <a:rPr lang="zh-CN" altLang="en-US" sz="2400" b="1" dirty="0" smtClean="0">
                  <a:solidFill>
                    <a:schemeClr val="bg1"/>
                  </a:solidFill>
                  <a:latin typeface="+mn-ea"/>
                </a:rPr>
                <a:t>可行性说明</a:t>
              </a:r>
              <a:endParaRPr lang="en-US" altLang="zh-CN" sz="2400" b="1" dirty="0">
                <a:solidFill>
                  <a:schemeClr val="bg1"/>
                </a:solidFill>
                <a:latin typeface="+mn-ea"/>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1+#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4318"/>
            <a:ext cx="12192000" cy="6858000"/>
          </a:xfrm>
          <a:prstGeom prst="rect">
            <a:avLst/>
          </a:prstGeom>
          <a:noFill/>
          <a:ln w="25400" cap="flat" cmpd="sng">
            <a:noFill/>
            <a:prstDash val="solid"/>
            <a:round/>
          </a:ln>
        </p:spPr>
      </p:pic>
      <p:sp>
        <p:nvSpPr>
          <p:cNvPr id="3" name="AutoShape 3"/>
          <p:cNvSpPr/>
          <p:nvPr/>
        </p:nvSpPr>
        <p:spPr>
          <a:xfrm>
            <a:off x="393700" y="444500"/>
            <a:ext cx="11404600" cy="5956300"/>
          </a:xfrm>
          <a:prstGeom prst="roundRect">
            <a:avLst>
              <a:gd name="adj" fmla="val 0"/>
            </a:avLst>
          </a:prstGeom>
          <a:solidFill>
            <a:srgbClr val="FFFFFF">
              <a:alpha val="100000"/>
            </a:srgbClr>
          </a:solidFill>
          <a:ln w="25400" cap="flat" cmpd="sng">
            <a:noFill/>
            <a:prstDash val="solid"/>
            <a:round/>
          </a:ln>
          <a:effectLst>
            <a:outerShdw blurRad="190500" dist="63500" dir="2700000" algn="tl" rotWithShape="0">
              <a:srgbClr val="000000">
                <a:alpha val="30000"/>
              </a:srgbClr>
            </a:outerShdw>
          </a:effectLst>
        </p:spPr>
        <p:txBody>
          <a:bodyPr vert="horz" wrap="square" lIns="63500" tIns="63500" rIns="63500" bIns="63500" rtlCol="0" anchor="ctr"/>
          <a:lstStyle/>
          <a:p>
            <a:pPr algn="ctr">
              <a:defRPr/>
            </a:pPr>
          </a:p>
        </p:txBody>
      </p:sp>
      <p:sp>
        <p:nvSpPr>
          <p:cNvPr id="4" name="Freeform 4"/>
          <p:cNvSpPr/>
          <p:nvPr/>
        </p:nvSpPr>
        <p:spPr>
          <a:xfrm>
            <a:off x="863600" y="863600"/>
            <a:ext cx="441095" cy="525189"/>
          </a:xfrm>
          <a:custGeom>
            <a:avLst/>
            <a:gdLst/>
            <a:ahLst/>
            <a:cxnLst/>
            <a:rect l="l" t="t" r="r" b="b"/>
            <a:pathLst>
              <a:path w="441095" h="525189">
                <a:moveTo>
                  <a:pt x="220958" y="0"/>
                </a:moveTo>
                <a:lnTo>
                  <a:pt x="331027" y="65754"/>
                </a:lnTo>
                <a:lnTo>
                  <a:pt x="441095" y="131508"/>
                </a:lnTo>
                <a:lnTo>
                  <a:pt x="441095" y="262174"/>
                </a:lnTo>
                <a:lnTo>
                  <a:pt x="441095" y="393682"/>
                </a:lnTo>
                <a:lnTo>
                  <a:pt x="331027" y="459436"/>
                </a:lnTo>
                <a:lnTo>
                  <a:pt x="220958" y="525189"/>
                </a:lnTo>
                <a:lnTo>
                  <a:pt x="110068" y="459436"/>
                </a:lnTo>
                <a:lnTo>
                  <a:pt x="0" y="393682"/>
                </a:lnTo>
                <a:lnTo>
                  <a:pt x="0" y="262174"/>
                </a:lnTo>
                <a:lnTo>
                  <a:pt x="0" y="131508"/>
                </a:lnTo>
                <a:lnTo>
                  <a:pt x="110068" y="65754"/>
                </a:lnTo>
                <a:lnTo>
                  <a:pt x="220958" y="0"/>
                </a:lnTo>
                <a:close/>
                <a:moveTo>
                  <a:pt x="220958" y="44679"/>
                </a:moveTo>
                <a:lnTo>
                  <a:pt x="312134" y="98631"/>
                </a:lnTo>
                <a:lnTo>
                  <a:pt x="404132" y="153426"/>
                </a:lnTo>
                <a:lnTo>
                  <a:pt x="404132" y="262174"/>
                </a:lnTo>
                <a:lnTo>
                  <a:pt x="404132" y="371763"/>
                </a:lnTo>
                <a:lnTo>
                  <a:pt x="312134" y="425715"/>
                </a:lnTo>
                <a:lnTo>
                  <a:pt x="220958" y="480511"/>
                </a:lnTo>
                <a:lnTo>
                  <a:pt x="128961" y="425715"/>
                </a:lnTo>
                <a:lnTo>
                  <a:pt x="37785" y="371763"/>
                </a:lnTo>
                <a:lnTo>
                  <a:pt x="37785" y="262174"/>
                </a:lnTo>
                <a:lnTo>
                  <a:pt x="37785" y="153426"/>
                </a:lnTo>
                <a:lnTo>
                  <a:pt x="128961" y="98631"/>
                </a:lnTo>
                <a:lnTo>
                  <a:pt x="220958" y="44679"/>
                </a:lnTo>
                <a:close/>
                <a:moveTo>
                  <a:pt x="176602" y="383565"/>
                </a:moveTo>
                <a:lnTo>
                  <a:pt x="301456" y="383565"/>
                </a:lnTo>
                <a:cubicBezTo>
                  <a:pt x="304742" y="383565"/>
                  <a:pt x="308027" y="386095"/>
                  <a:pt x="308027" y="390310"/>
                </a:cubicBezTo>
                <a:cubicBezTo>
                  <a:pt x="308027" y="393682"/>
                  <a:pt x="304742" y="397054"/>
                  <a:pt x="301456" y="397054"/>
                </a:cubicBezTo>
                <a:lnTo>
                  <a:pt x="176602" y="397054"/>
                </a:lnTo>
                <a:cubicBezTo>
                  <a:pt x="173317" y="397054"/>
                  <a:pt x="170031" y="393682"/>
                  <a:pt x="170031" y="390310"/>
                </a:cubicBezTo>
                <a:cubicBezTo>
                  <a:pt x="170031" y="386095"/>
                  <a:pt x="173317" y="383565"/>
                  <a:pt x="176602" y="383565"/>
                </a:cubicBezTo>
                <a:close/>
                <a:moveTo>
                  <a:pt x="179066" y="320341"/>
                </a:moveTo>
                <a:lnTo>
                  <a:pt x="248064" y="204006"/>
                </a:lnTo>
                <a:lnTo>
                  <a:pt x="271885" y="219180"/>
                </a:lnTo>
                <a:lnTo>
                  <a:pt x="203709" y="335515"/>
                </a:lnTo>
                <a:lnTo>
                  <a:pt x="179066" y="320341"/>
                </a:lnTo>
                <a:close/>
                <a:moveTo>
                  <a:pt x="130603" y="289993"/>
                </a:moveTo>
                <a:lnTo>
                  <a:pt x="199602" y="174502"/>
                </a:lnTo>
                <a:lnTo>
                  <a:pt x="223422" y="188832"/>
                </a:lnTo>
                <a:lnTo>
                  <a:pt x="155246" y="305167"/>
                </a:lnTo>
                <a:lnTo>
                  <a:pt x="130603" y="289993"/>
                </a:lnTo>
                <a:close/>
                <a:moveTo>
                  <a:pt x="119925" y="384409"/>
                </a:moveTo>
                <a:lnTo>
                  <a:pt x="126497" y="326241"/>
                </a:lnTo>
                <a:lnTo>
                  <a:pt x="173317" y="355746"/>
                </a:lnTo>
                <a:lnTo>
                  <a:pt x="127318" y="388624"/>
                </a:lnTo>
                <a:cubicBezTo>
                  <a:pt x="122390" y="391996"/>
                  <a:pt x="119104" y="390310"/>
                  <a:pt x="119925" y="384409"/>
                </a:cubicBezTo>
                <a:close/>
                <a:moveTo>
                  <a:pt x="218495" y="141624"/>
                </a:moveTo>
                <a:lnTo>
                  <a:pt x="207815" y="158485"/>
                </a:lnTo>
                <a:lnTo>
                  <a:pt x="280921" y="204006"/>
                </a:lnTo>
                <a:lnTo>
                  <a:pt x="290778" y="187146"/>
                </a:lnTo>
                <a:lnTo>
                  <a:pt x="218495" y="141624"/>
                </a:lnTo>
                <a:close/>
                <a:moveTo>
                  <a:pt x="234100" y="116335"/>
                </a:moveTo>
                <a:cubicBezTo>
                  <a:pt x="238208" y="108748"/>
                  <a:pt x="248064" y="106218"/>
                  <a:pt x="255457" y="110433"/>
                </a:cubicBezTo>
                <a:lnTo>
                  <a:pt x="300634" y="139095"/>
                </a:lnTo>
                <a:cubicBezTo>
                  <a:pt x="308027" y="143311"/>
                  <a:pt x="310491" y="153426"/>
                  <a:pt x="306385" y="161013"/>
                </a:cubicBezTo>
                <a:lnTo>
                  <a:pt x="299813" y="171972"/>
                </a:lnTo>
                <a:lnTo>
                  <a:pt x="227529" y="126450"/>
                </a:lnTo>
                <a:lnTo>
                  <a:pt x="234100" y="116335"/>
                </a:lnTo>
                <a:close/>
              </a:path>
            </a:pathLst>
          </a:custGeom>
          <a:solidFill>
            <a:srgbClr val="244C89">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511300" y="1130300"/>
            <a:ext cx="1981200" cy="317500"/>
          </a:xfrm>
          <a:prstGeom prst="rect">
            <a:avLst/>
          </a:prstGeom>
          <a:noFill/>
          <a:ln w="12700" cap="flat" cmpd="sng">
            <a:noFill/>
            <a:prstDash val="solid"/>
            <a:round/>
          </a:ln>
        </p:spPr>
        <p:txBody>
          <a:bodyPr vert="horz" wrap="square" lIns="0" tIns="0" rIns="0" bIns="50800" rtlCol="0" anchor="t" anchorCtr="0"/>
          <a:lstStyle/>
          <a:p>
            <a:pPr marL="0" indent="0" algn="l">
              <a:lnSpc>
                <a:spcPts val="2300"/>
              </a:lnSpc>
              <a:defRPr/>
            </a:pPr>
            <a:r>
              <a:rPr lang="en-US" sz="1400" b="0" i="0" u="none" strike="noStrike" dirty="0">
                <a:solidFill>
                  <a:srgbClr val="313D51"/>
                </a:solidFill>
                <a:latin typeface="Calibri" panose="020F0502020204030204"/>
                <a:ea typeface="Calibri" panose="020F0502020204030204"/>
                <a:cs typeface="Calibri" panose="020F0502020204030204"/>
                <a:sym typeface="Calibri" panose="020F0502020204030204"/>
              </a:rPr>
              <a:t>TECHNICAL ROADMAP</a:t>
            </a:r>
            <a:endParaRPr lang="en-US" sz="1100" dirty="0"/>
          </a:p>
        </p:txBody>
      </p:sp>
      <p:sp>
        <p:nvSpPr>
          <p:cNvPr id="6" name="AutoShape 6"/>
          <p:cNvSpPr/>
          <p:nvPr/>
        </p:nvSpPr>
        <p:spPr>
          <a:xfrm>
            <a:off x="1409700" y="749300"/>
            <a:ext cx="3632200" cy="457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17000"/>
              </a:lnSpc>
              <a:defRPr/>
            </a:pPr>
            <a:r>
              <a:rPr lang="en-US" sz="2400" b="1" i="0" u="none" strike="noStrike" dirty="0" err="1">
                <a:solidFill>
                  <a:srgbClr val="244C89"/>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技术路线图</a:t>
            </a:r>
            <a:endParaRPr lang="en-US" sz="1100" dirty="0"/>
          </a:p>
        </p:txBody>
      </p:sp>
      <p:sp>
        <p:nvSpPr>
          <p:cNvPr id="7" name="AutoShape 7"/>
          <p:cNvSpPr/>
          <p:nvPr/>
        </p:nvSpPr>
        <p:spPr>
          <a:xfrm>
            <a:off x="1304695" y="1828800"/>
            <a:ext cx="1016000" cy="1016000"/>
          </a:xfrm>
          <a:prstGeom prst="ellipse">
            <a:avLst/>
          </a:prstGeom>
          <a:solidFill>
            <a:srgbClr val="244C89">
              <a:alpha val="100000"/>
            </a:srgbClr>
          </a:solidFill>
          <a:ln w="25400" cap="flat" cmpd="sng">
            <a:noFill/>
            <a:prstDash val="solid"/>
            <a:round/>
          </a:ln>
        </p:spPr>
        <p:txBody>
          <a:bodyPr vert="horz" wrap="square" lIns="0" tIns="0" rIns="0" bIns="0" rtlCol="0" anchor="ctr" anchorCtr="0"/>
          <a:lstStyle/>
          <a:p>
            <a:pPr marL="0" indent="0" algn="ctr">
              <a:lnSpc>
                <a:spcPct val="100000"/>
              </a:lnSpc>
              <a:defRPr/>
            </a:pPr>
            <a:r>
              <a:rPr lang="en-US" sz="2000" b="0" i="0" u="none" strike="noStrike">
                <a:solidFill>
                  <a:srgbClr val="FFFFFF"/>
                </a:solidFill>
                <a:latin typeface="Agency FB" panose="020B0503020202020204"/>
                <a:ea typeface="Agency FB" panose="020B0503020202020204"/>
                <a:cs typeface="Agency FB" panose="020B0503020202020204"/>
                <a:sym typeface="Agency FB" panose="020B0503020202020204"/>
              </a:rPr>
              <a:t>Step 01</a:t>
            </a:r>
            <a:endParaRPr lang="en-US" sz="1100"/>
          </a:p>
        </p:txBody>
      </p:sp>
      <p:sp>
        <p:nvSpPr>
          <p:cNvPr id="8" name="AutoShape 8"/>
          <p:cNvSpPr/>
          <p:nvPr/>
        </p:nvSpPr>
        <p:spPr>
          <a:xfrm>
            <a:off x="6384695" y="1828800"/>
            <a:ext cx="1016000" cy="1016000"/>
          </a:xfrm>
          <a:prstGeom prst="ellipse">
            <a:avLst/>
          </a:prstGeom>
          <a:solidFill>
            <a:srgbClr val="244C89">
              <a:alpha val="100000"/>
            </a:srgbClr>
          </a:solidFill>
          <a:ln w="25400" cap="flat" cmpd="sng">
            <a:noFill/>
            <a:prstDash val="solid"/>
            <a:round/>
          </a:ln>
        </p:spPr>
        <p:txBody>
          <a:bodyPr vert="horz" wrap="square" lIns="0" tIns="0" rIns="0" bIns="0" rtlCol="0" anchor="ctr" anchorCtr="0"/>
          <a:lstStyle/>
          <a:p>
            <a:pPr marL="0" indent="0" algn="ctr">
              <a:lnSpc>
                <a:spcPct val="100000"/>
              </a:lnSpc>
              <a:defRPr/>
            </a:pPr>
            <a:r>
              <a:rPr lang="en-US" sz="2000" b="0" i="0" u="none" strike="noStrike">
                <a:solidFill>
                  <a:srgbClr val="FFFFFF"/>
                </a:solidFill>
                <a:latin typeface="Agency FB" panose="020B0503020202020204"/>
                <a:ea typeface="Agency FB" panose="020B0503020202020204"/>
                <a:cs typeface="Agency FB" panose="020B0503020202020204"/>
                <a:sym typeface="Agency FB" panose="020B0503020202020204"/>
              </a:rPr>
              <a:t>Step 02</a:t>
            </a:r>
            <a:endParaRPr lang="en-US" sz="1100"/>
          </a:p>
        </p:txBody>
      </p:sp>
      <p:sp>
        <p:nvSpPr>
          <p:cNvPr id="9" name="AutoShape 9"/>
          <p:cNvSpPr/>
          <p:nvPr/>
        </p:nvSpPr>
        <p:spPr>
          <a:xfrm>
            <a:off x="1304695" y="3383915"/>
            <a:ext cx="1016000" cy="1016000"/>
          </a:xfrm>
          <a:prstGeom prst="ellipse">
            <a:avLst/>
          </a:prstGeom>
          <a:solidFill>
            <a:srgbClr val="244C89">
              <a:alpha val="100000"/>
            </a:srgbClr>
          </a:solidFill>
          <a:ln w="25400" cap="flat" cmpd="sng">
            <a:noFill/>
            <a:prstDash val="solid"/>
            <a:round/>
          </a:ln>
        </p:spPr>
        <p:txBody>
          <a:bodyPr vert="horz" wrap="square" lIns="0" tIns="0" rIns="0" bIns="0" rtlCol="0" anchor="ctr" anchorCtr="0"/>
          <a:lstStyle/>
          <a:p>
            <a:pPr marL="0" indent="0" algn="ctr">
              <a:lnSpc>
                <a:spcPct val="100000"/>
              </a:lnSpc>
              <a:defRPr/>
            </a:pPr>
            <a:r>
              <a:rPr lang="en-US" sz="2000" b="0" i="0" u="none" strike="noStrike">
                <a:solidFill>
                  <a:srgbClr val="FFFFFF"/>
                </a:solidFill>
                <a:latin typeface="Agency FB" panose="020B0503020202020204"/>
                <a:ea typeface="Agency FB" panose="020B0503020202020204"/>
                <a:cs typeface="Agency FB" panose="020B0503020202020204"/>
                <a:sym typeface="Agency FB" panose="020B0503020202020204"/>
              </a:rPr>
              <a:t>Step 03</a:t>
            </a:r>
            <a:endParaRPr lang="en-US" sz="1100"/>
          </a:p>
        </p:txBody>
      </p:sp>
      <p:sp>
        <p:nvSpPr>
          <p:cNvPr id="10" name="AutoShape 10"/>
          <p:cNvSpPr/>
          <p:nvPr/>
        </p:nvSpPr>
        <p:spPr>
          <a:xfrm>
            <a:off x="6384695" y="3383915"/>
            <a:ext cx="1016000" cy="1016000"/>
          </a:xfrm>
          <a:prstGeom prst="ellipse">
            <a:avLst/>
          </a:prstGeom>
          <a:solidFill>
            <a:srgbClr val="244C89">
              <a:alpha val="100000"/>
            </a:srgbClr>
          </a:solidFill>
          <a:ln w="25400" cap="flat" cmpd="sng">
            <a:noFill/>
            <a:prstDash val="solid"/>
            <a:round/>
          </a:ln>
        </p:spPr>
        <p:txBody>
          <a:bodyPr vert="horz" wrap="square" lIns="0" tIns="0" rIns="0" bIns="0" rtlCol="0" anchor="ctr" anchorCtr="0"/>
          <a:lstStyle/>
          <a:p>
            <a:pPr marL="0" indent="0" algn="ctr">
              <a:lnSpc>
                <a:spcPct val="100000"/>
              </a:lnSpc>
              <a:defRPr/>
            </a:pPr>
            <a:r>
              <a:rPr lang="en-US" sz="2000" b="0" i="0" u="none" strike="noStrike">
                <a:solidFill>
                  <a:srgbClr val="FFFFFF"/>
                </a:solidFill>
                <a:latin typeface="Agency FB" panose="020B0503020202020204"/>
                <a:ea typeface="Agency FB" panose="020B0503020202020204"/>
                <a:cs typeface="Agency FB" panose="020B0503020202020204"/>
                <a:sym typeface="Agency FB" panose="020B0503020202020204"/>
              </a:rPr>
              <a:t>Step 04</a:t>
            </a:r>
            <a:endParaRPr lang="en-US" sz="1100"/>
          </a:p>
        </p:txBody>
      </p:sp>
      <p:sp>
        <p:nvSpPr>
          <p:cNvPr id="11" name="AutoShape 11"/>
          <p:cNvSpPr/>
          <p:nvPr/>
        </p:nvSpPr>
        <p:spPr>
          <a:xfrm>
            <a:off x="2447695" y="1828800"/>
            <a:ext cx="2667000" cy="3556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b="1" i="0" u="none" strike="noStrike">
                <a:solidFill>
                  <a:srgbClr val="313D51"/>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场景数据获取 &amp; 建模</a:t>
            </a:r>
            <a:endParaRPr lang="en-US" sz="1400"/>
          </a:p>
        </p:txBody>
      </p:sp>
      <p:sp>
        <p:nvSpPr>
          <p:cNvPr id="12" name="AutoShape 12"/>
          <p:cNvSpPr/>
          <p:nvPr/>
        </p:nvSpPr>
        <p:spPr>
          <a:xfrm>
            <a:off x="2447695" y="2273300"/>
            <a:ext cx="2667000" cy="889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600" b="0" i="0" u="none" strike="noStrike" dirty="0" err="1">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OpenStreetMap获取数据，Blender三维建模与Webots仿真环境搭建</a:t>
            </a:r>
            <a:r>
              <a:rPr lang="en-US" sz="16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600" dirty="0"/>
          </a:p>
        </p:txBody>
      </p:sp>
      <p:sp>
        <p:nvSpPr>
          <p:cNvPr id="13" name="AutoShape 13"/>
          <p:cNvSpPr/>
          <p:nvPr/>
        </p:nvSpPr>
        <p:spPr>
          <a:xfrm>
            <a:off x="7527695" y="1828800"/>
            <a:ext cx="2667000" cy="3556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b="1" i="0" u="none" strike="noStrike">
                <a:solidFill>
                  <a:srgbClr val="313D51"/>
                </a:solidFill>
                <a:latin typeface="Noto Sans SC" panose="020B0200000000000000" charset="-122"/>
                <a:ea typeface="Noto Sans SC" panose="020B0200000000000000" charset="-122"/>
                <a:cs typeface="Noto Sans SC" panose="020B0200000000000000" charset="-122"/>
                <a:sym typeface="Noto Sans SC" panose="020B0200000000000000" charset="-122"/>
              </a:rPr>
              <a:t>地图构建 &amp; 全局规划</a:t>
            </a:r>
            <a:endParaRPr lang="en-US" sz="1400"/>
          </a:p>
        </p:txBody>
      </p:sp>
      <p:sp>
        <p:nvSpPr>
          <p:cNvPr id="14" name="AutoShape 14"/>
          <p:cNvSpPr/>
          <p:nvPr/>
        </p:nvSpPr>
        <p:spPr>
          <a:xfrm>
            <a:off x="7527695" y="2273300"/>
            <a:ext cx="2667000" cy="889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600" b="0" i="0" u="none" strike="noStrike" dirty="0" err="1">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OctoMap八叉树地图构建，改进CBMBA</a:t>
            </a:r>
            <a:r>
              <a:rPr lang="en-US" sz="16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 A*</a:t>
            </a:r>
            <a:r>
              <a:rPr lang="en-US" sz="1600" b="0" i="0" u="none" strike="noStrike" dirty="0" err="1">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全局路径规划算法</a:t>
            </a:r>
            <a:r>
              <a:rPr lang="en-US" sz="16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600" dirty="0"/>
          </a:p>
        </p:txBody>
      </p:sp>
      <p:sp>
        <p:nvSpPr>
          <p:cNvPr id="15" name="AutoShape 15"/>
          <p:cNvSpPr/>
          <p:nvPr/>
        </p:nvSpPr>
        <p:spPr>
          <a:xfrm>
            <a:off x="2447695" y="3383915"/>
            <a:ext cx="2667000" cy="3556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b="1" i="0" u="none" strike="noStrike">
                <a:solidFill>
                  <a:srgbClr val="313D51"/>
                </a:solidFill>
                <a:latin typeface="Noto Sans SC" panose="020B0200000000000000" charset="-122"/>
                <a:ea typeface="Noto Sans SC" panose="020B0200000000000000" charset="-122"/>
                <a:cs typeface="Noto Sans SC" panose="020B0200000000000000" charset="-122"/>
                <a:sym typeface="Noto Sans SC" panose="020B0200000000000000" charset="-122"/>
              </a:rPr>
              <a:t>传感器模拟 &amp; 局部避障</a:t>
            </a:r>
            <a:endParaRPr lang="en-US" sz="1400"/>
          </a:p>
        </p:txBody>
      </p:sp>
      <p:sp>
        <p:nvSpPr>
          <p:cNvPr id="16" name="AutoShape 16"/>
          <p:cNvSpPr/>
          <p:nvPr/>
        </p:nvSpPr>
        <p:spPr>
          <a:xfrm>
            <a:off x="2447695" y="3828415"/>
            <a:ext cx="2667000" cy="889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600" b="0" i="0" u="none" strike="noStrike" dirty="0" err="1">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机载传感器模拟，改进人工势场法实现动态局部避障</a:t>
            </a:r>
            <a:r>
              <a:rPr lang="en-US" sz="16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600" dirty="0"/>
          </a:p>
        </p:txBody>
      </p:sp>
      <p:sp>
        <p:nvSpPr>
          <p:cNvPr id="17" name="AutoShape 17"/>
          <p:cNvSpPr/>
          <p:nvPr/>
        </p:nvSpPr>
        <p:spPr>
          <a:xfrm>
            <a:off x="7527695" y="3383915"/>
            <a:ext cx="2667000" cy="3556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b="1" i="0" u="none" strike="noStrike">
                <a:solidFill>
                  <a:srgbClr val="313D51"/>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算法融合 &amp; 仿真评估</a:t>
            </a:r>
            <a:endParaRPr lang="en-US" sz="1400"/>
          </a:p>
        </p:txBody>
      </p:sp>
      <p:sp>
        <p:nvSpPr>
          <p:cNvPr id="18" name="AutoShape 18"/>
          <p:cNvSpPr/>
          <p:nvPr/>
        </p:nvSpPr>
        <p:spPr>
          <a:xfrm>
            <a:off x="7527695" y="3828415"/>
            <a:ext cx="2667000" cy="889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600" b="0" i="0" u="none" strike="noStrike" dirty="0" err="1">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全局与局部算法融合，Webots集成仿真与性能量化评估</a:t>
            </a:r>
            <a:r>
              <a:rPr lang="en-US" sz="16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600" dirty="0"/>
          </a:p>
        </p:txBody>
      </p:sp>
      <p:sp>
        <p:nvSpPr>
          <p:cNvPr id="19" name="AutoShape 19"/>
          <p:cNvSpPr/>
          <p:nvPr/>
        </p:nvSpPr>
        <p:spPr>
          <a:xfrm>
            <a:off x="1304695" y="4948682"/>
            <a:ext cx="1016000" cy="1016000"/>
          </a:xfrm>
          <a:prstGeom prst="ellipse">
            <a:avLst/>
          </a:prstGeom>
          <a:solidFill>
            <a:srgbClr val="244C89">
              <a:alpha val="100000"/>
            </a:srgbClr>
          </a:solidFill>
          <a:ln w="25400" cap="flat" cmpd="sng">
            <a:noFill/>
            <a:prstDash val="solid"/>
            <a:round/>
          </a:ln>
        </p:spPr>
        <p:txBody>
          <a:bodyPr vert="horz" wrap="square" lIns="0" tIns="0" rIns="0" bIns="0" rtlCol="0" anchor="ctr" anchorCtr="0"/>
          <a:lstStyle/>
          <a:p>
            <a:pPr marL="0" indent="0" algn="ctr">
              <a:lnSpc>
                <a:spcPct val="100000"/>
              </a:lnSpc>
              <a:defRPr/>
            </a:pPr>
            <a:r>
              <a:rPr lang="en-US" sz="2000" b="0" i="0" u="none" strike="noStrike" dirty="0">
                <a:solidFill>
                  <a:srgbClr val="FFFFFF"/>
                </a:solidFill>
                <a:latin typeface="Agency FB" panose="020B0503020202020204"/>
                <a:ea typeface="Agency FB" panose="020B0503020202020204"/>
                <a:cs typeface="Agency FB" panose="020B0503020202020204"/>
                <a:sym typeface="Agency FB" panose="020B0503020202020204"/>
              </a:rPr>
              <a:t>Step 05</a:t>
            </a:r>
            <a:endParaRPr lang="en-US" sz="1100" dirty="0"/>
          </a:p>
        </p:txBody>
      </p:sp>
      <p:sp>
        <p:nvSpPr>
          <p:cNvPr id="20" name="AutoShape 20"/>
          <p:cNvSpPr/>
          <p:nvPr/>
        </p:nvSpPr>
        <p:spPr>
          <a:xfrm>
            <a:off x="2447695" y="5012182"/>
            <a:ext cx="3048000" cy="3556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b="1" i="0" u="none" strike="noStrike">
                <a:solidFill>
                  <a:srgbClr val="313D51"/>
                </a:solidFill>
                <a:latin typeface="Noto Sans SC" panose="020B0200000000000000" charset="-122"/>
                <a:ea typeface="Noto Sans SC" panose="020B0200000000000000" charset="-122"/>
                <a:cs typeface="Noto Sans SC" panose="020B0200000000000000" charset="-122"/>
                <a:sym typeface="Noto Sans SC" panose="020B0200000000000000" charset="-122"/>
              </a:rPr>
              <a:t>成果可视化展示</a:t>
            </a:r>
            <a:endParaRPr lang="en-US" sz="1400"/>
          </a:p>
        </p:txBody>
      </p:sp>
      <p:sp>
        <p:nvSpPr>
          <p:cNvPr id="21" name="AutoShape 21"/>
          <p:cNvSpPr/>
          <p:nvPr/>
        </p:nvSpPr>
        <p:spPr>
          <a:xfrm>
            <a:off x="2447695" y="5393182"/>
            <a:ext cx="3048000" cy="635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6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AirSim场景重建，UE4渲染制作高真实感演示视频。</a:t>
            </a:r>
            <a:endParaRPr lang="en-US" sz="16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bg/>
                                          </p:spTgt>
                                        </p:tgtEl>
                                        <p:attrNameLst>
                                          <p:attrName>style.visibility</p:attrName>
                                        </p:attrNameLst>
                                      </p:cBhvr>
                                      <p:to>
                                        <p:strVal val="visible"/>
                                      </p:to>
                                    </p:set>
                                    <p:animEffect transition="in" filter="fade">
                                      <p:cBhvr>
                                        <p:cTn id="7" dur="1000"/>
                                        <p:tgtEl>
                                          <p:spTgt spid="7">
                                            <p:bg/>
                                          </p:spTgt>
                                        </p:tgtEl>
                                      </p:cBhvr>
                                    </p:animEffect>
                                    <p:anim calcmode="lin" valueType="num">
                                      <p:cBhvr>
                                        <p:cTn id="8" dur="1000" fill="hold"/>
                                        <p:tgtEl>
                                          <p:spTgt spid="7">
                                            <p:bg/>
                                          </p:spTgt>
                                        </p:tgtEl>
                                        <p:attrNameLst>
                                          <p:attrName>ppt_x</p:attrName>
                                        </p:attrNameLst>
                                      </p:cBhvr>
                                      <p:tavLst>
                                        <p:tav tm="0">
                                          <p:val>
                                            <p:strVal val="#ppt_x"/>
                                          </p:val>
                                        </p:tav>
                                        <p:tav tm="100000">
                                          <p:val>
                                            <p:strVal val="#ppt_x"/>
                                          </p:val>
                                        </p:tav>
                                      </p:tavLst>
                                    </p:anim>
                                    <p:anim calcmode="lin" valueType="num">
                                      <p:cBhvr>
                                        <p:cTn id="9" dur="1000" fill="hold"/>
                                        <p:tgtEl>
                                          <p:spTgt spid="7">
                                            <p:bg/>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1000"/>
                                        <p:tgtEl>
                                          <p:spTgt spid="7">
                                            <p:txEl>
                                              <p:pRg st="0" end="0"/>
                                            </p:txEl>
                                          </p:spTgt>
                                        </p:tgtEl>
                                      </p:cBhvr>
                                    </p:animEffect>
                                    <p:anim calcmode="lin" valueType="num">
                                      <p:cBhvr>
                                        <p:cTn id="13"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bg/>
                                          </p:spTgt>
                                        </p:tgtEl>
                                        <p:attrNameLst>
                                          <p:attrName>style.visibility</p:attrName>
                                        </p:attrNameLst>
                                      </p:cBhvr>
                                      <p:to>
                                        <p:strVal val="visible"/>
                                      </p:to>
                                    </p:set>
                                    <p:animEffect transition="in" filter="fade">
                                      <p:cBhvr>
                                        <p:cTn id="17" dur="1000"/>
                                        <p:tgtEl>
                                          <p:spTgt spid="8">
                                            <p:bg/>
                                          </p:spTgt>
                                        </p:tgtEl>
                                      </p:cBhvr>
                                    </p:animEffect>
                                    <p:anim calcmode="lin" valueType="num">
                                      <p:cBhvr>
                                        <p:cTn id="18" dur="1000" fill="hold"/>
                                        <p:tgtEl>
                                          <p:spTgt spid="8">
                                            <p:bg/>
                                          </p:spTgt>
                                        </p:tgtEl>
                                        <p:attrNameLst>
                                          <p:attrName>ppt_x</p:attrName>
                                        </p:attrNameLst>
                                      </p:cBhvr>
                                      <p:tavLst>
                                        <p:tav tm="0">
                                          <p:val>
                                            <p:strVal val="#ppt_x"/>
                                          </p:val>
                                        </p:tav>
                                        <p:tav tm="100000">
                                          <p:val>
                                            <p:strVal val="#ppt_x"/>
                                          </p:val>
                                        </p:tav>
                                      </p:tavLst>
                                    </p:anim>
                                    <p:anim calcmode="lin" valueType="num">
                                      <p:cBhvr>
                                        <p:cTn id="19" dur="1000" fill="hold"/>
                                        <p:tgtEl>
                                          <p:spTgt spid="8">
                                            <p:bg/>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8">
                                            <p:txEl>
                                              <p:pRg st="0" end="0"/>
                                            </p:txEl>
                                          </p:spTgt>
                                        </p:tgtEl>
                                        <p:attrNameLst>
                                          <p:attrName>style.visibility</p:attrName>
                                        </p:attrNameLst>
                                      </p:cBhvr>
                                      <p:to>
                                        <p:strVal val="visible"/>
                                      </p:to>
                                    </p:set>
                                    <p:animEffect transition="in" filter="fade">
                                      <p:cBhvr>
                                        <p:cTn id="22" dur="1000"/>
                                        <p:tgtEl>
                                          <p:spTgt spid="8">
                                            <p:txEl>
                                              <p:pRg st="0" end="0"/>
                                            </p:txEl>
                                          </p:spTgt>
                                        </p:tgtEl>
                                      </p:cBhvr>
                                    </p:animEffect>
                                    <p:anim calcmode="lin" valueType="num">
                                      <p:cBhvr>
                                        <p:cTn id="23"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24" dur="1000" fill="hold"/>
                                        <p:tgtEl>
                                          <p:spTgt spid="8">
                                            <p:txEl>
                                              <p:pRg st="0" end="0"/>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9">
                                            <p:bg/>
                                          </p:spTgt>
                                        </p:tgtEl>
                                        <p:attrNameLst>
                                          <p:attrName>style.visibility</p:attrName>
                                        </p:attrNameLst>
                                      </p:cBhvr>
                                      <p:to>
                                        <p:strVal val="visible"/>
                                      </p:to>
                                    </p:set>
                                    <p:animEffect transition="in" filter="fade">
                                      <p:cBhvr>
                                        <p:cTn id="27" dur="1000"/>
                                        <p:tgtEl>
                                          <p:spTgt spid="9">
                                            <p:bg/>
                                          </p:spTgt>
                                        </p:tgtEl>
                                      </p:cBhvr>
                                    </p:animEffect>
                                    <p:anim calcmode="lin" valueType="num">
                                      <p:cBhvr>
                                        <p:cTn id="28" dur="1000" fill="hold"/>
                                        <p:tgtEl>
                                          <p:spTgt spid="9">
                                            <p:bg/>
                                          </p:spTgt>
                                        </p:tgtEl>
                                        <p:attrNameLst>
                                          <p:attrName>ppt_x</p:attrName>
                                        </p:attrNameLst>
                                      </p:cBhvr>
                                      <p:tavLst>
                                        <p:tav tm="0">
                                          <p:val>
                                            <p:strVal val="#ppt_x"/>
                                          </p:val>
                                        </p:tav>
                                        <p:tav tm="100000">
                                          <p:val>
                                            <p:strVal val="#ppt_x"/>
                                          </p:val>
                                        </p:tav>
                                      </p:tavLst>
                                    </p:anim>
                                    <p:anim calcmode="lin" valueType="num">
                                      <p:cBhvr>
                                        <p:cTn id="29" dur="1000" fill="hold"/>
                                        <p:tgtEl>
                                          <p:spTgt spid="9">
                                            <p:bg/>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9">
                                            <p:txEl>
                                              <p:pRg st="0" end="0"/>
                                            </p:txEl>
                                          </p:spTgt>
                                        </p:tgtEl>
                                        <p:attrNameLst>
                                          <p:attrName>style.visibility</p:attrName>
                                        </p:attrNameLst>
                                      </p:cBhvr>
                                      <p:to>
                                        <p:strVal val="visible"/>
                                      </p:to>
                                    </p:set>
                                    <p:animEffect transition="in" filter="fade">
                                      <p:cBhvr>
                                        <p:cTn id="32" dur="1000"/>
                                        <p:tgtEl>
                                          <p:spTgt spid="9">
                                            <p:txEl>
                                              <p:pRg st="0" end="0"/>
                                            </p:txEl>
                                          </p:spTgt>
                                        </p:tgtEl>
                                      </p:cBhvr>
                                    </p:animEffect>
                                    <p:anim calcmode="lin" valueType="num">
                                      <p:cBhvr>
                                        <p:cTn id="33"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34" dur="1000" fill="hold"/>
                                        <p:tgtEl>
                                          <p:spTgt spid="9">
                                            <p:txEl>
                                              <p:pRg st="0" end="0"/>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0">
                                            <p:bg/>
                                          </p:spTgt>
                                        </p:tgtEl>
                                        <p:attrNameLst>
                                          <p:attrName>style.visibility</p:attrName>
                                        </p:attrNameLst>
                                      </p:cBhvr>
                                      <p:to>
                                        <p:strVal val="visible"/>
                                      </p:to>
                                    </p:set>
                                    <p:animEffect transition="in" filter="fade">
                                      <p:cBhvr>
                                        <p:cTn id="37" dur="1000"/>
                                        <p:tgtEl>
                                          <p:spTgt spid="10">
                                            <p:bg/>
                                          </p:spTgt>
                                        </p:tgtEl>
                                      </p:cBhvr>
                                    </p:animEffect>
                                    <p:anim calcmode="lin" valueType="num">
                                      <p:cBhvr>
                                        <p:cTn id="38" dur="1000" fill="hold"/>
                                        <p:tgtEl>
                                          <p:spTgt spid="10">
                                            <p:bg/>
                                          </p:spTgt>
                                        </p:tgtEl>
                                        <p:attrNameLst>
                                          <p:attrName>ppt_x</p:attrName>
                                        </p:attrNameLst>
                                      </p:cBhvr>
                                      <p:tavLst>
                                        <p:tav tm="0">
                                          <p:val>
                                            <p:strVal val="#ppt_x"/>
                                          </p:val>
                                        </p:tav>
                                        <p:tav tm="100000">
                                          <p:val>
                                            <p:strVal val="#ppt_x"/>
                                          </p:val>
                                        </p:tav>
                                      </p:tavLst>
                                    </p:anim>
                                    <p:anim calcmode="lin" valueType="num">
                                      <p:cBhvr>
                                        <p:cTn id="39" dur="1000" fill="hold"/>
                                        <p:tgtEl>
                                          <p:spTgt spid="10">
                                            <p:bg/>
                                          </p:spTgt>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0">
                                            <p:txEl>
                                              <p:pRg st="0" end="0"/>
                                            </p:txEl>
                                          </p:spTgt>
                                        </p:tgtEl>
                                        <p:attrNameLst>
                                          <p:attrName>style.visibility</p:attrName>
                                        </p:attrNameLst>
                                      </p:cBhvr>
                                      <p:to>
                                        <p:strVal val="visible"/>
                                      </p:to>
                                    </p:set>
                                    <p:animEffect transition="in" filter="fade">
                                      <p:cBhvr>
                                        <p:cTn id="42" dur="1000"/>
                                        <p:tgtEl>
                                          <p:spTgt spid="10">
                                            <p:txEl>
                                              <p:pRg st="0" end="0"/>
                                            </p:txEl>
                                          </p:spTgt>
                                        </p:tgtEl>
                                      </p:cBhvr>
                                    </p:animEffect>
                                    <p:anim calcmode="lin" valueType="num">
                                      <p:cBhvr>
                                        <p:cTn id="43"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0" end="0"/>
                                            </p:txEl>
                                          </p:spTgt>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1">
                                            <p:txEl>
                                              <p:pRg st="0" end="0"/>
                                            </p:txEl>
                                          </p:spTgt>
                                        </p:tgtEl>
                                        <p:attrNameLst>
                                          <p:attrName>style.visibility</p:attrName>
                                        </p:attrNameLst>
                                      </p:cBhvr>
                                      <p:to>
                                        <p:strVal val="visible"/>
                                      </p:to>
                                    </p:set>
                                    <p:animEffect transition="in" filter="fade">
                                      <p:cBhvr>
                                        <p:cTn id="47" dur="1000"/>
                                        <p:tgtEl>
                                          <p:spTgt spid="11">
                                            <p:txEl>
                                              <p:pRg st="0" end="0"/>
                                            </p:txEl>
                                          </p:spTgt>
                                        </p:tgtEl>
                                      </p:cBhvr>
                                    </p:animEffect>
                                    <p:anim calcmode="lin" valueType="num">
                                      <p:cBhvr>
                                        <p:cTn id="48"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49" dur="1000" fill="hold"/>
                                        <p:tgtEl>
                                          <p:spTgt spid="11">
                                            <p:txEl>
                                              <p:pRg st="0" end="0"/>
                                            </p:txEl>
                                          </p:spTgt>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2">
                                            <p:txEl>
                                              <p:pRg st="0" end="0"/>
                                            </p:txEl>
                                          </p:spTgt>
                                        </p:tgtEl>
                                        <p:attrNameLst>
                                          <p:attrName>style.visibility</p:attrName>
                                        </p:attrNameLst>
                                      </p:cBhvr>
                                      <p:to>
                                        <p:strVal val="visible"/>
                                      </p:to>
                                    </p:set>
                                    <p:animEffect transition="in" filter="fade">
                                      <p:cBhvr>
                                        <p:cTn id="52" dur="1000"/>
                                        <p:tgtEl>
                                          <p:spTgt spid="12">
                                            <p:txEl>
                                              <p:pRg st="0" end="0"/>
                                            </p:txEl>
                                          </p:spTgt>
                                        </p:tgtEl>
                                      </p:cBhvr>
                                    </p:animEffect>
                                    <p:anim calcmode="lin" valueType="num">
                                      <p:cBhvr>
                                        <p:cTn id="53"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54" dur="1000" fill="hold"/>
                                        <p:tgtEl>
                                          <p:spTgt spid="12">
                                            <p:txEl>
                                              <p:pRg st="0" end="0"/>
                                            </p:txEl>
                                          </p:spTgt>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3">
                                            <p:txEl>
                                              <p:pRg st="0" end="0"/>
                                            </p:txEl>
                                          </p:spTgt>
                                        </p:tgtEl>
                                        <p:attrNameLst>
                                          <p:attrName>style.visibility</p:attrName>
                                        </p:attrNameLst>
                                      </p:cBhvr>
                                      <p:to>
                                        <p:strVal val="visible"/>
                                      </p:to>
                                    </p:set>
                                    <p:animEffect transition="in" filter="fade">
                                      <p:cBhvr>
                                        <p:cTn id="57" dur="1000"/>
                                        <p:tgtEl>
                                          <p:spTgt spid="13">
                                            <p:txEl>
                                              <p:pRg st="0" end="0"/>
                                            </p:txEl>
                                          </p:spTgt>
                                        </p:tgtEl>
                                      </p:cBhvr>
                                    </p:animEffect>
                                    <p:anim calcmode="lin" valueType="num">
                                      <p:cBhvr>
                                        <p:cTn id="58"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59" dur="1000" fill="hold"/>
                                        <p:tgtEl>
                                          <p:spTgt spid="13">
                                            <p:txEl>
                                              <p:pRg st="0" end="0"/>
                                            </p:txEl>
                                          </p:spTgt>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4">
                                            <p:txEl>
                                              <p:pRg st="0" end="0"/>
                                            </p:txEl>
                                          </p:spTgt>
                                        </p:tgtEl>
                                        <p:attrNameLst>
                                          <p:attrName>style.visibility</p:attrName>
                                        </p:attrNameLst>
                                      </p:cBhvr>
                                      <p:to>
                                        <p:strVal val="visible"/>
                                      </p:to>
                                    </p:set>
                                    <p:animEffect transition="in" filter="fade">
                                      <p:cBhvr>
                                        <p:cTn id="62" dur="1000"/>
                                        <p:tgtEl>
                                          <p:spTgt spid="14">
                                            <p:txEl>
                                              <p:pRg st="0" end="0"/>
                                            </p:txEl>
                                          </p:spTgt>
                                        </p:tgtEl>
                                      </p:cBhvr>
                                    </p:animEffect>
                                    <p:anim calcmode="lin" valueType="num">
                                      <p:cBhvr>
                                        <p:cTn id="63"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64" dur="1000" fill="hold"/>
                                        <p:tgtEl>
                                          <p:spTgt spid="14">
                                            <p:txEl>
                                              <p:pRg st="0" end="0"/>
                                            </p:txEl>
                                          </p:spTgt>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5">
                                            <p:txEl>
                                              <p:pRg st="0" end="0"/>
                                            </p:txEl>
                                          </p:spTgt>
                                        </p:tgtEl>
                                        <p:attrNameLst>
                                          <p:attrName>style.visibility</p:attrName>
                                        </p:attrNameLst>
                                      </p:cBhvr>
                                      <p:to>
                                        <p:strVal val="visible"/>
                                      </p:to>
                                    </p:set>
                                    <p:animEffect transition="in" filter="fade">
                                      <p:cBhvr>
                                        <p:cTn id="67" dur="1000"/>
                                        <p:tgtEl>
                                          <p:spTgt spid="15">
                                            <p:txEl>
                                              <p:pRg st="0" end="0"/>
                                            </p:txEl>
                                          </p:spTgt>
                                        </p:tgtEl>
                                      </p:cBhvr>
                                    </p:animEffect>
                                    <p:anim calcmode="lin" valueType="num">
                                      <p:cBhvr>
                                        <p:cTn id="68"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69" dur="1000" fill="hold"/>
                                        <p:tgtEl>
                                          <p:spTgt spid="15">
                                            <p:txEl>
                                              <p:pRg st="0" end="0"/>
                                            </p:txEl>
                                          </p:spTgt>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6">
                                            <p:txEl>
                                              <p:pRg st="0" end="0"/>
                                            </p:txEl>
                                          </p:spTgt>
                                        </p:tgtEl>
                                        <p:attrNameLst>
                                          <p:attrName>style.visibility</p:attrName>
                                        </p:attrNameLst>
                                      </p:cBhvr>
                                      <p:to>
                                        <p:strVal val="visible"/>
                                      </p:to>
                                    </p:set>
                                    <p:animEffect transition="in" filter="fade">
                                      <p:cBhvr>
                                        <p:cTn id="72" dur="1000"/>
                                        <p:tgtEl>
                                          <p:spTgt spid="16">
                                            <p:txEl>
                                              <p:pRg st="0" end="0"/>
                                            </p:txEl>
                                          </p:spTgt>
                                        </p:tgtEl>
                                      </p:cBhvr>
                                    </p:animEffect>
                                    <p:anim calcmode="lin" valueType="num">
                                      <p:cBhvr>
                                        <p:cTn id="73" dur="1000" fill="hold"/>
                                        <p:tgtEl>
                                          <p:spTgt spid="16">
                                            <p:txEl>
                                              <p:pRg st="0" end="0"/>
                                            </p:txEl>
                                          </p:spTgt>
                                        </p:tgtEl>
                                        <p:attrNameLst>
                                          <p:attrName>ppt_x</p:attrName>
                                        </p:attrNameLst>
                                      </p:cBhvr>
                                      <p:tavLst>
                                        <p:tav tm="0">
                                          <p:val>
                                            <p:strVal val="#ppt_x"/>
                                          </p:val>
                                        </p:tav>
                                        <p:tav tm="100000">
                                          <p:val>
                                            <p:strVal val="#ppt_x"/>
                                          </p:val>
                                        </p:tav>
                                      </p:tavLst>
                                    </p:anim>
                                    <p:anim calcmode="lin" valueType="num">
                                      <p:cBhvr>
                                        <p:cTn id="74" dur="1000" fill="hold"/>
                                        <p:tgtEl>
                                          <p:spTgt spid="16">
                                            <p:txEl>
                                              <p:pRg st="0" end="0"/>
                                            </p:txEl>
                                          </p:spTgt>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17">
                                            <p:txEl>
                                              <p:pRg st="0" end="0"/>
                                            </p:txEl>
                                          </p:spTgt>
                                        </p:tgtEl>
                                        <p:attrNameLst>
                                          <p:attrName>style.visibility</p:attrName>
                                        </p:attrNameLst>
                                      </p:cBhvr>
                                      <p:to>
                                        <p:strVal val="visible"/>
                                      </p:to>
                                    </p:set>
                                    <p:animEffect transition="in" filter="fade">
                                      <p:cBhvr>
                                        <p:cTn id="77" dur="1000"/>
                                        <p:tgtEl>
                                          <p:spTgt spid="17">
                                            <p:txEl>
                                              <p:pRg st="0" end="0"/>
                                            </p:txEl>
                                          </p:spTgt>
                                        </p:tgtEl>
                                      </p:cBhvr>
                                    </p:animEffect>
                                    <p:anim calcmode="lin" valueType="num">
                                      <p:cBhvr>
                                        <p:cTn id="78"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79" dur="1000" fill="hold"/>
                                        <p:tgtEl>
                                          <p:spTgt spid="17">
                                            <p:txEl>
                                              <p:pRg st="0" end="0"/>
                                            </p:txEl>
                                          </p:spTgt>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8">
                                            <p:txEl>
                                              <p:pRg st="0" end="0"/>
                                            </p:txEl>
                                          </p:spTgt>
                                        </p:tgtEl>
                                        <p:attrNameLst>
                                          <p:attrName>style.visibility</p:attrName>
                                        </p:attrNameLst>
                                      </p:cBhvr>
                                      <p:to>
                                        <p:strVal val="visible"/>
                                      </p:to>
                                    </p:set>
                                    <p:animEffect transition="in" filter="fade">
                                      <p:cBhvr>
                                        <p:cTn id="82" dur="1000"/>
                                        <p:tgtEl>
                                          <p:spTgt spid="18">
                                            <p:txEl>
                                              <p:pRg st="0" end="0"/>
                                            </p:txEl>
                                          </p:spTgt>
                                        </p:tgtEl>
                                      </p:cBhvr>
                                    </p:animEffect>
                                    <p:anim calcmode="lin" valueType="num">
                                      <p:cBhvr>
                                        <p:cTn id="83" dur="1000" fill="hold"/>
                                        <p:tgtEl>
                                          <p:spTgt spid="18">
                                            <p:txEl>
                                              <p:pRg st="0" end="0"/>
                                            </p:txEl>
                                          </p:spTgt>
                                        </p:tgtEl>
                                        <p:attrNameLst>
                                          <p:attrName>ppt_x</p:attrName>
                                        </p:attrNameLst>
                                      </p:cBhvr>
                                      <p:tavLst>
                                        <p:tav tm="0">
                                          <p:val>
                                            <p:strVal val="#ppt_x"/>
                                          </p:val>
                                        </p:tav>
                                        <p:tav tm="100000">
                                          <p:val>
                                            <p:strVal val="#ppt_x"/>
                                          </p:val>
                                        </p:tav>
                                      </p:tavLst>
                                    </p:anim>
                                    <p:anim calcmode="lin" valueType="num">
                                      <p:cBhvr>
                                        <p:cTn id="84" dur="1000" fill="hold"/>
                                        <p:tgtEl>
                                          <p:spTgt spid="18">
                                            <p:txEl>
                                              <p:pRg st="0" end="0"/>
                                            </p:txEl>
                                          </p:spTgt>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19">
                                            <p:bg/>
                                          </p:spTgt>
                                        </p:tgtEl>
                                        <p:attrNameLst>
                                          <p:attrName>style.visibility</p:attrName>
                                        </p:attrNameLst>
                                      </p:cBhvr>
                                      <p:to>
                                        <p:strVal val="visible"/>
                                      </p:to>
                                    </p:set>
                                    <p:animEffect transition="in" filter="fade">
                                      <p:cBhvr>
                                        <p:cTn id="87" dur="1000"/>
                                        <p:tgtEl>
                                          <p:spTgt spid="19">
                                            <p:bg/>
                                          </p:spTgt>
                                        </p:tgtEl>
                                      </p:cBhvr>
                                    </p:animEffect>
                                    <p:anim calcmode="lin" valueType="num">
                                      <p:cBhvr>
                                        <p:cTn id="88" dur="1000" fill="hold"/>
                                        <p:tgtEl>
                                          <p:spTgt spid="19">
                                            <p:bg/>
                                          </p:spTgt>
                                        </p:tgtEl>
                                        <p:attrNameLst>
                                          <p:attrName>ppt_x</p:attrName>
                                        </p:attrNameLst>
                                      </p:cBhvr>
                                      <p:tavLst>
                                        <p:tav tm="0">
                                          <p:val>
                                            <p:strVal val="#ppt_x"/>
                                          </p:val>
                                        </p:tav>
                                        <p:tav tm="100000">
                                          <p:val>
                                            <p:strVal val="#ppt_x"/>
                                          </p:val>
                                        </p:tav>
                                      </p:tavLst>
                                    </p:anim>
                                    <p:anim calcmode="lin" valueType="num">
                                      <p:cBhvr>
                                        <p:cTn id="89" dur="1000" fill="hold"/>
                                        <p:tgtEl>
                                          <p:spTgt spid="19">
                                            <p:bg/>
                                          </p:spTgt>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19">
                                            <p:txEl>
                                              <p:pRg st="0" end="0"/>
                                            </p:txEl>
                                          </p:spTgt>
                                        </p:tgtEl>
                                        <p:attrNameLst>
                                          <p:attrName>style.visibility</p:attrName>
                                        </p:attrNameLst>
                                      </p:cBhvr>
                                      <p:to>
                                        <p:strVal val="visible"/>
                                      </p:to>
                                    </p:set>
                                    <p:animEffect transition="in" filter="fade">
                                      <p:cBhvr>
                                        <p:cTn id="92" dur="1000"/>
                                        <p:tgtEl>
                                          <p:spTgt spid="19">
                                            <p:txEl>
                                              <p:pRg st="0" end="0"/>
                                            </p:txEl>
                                          </p:spTgt>
                                        </p:tgtEl>
                                      </p:cBhvr>
                                    </p:animEffect>
                                    <p:anim calcmode="lin" valueType="num">
                                      <p:cBhvr>
                                        <p:cTn id="93" dur="10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94" dur="1000" fill="hold"/>
                                        <p:tgtEl>
                                          <p:spTgt spid="19">
                                            <p:txEl>
                                              <p:pRg st="0" end="0"/>
                                            </p:txEl>
                                          </p:spTgt>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20">
                                            <p:txEl>
                                              <p:pRg st="0" end="0"/>
                                            </p:txEl>
                                          </p:spTgt>
                                        </p:tgtEl>
                                        <p:attrNameLst>
                                          <p:attrName>style.visibility</p:attrName>
                                        </p:attrNameLst>
                                      </p:cBhvr>
                                      <p:to>
                                        <p:strVal val="visible"/>
                                      </p:to>
                                    </p:set>
                                    <p:animEffect transition="in" filter="fade">
                                      <p:cBhvr>
                                        <p:cTn id="97" dur="1000"/>
                                        <p:tgtEl>
                                          <p:spTgt spid="20">
                                            <p:txEl>
                                              <p:pRg st="0" end="0"/>
                                            </p:txEl>
                                          </p:spTgt>
                                        </p:tgtEl>
                                      </p:cBhvr>
                                    </p:animEffect>
                                    <p:anim calcmode="lin" valueType="num">
                                      <p:cBhvr>
                                        <p:cTn id="98"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99" dur="1000" fill="hold"/>
                                        <p:tgtEl>
                                          <p:spTgt spid="20">
                                            <p:txEl>
                                              <p:pRg st="0" end="0"/>
                                            </p:txEl>
                                          </p:spTgt>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21">
                                            <p:txEl>
                                              <p:pRg st="0" end="0"/>
                                            </p:txEl>
                                          </p:spTgt>
                                        </p:tgtEl>
                                        <p:attrNameLst>
                                          <p:attrName>style.visibility</p:attrName>
                                        </p:attrNameLst>
                                      </p:cBhvr>
                                      <p:to>
                                        <p:strVal val="visible"/>
                                      </p:to>
                                    </p:set>
                                    <p:animEffect transition="in" filter="fade">
                                      <p:cBhvr>
                                        <p:cTn id="102" dur="1000"/>
                                        <p:tgtEl>
                                          <p:spTgt spid="21">
                                            <p:txEl>
                                              <p:pRg st="0" end="0"/>
                                            </p:txEl>
                                          </p:spTgt>
                                        </p:tgtEl>
                                      </p:cBhvr>
                                    </p:animEffect>
                                    <p:anim calcmode="lin" valueType="num">
                                      <p:cBhvr>
                                        <p:cTn id="103" dur="1000" fill="hold"/>
                                        <p:tgtEl>
                                          <p:spTgt spid="21">
                                            <p:txEl>
                                              <p:pRg st="0" end="0"/>
                                            </p:txEl>
                                          </p:spTgt>
                                        </p:tgtEl>
                                        <p:attrNameLst>
                                          <p:attrName>ppt_x</p:attrName>
                                        </p:attrNameLst>
                                      </p:cBhvr>
                                      <p:tavLst>
                                        <p:tav tm="0">
                                          <p:val>
                                            <p:strVal val="#ppt_x"/>
                                          </p:val>
                                        </p:tav>
                                        <p:tav tm="100000">
                                          <p:val>
                                            <p:strVal val="#ppt_x"/>
                                          </p:val>
                                        </p:tav>
                                      </p:tavLst>
                                    </p:anim>
                                    <p:anim calcmode="lin" valueType="num">
                                      <p:cBhvr>
                                        <p:cTn id="104" dur="1000" fill="hold"/>
                                        <p:tgtEl>
                                          <p:spTgt spid="21">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build="allAtOnce"/>
      <p:bldP spid="8" grpId="0" animBg="1" build="allAtOnce"/>
      <p:bldP spid="9" grpId="0" animBg="1" build="allAtOnce"/>
      <p:bldP spid="10" grpId="0" animBg="1" build="allAtOnce"/>
      <p:bldP spid="11" grpId="0" build="allAtOnce"/>
      <p:bldP spid="12" grpId="0" build="allAtOnce"/>
      <p:bldP spid="13" grpId="0" build="allAtOnce"/>
      <p:bldP spid="14" grpId="0" build="allAtOnce"/>
      <p:bldP spid="15" grpId="0" build="allAtOnce"/>
      <p:bldP spid="16" grpId="0" build="allAtOnce"/>
      <p:bldP spid="17" grpId="0" build="allAtOnce"/>
      <p:bldP spid="18" grpId="0" build="allAtOnce"/>
      <p:bldP spid="19" grpId="0" animBg="1" build="allAtOnce"/>
      <p:bldP spid="20" grpId="0" build="allAtOnce"/>
      <p:bldP spid="21" grpId="0" build="allAtOnce"/>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5819"/>
            <a:ext cx="12192000" cy="6852181"/>
          </a:xfrm>
          <a:prstGeom prst="rect">
            <a:avLst/>
          </a:prstGeom>
        </p:spPr>
      </p:pic>
      <p:sp>
        <p:nvSpPr>
          <p:cNvPr id="15" name="矩形 14"/>
          <p:cNvSpPr/>
          <p:nvPr/>
        </p:nvSpPr>
        <p:spPr>
          <a:xfrm>
            <a:off x="2449722" y="1931264"/>
            <a:ext cx="7292557" cy="3045469"/>
          </a:xfrm>
          <a:prstGeom prst="rect">
            <a:avLst/>
          </a:prstGeom>
          <a:solidFill>
            <a:srgbClr val="244C89"/>
          </a:solidFill>
          <a:ln>
            <a:no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矩形 16"/>
          <p:cNvSpPr/>
          <p:nvPr/>
        </p:nvSpPr>
        <p:spPr>
          <a:xfrm>
            <a:off x="2679992" y="2159983"/>
            <a:ext cx="6832016" cy="2588032"/>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文本框 23"/>
          <p:cNvSpPr txBox="1"/>
          <p:nvPr/>
        </p:nvSpPr>
        <p:spPr>
          <a:xfrm>
            <a:off x="2865726" y="2443843"/>
            <a:ext cx="1682750" cy="2214880"/>
          </a:xfrm>
          <a:prstGeom prst="rect">
            <a:avLst/>
          </a:prstGeom>
          <a:noFill/>
        </p:spPr>
        <p:txBody>
          <a:bodyPr wrap="none" rtlCol="0">
            <a:spAutoFit/>
          </a:bodyPr>
          <a:lstStyle/>
          <a:p>
            <a:pPr algn="ctr"/>
            <a:r>
              <a:rPr lang="en-US" altLang="zh-CN" sz="13800" dirty="0" smtClean="0">
                <a:solidFill>
                  <a:schemeClr val="bg1"/>
                </a:solidFill>
                <a:latin typeface="Agency FB" panose="020B0503020202020204" pitchFamily="34" charset="0"/>
              </a:rPr>
              <a:t>03</a:t>
            </a:r>
            <a:endParaRPr lang="zh-CN" altLang="en-US" sz="13800" dirty="0">
              <a:solidFill>
                <a:schemeClr val="bg1"/>
              </a:solidFill>
              <a:latin typeface="Agency FB" panose="020B0503020202020204" pitchFamily="34" charset="0"/>
            </a:endParaRPr>
          </a:p>
        </p:txBody>
      </p:sp>
      <p:sp>
        <p:nvSpPr>
          <p:cNvPr id="25" name="文本框 24"/>
          <p:cNvSpPr txBox="1"/>
          <p:nvPr/>
        </p:nvSpPr>
        <p:spPr>
          <a:xfrm>
            <a:off x="4911725" y="2716530"/>
            <a:ext cx="4886960" cy="1527810"/>
          </a:xfrm>
          <a:prstGeom prst="rect">
            <a:avLst/>
          </a:prstGeom>
          <a:noFill/>
        </p:spPr>
        <p:txBody>
          <a:bodyPr wrap="square" rtlCol="0">
            <a:noAutofit/>
            <a:scene3d>
              <a:camera prst="orthographicFront"/>
              <a:lightRig rig="threePt" dir="t"/>
            </a:scene3d>
            <a:sp3d contourW="12700"/>
          </a:bodyPr>
          <a:lstStyle/>
          <a:p>
            <a:r>
              <a:rPr lang="zh-CN" altLang="en-US" sz="3600" b="1" dirty="0">
                <a:solidFill>
                  <a:schemeClr val="bg1"/>
                </a:solidFill>
                <a:latin typeface="思源黑体" panose="020B0500000000000000" pitchFamily="34" charset="-122"/>
                <a:ea typeface="思源黑体" panose="020B0500000000000000" pitchFamily="34" charset="-122"/>
              </a:rPr>
              <a:t>关键技术与实践难点</a:t>
            </a:r>
            <a:endParaRPr lang="zh-CN" altLang="en-US" sz="3600" b="1" dirty="0">
              <a:solidFill>
                <a:schemeClr val="bg1"/>
              </a:solidFill>
              <a:latin typeface="思源黑体" panose="020B0500000000000000" pitchFamily="34" charset="-122"/>
              <a:ea typeface="思源黑体" panose="020B0500000000000000" pitchFamily="34" charset="-122"/>
            </a:endParaRPr>
          </a:p>
        </p:txBody>
      </p:sp>
      <p:cxnSp>
        <p:nvCxnSpPr>
          <p:cNvPr id="27" name="直接连接符 26"/>
          <p:cNvCxnSpPr/>
          <p:nvPr/>
        </p:nvCxnSpPr>
        <p:spPr>
          <a:xfrm>
            <a:off x="4702757" y="2832100"/>
            <a:ext cx="0" cy="1411944"/>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5034394" y="3531006"/>
            <a:ext cx="1282439" cy="441960"/>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理论基础</a:t>
            </a:r>
            <a:endParaRPr lang="zh-CN" altLang="en-US" sz="1200" dirty="0">
              <a:solidFill>
                <a:schemeClr val="bg1"/>
              </a:solidFill>
              <a:latin typeface="思源黑体" panose="020B0500000000000000" pitchFamily="34" charset="-122"/>
              <a:ea typeface="思源黑体" panose="020B0500000000000000" pitchFamily="34" charset="-122"/>
            </a:endParaRPr>
          </a:p>
          <a:p>
            <a:pPr marL="228600" lvl="1" indent="-228600">
              <a:lnSpc>
                <a:spcPct val="120000"/>
              </a:lnSpc>
              <a:buSzPct val="70000"/>
              <a:buFont typeface="Wingdings" panose="05000000000000000000" pitchFamily="2" charset="2"/>
              <a:buChar char="l"/>
            </a:pP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1" name="文本框 9"/>
          <p:cNvSpPr txBox="1"/>
          <p:nvPr/>
        </p:nvSpPr>
        <p:spPr>
          <a:xfrm>
            <a:off x="5034394" y="3792469"/>
            <a:ext cx="1282439"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研究方法</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4" name="文本框 9"/>
          <p:cNvSpPr txBox="1"/>
          <p:nvPr/>
        </p:nvSpPr>
        <p:spPr>
          <a:xfrm>
            <a:off x="6582450" y="3531006"/>
            <a:ext cx="1577282" cy="441960"/>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团队成员</a:t>
            </a:r>
            <a:r>
              <a:rPr lang="zh-CN" altLang="en-US" sz="1200" dirty="0">
                <a:solidFill>
                  <a:schemeClr val="bg1"/>
                </a:solidFill>
                <a:latin typeface="思源黑体" panose="020B0500000000000000" pitchFamily="34" charset="-122"/>
                <a:ea typeface="思源黑体" panose="020B0500000000000000" pitchFamily="34" charset="-122"/>
              </a:rPr>
              <a:t>分工</a:t>
            </a:r>
            <a:endParaRPr lang="zh-CN" altLang="en-US" sz="1200" dirty="0">
              <a:solidFill>
                <a:schemeClr val="bg1"/>
              </a:solidFill>
              <a:latin typeface="思源黑体" panose="020B0500000000000000" pitchFamily="34" charset="-122"/>
              <a:ea typeface="思源黑体" panose="020B0500000000000000" pitchFamily="34" charset="-122"/>
            </a:endParaRPr>
          </a:p>
          <a:p>
            <a:pPr marL="228600" lvl="1" indent="-228600">
              <a:lnSpc>
                <a:spcPct val="120000"/>
              </a:lnSpc>
              <a:buSzPct val="70000"/>
              <a:buFont typeface="Wingdings" panose="05000000000000000000" pitchFamily="2" charset="2"/>
              <a:buChar char="l"/>
            </a:pP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6" name="文本框 9"/>
          <p:cNvSpPr txBox="1"/>
          <p:nvPr/>
        </p:nvSpPr>
        <p:spPr>
          <a:xfrm>
            <a:off x="6582450" y="3792469"/>
            <a:ext cx="2100777" cy="441960"/>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endParaRPr lang="zh-CN" altLang="en-US" sz="1200" dirty="0">
              <a:solidFill>
                <a:schemeClr val="bg1"/>
              </a:solidFill>
              <a:latin typeface="思源黑体" panose="020B0500000000000000" pitchFamily="34" charset="-122"/>
              <a:ea typeface="思源黑体" panose="020B0500000000000000" pitchFamily="34" charset="-122"/>
            </a:endParaRPr>
          </a:p>
          <a:p>
            <a:pPr marL="228600" lvl="1" indent="-228600">
              <a:lnSpc>
                <a:spcPct val="120000"/>
              </a:lnSpc>
              <a:buSzPct val="70000"/>
              <a:buFont typeface="Wingdings" panose="05000000000000000000" pitchFamily="2" charset="2"/>
              <a:buChar char="l"/>
            </a:pP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2" name="文本框 9"/>
          <p:cNvSpPr txBox="1"/>
          <p:nvPr/>
        </p:nvSpPr>
        <p:spPr>
          <a:xfrm>
            <a:off x="5034320" y="4054089"/>
            <a:ext cx="2100777" cy="220980"/>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主要创新点</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Tree>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par>
                                <p:cTn id="10" presetID="21" presetClass="entr" presetSubtype="8"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heel(8)">
                                      <p:cBhvr>
                                        <p:cTn id="12" dur="1000"/>
                                        <p:tgtEl>
                                          <p:spTgt spid="17"/>
                                        </p:tgtEl>
                                      </p:cBhvr>
                                    </p:animEffect>
                                  </p:childTnLst>
                                </p:cTn>
                              </p:par>
                            </p:childTnLst>
                          </p:cTn>
                        </p:par>
                        <p:par>
                          <p:cTn id="13" fill="hold">
                            <p:stCondLst>
                              <p:cond delay="500"/>
                            </p:stCondLst>
                            <p:childTnLst>
                              <p:par>
                                <p:cTn id="14" presetID="53" presetClass="entr" presetSubtype="16"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 calcmode="lin" valueType="num">
                                      <p:cBhvr>
                                        <p:cTn id="16" dur="500" fill="hold"/>
                                        <p:tgtEl>
                                          <p:spTgt spid="24"/>
                                        </p:tgtEl>
                                        <p:attrNameLst>
                                          <p:attrName>ppt_w</p:attrName>
                                        </p:attrNameLst>
                                      </p:cBhvr>
                                      <p:tavLst>
                                        <p:tav tm="0">
                                          <p:val>
                                            <p:fltVal val="0"/>
                                          </p:val>
                                        </p:tav>
                                        <p:tav tm="100000">
                                          <p:val>
                                            <p:strVal val="#ppt_w"/>
                                          </p:val>
                                        </p:tav>
                                      </p:tavLst>
                                    </p:anim>
                                    <p:anim calcmode="lin" valueType="num">
                                      <p:cBhvr>
                                        <p:cTn id="17" dur="500" fill="hold"/>
                                        <p:tgtEl>
                                          <p:spTgt spid="24"/>
                                        </p:tgtEl>
                                        <p:attrNameLst>
                                          <p:attrName>ppt_h</p:attrName>
                                        </p:attrNameLst>
                                      </p:cBhvr>
                                      <p:tavLst>
                                        <p:tav tm="0">
                                          <p:val>
                                            <p:fltVal val="0"/>
                                          </p:val>
                                        </p:tav>
                                        <p:tav tm="100000">
                                          <p:val>
                                            <p:strVal val="#ppt_h"/>
                                          </p:val>
                                        </p:tav>
                                      </p:tavLst>
                                    </p:anim>
                                    <p:animEffect transition="in" filter="fade">
                                      <p:cBhvr>
                                        <p:cTn id="18" dur="500"/>
                                        <p:tgtEl>
                                          <p:spTgt spid="24"/>
                                        </p:tgtEl>
                                      </p:cBhvr>
                                    </p:animEffect>
                                  </p:childTnLst>
                                </p:cTn>
                              </p:par>
                            </p:childTnLst>
                          </p:cTn>
                        </p:par>
                        <p:par>
                          <p:cTn id="19" fill="hold">
                            <p:stCondLst>
                              <p:cond delay="1000"/>
                            </p:stCondLst>
                            <p:childTnLst>
                              <p:par>
                                <p:cTn id="20" presetID="22" presetClass="entr" presetSubtype="1" fill="hold" nodeType="after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up)">
                                      <p:cBhvr>
                                        <p:cTn id="22" dur="500"/>
                                        <p:tgtEl>
                                          <p:spTgt spid="27"/>
                                        </p:tgtEl>
                                      </p:cBhvr>
                                    </p:animEffect>
                                  </p:childTnLst>
                                </p:cTn>
                              </p:par>
                            </p:childTnLst>
                          </p:cTn>
                        </p:par>
                        <p:par>
                          <p:cTn id="23" fill="hold">
                            <p:stCondLst>
                              <p:cond delay="1500"/>
                            </p:stCondLst>
                            <p:childTnLst>
                              <p:par>
                                <p:cTn id="24" presetID="12" presetClass="entr" presetSubtype="2" fill="hold" grpId="0" nodeType="afterEffect">
                                  <p:stCondLst>
                                    <p:cond delay="0"/>
                                  </p:stCondLst>
                                  <p:childTnLst>
                                    <p:set>
                                      <p:cBhvr>
                                        <p:cTn id="25" dur="1" fill="hold">
                                          <p:stCondLst>
                                            <p:cond delay="0"/>
                                          </p:stCondLst>
                                        </p:cTn>
                                        <p:tgtEl>
                                          <p:spTgt spid="25"/>
                                        </p:tgtEl>
                                        <p:attrNameLst>
                                          <p:attrName>style.visibility</p:attrName>
                                        </p:attrNameLst>
                                      </p:cBhvr>
                                      <p:to>
                                        <p:strVal val="visible"/>
                                      </p:to>
                                    </p:set>
                                    <p:anim calcmode="lin" valueType="num">
                                      <p:cBhvr additive="base">
                                        <p:cTn id="26" dur="500"/>
                                        <p:tgtEl>
                                          <p:spTgt spid="25"/>
                                        </p:tgtEl>
                                        <p:attrNameLst>
                                          <p:attrName>ppt_x</p:attrName>
                                        </p:attrNameLst>
                                      </p:cBhvr>
                                      <p:tavLst>
                                        <p:tav tm="0">
                                          <p:val>
                                            <p:strVal val="#ppt_x+#ppt_w*1.125000"/>
                                          </p:val>
                                        </p:tav>
                                        <p:tav tm="100000">
                                          <p:val>
                                            <p:strVal val="#ppt_x"/>
                                          </p:val>
                                        </p:tav>
                                      </p:tavLst>
                                    </p:anim>
                                    <p:animEffect transition="in" filter="wipe(left)">
                                      <p:cBhvr>
                                        <p:cTn id="27" dur="500"/>
                                        <p:tgtEl>
                                          <p:spTgt spid="25"/>
                                        </p:tgtEl>
                                      </p:cBhvr>
                                    </p:animEffect>
                                  </p:childTnLst>
                                </p:cTn>
                              </p:par>
                              <p:par>
                                <p:cTn id="28" presetID="2" presetClass="entr" presetSubtype="2"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fill="hold"/>
                                        <p:tgtEl>
                                          <p:spTgt spid="10"/>
                                        </p:tgtEl>
                                        <p:attrNameLst>
                                          <p:attrName>ppt_x</p:attrName>
                                        </p:attrNameLst>
                                      </p:cBhvr>
                                      <p:tavLst>
                                        <p:tav tm="0">
                                          <p:val>
                                            <p:strVal val="1+#ppt_w/2"/>
                                          </p:val>
                                        </p:tav>
                                        <p:tav tm="100000">
                                          <p:val>
                                            <p:strVal val="#ppt_x"/>
                                          </p:val>
                                        </p:tav>
                                      </p:tavLst>
                                    </p:anim>
                                    <p:anim calcmode="lin" valueType="num">
                                      <p:cBhvr additive="base">
                                        <p:cTn id="31" dur="500" fill="hold"/>
                                        <p:tgtEl>
                                          <p:spTgt spid="10"/>
                                        </p:tgtEl>
                                        <p:attrNameLst>
                                          <p:attrName>ppt_y</p:attrName>
                                        </p:attrNameLst>
                                      </p:cBhvr>
                                      <p:tavLst>
                                        <p:tav tm="0">
                                          <p:val>
                                            <p:strVal val="#ppt_y"/>
                                          </p:val>
                                        </p:tav>
                                        <p:tav tm="100000">
                                          <p:val>
                                            <p:strVal val="#ppt_y"/>
                                          </p:val>
                                        </p:tav>
                                      </p:tavLst>
                                    </p:anim>
                                  </p:childTnLst>
                                </p:cTn>
                              </p:par>
                              <p:par>
                                <p:cTn id="32" presetID="2" presetClass="entr" presetSubtype="2" fill="hold" grpId="0" nodeType="withEffect">
                                  <p:stCondLst>
                                    <p:cond delay="250"/>
                                  </p:stCondLst>
                                  <p:childTnLst>
                                    <p:set>
                                      <p:cBhvr>
                                        <p:cTn id="33" dur="1" fill="hold">
                                          <p:stCondLst>
                                            <p:cond delay="0"/>
                                          </p:stCondLst>
                                        </p:cTn>
                                        <p:tgtEl>
                                          <p:spTgt spid="14"/>
                                        </p:tgtEl>
                                        <p:attrNameLst>
                                          <p:attrName>style.visibility</p:attrName>
                                        </p:attrNameLst>
                                      </p:cBhvr>
                                      <p:to>
                                        <p:strVal val="visible"/>
                                      </p:to>
                                    </p:set>
                                    <p:anim calcmode="lin" valueType="num">
                                      <p:cBhvr additive="base">
                                        <p:cTn id="34" dur="500" fill="hold"/>
                                        <p:tgtEl>
                                          <p:spTgt spid="14"/>
                                        </p:tgtEl>
                                        <p:attrNameLst>
                                          <p:attrName>ppt_x</p:attrName>
                                        </p:attrNameLst>
                                      </p:cBhvr>
                                      <p:tavLst>
                                        <p:tav tm="0">
                                          <p:val>
                                            <p:strVal val="1+#ppt_w/2"/>
                                          </p:val>
                                        </p:tav>
                                        <p:tav tm="100000">
                                          <p:val>
                                            <p:strVal val="#ppt_x"/>
                                          </p:val>
                                        </p:tav>
                                      </p:tavLst>
                                    </p:anim>
                                    <p:anim calcmode="lin" valueType="num">
                                      <p:cBhvr additive="base">
                                        <p:cTn id="35" dur="500" fill="hold"/>
                                        <p:tgtEl>
                                          <p:spTgt spid="14"/>
                                        </p:tgtEl>
                                        <p:attrNameLst>
                                          <p:attrName>ppt_y</p:attrName>
                                        </p:attrNameLst>
                                      </p:cBhvr>
                                      <p:tavLst>
                                        <p:tav tm="0">
                                          <p:val>
                                            <p:strVal val="#ppt_y"/>
                                          </p:val>
                                        </p:tav>
                                        <p:tav tm="100000">
                                          <p:val>
                                            <p:strVal val="#ppt_y"/>
                                          </p:val>
                                        </p:tav>
                                      </p:tavLst>
                                    </p:anim>
                                  </p:childTnLst>
                                </p:cTn>
                              </p:par>
                              <p:par>
                                <p:cTn id="36" presetID="2" presetClass="entr" presetSubtype="2" fill="hold" grpId="0" nodeType="withEffect">
                                  <p:stCondLst>
                                    <p:cond delay="50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00" fill="hold"/>
                                        <p:tgtEl>
                                          <p:spTgt spid="11"/>
                                        </p:tgtEl>
                                        <p:attrNameLst>
                                          <p:attrName>ppt_x</p:attrName>
                                        </p:attrNameLst>
                                      </p:cBhvr>
                                      <p:tavLst>
                                        <p:tav tm="0">
                                          <p:val>
                                            <p:strVal val="1+#ppt_w/2"/>
                                          </p:val>
                                        </p:tav>
                                        <p:tav tm="100000">
                                          <p:val>
                                            <p:strVal val="#ppt_x"/>
                                          </p:val>
                                        </p:tav>
                                      </p:tavLst>
                                    </p:anim>
                                    <p:anim calcmode="lin" valueType="num">
                                      <p:cBhvr additive="base">
                                        <p:cTn id="39" dur="500" fill="hold"/>
                                        <p:tgtEl>
                                          <p:spTgt spid="11"/>
                                        </p:tgtEl>
                                        <p:attrNameLst>
                                          <p:attrName>ppt_y</p:attrName>
                                        </p:attrNameLst>
                                      </p:cBhvr>
                                      <p:tavLst>
                                        <p:tav tm="0">
                                          <p:val>
                                            <p:strVal val="#ppt_y"/>
                                          </p:val>
                                        </p:tav>
                                        <p:tav tm="100000">
                                          <p:val>
                                            <p:strVal val="#ppt_y"/>
                                          </p:val>
                                        </p:tav>
                                      </p:tavLst>
                                    </p:anim>
                                  </p:childTnLst>
                                </p:cTn>
                              </p:par>
                              <p:par>
                                <p:cTn id="40" presetID="2" presetClass="entr" presetSubtype="2" fill="hold" grpId="0" nodeType="withEffect">
                                  <p:stCondLst>
                                    <p:cond delay="750"/>
                                  </p:stCondLst>
                                  <p:childTnLst>
                                    <p:set>
                                      <p:cBhvr>
                                        <p:cTn id="41" dur="1" fill="hold">
                                          <p:stCondLst>
                                            <p:cond delay="0"/>
                                          </p:stCondLst>
                                        </p:cTn>
                                        <p:tgtEl>
                                          <p:spTgt spid="16"/>
                                        </p:tgtEl>
                                        <p:attrNameLst>
                                          <p:attrName>style.visibility</p:attrName>
                                        </p:attrNameLst>
                                      </p:cBhvr>
                                      <p:to>
                                        <p:strVal val="visible"/>
                                      </p:to>
                                    </p:set>
                                    <p:anim calcmode="lin" valueType="num">
                                      <p:cBhvr additive="base">
                                        <p:cTn id="42" dur="500" fill="hold"/>
                                        <p:tgtEl>
                                          <p:spTgt spid="16"/>
                                        </p:tgtEl>
                                        <p:attrNameLst>
                                          <p:attrName>ppt_x</p:attrName>
                                        </p:attrNameLst>
                                      </p:cBhvr>
                                      <p:tavLst>
                                        <p:tav tm="0">
                                          <p:val>
                                            <p:strVal val="1+#ppt_w/2"/>
                                          </p:val>
                                        </p:tav>
                                        <p:tav tm="100000">
                                          <p:val>
                                            <p:strVal val="#ppt_x"/>
                                          </p:val>
                                        </p:tav>
                                      </p:tavLst>
                                    </p:anim>
                                    <p:anim calcmode="lin" valueType="num">
                                      <p:cBhvr additive="base">
                                        <p:cTn id="43" dur="500" fill="hold"/>
                                        <p:tgtEl>
                                          <p:spTgt spid="16"/>
                                        </p:tgtEl>
                                        <p:attrNameLst>
                                          <p:attrName>ppt_y</p:attrName>
                                        </p:attrNameLst>
                                      </p:cBhvr>
                                      <p:tavLst>
                                        <p:tav tm="0">
                                          <p:val>
                                            <p:strVal val="#ppt_y"/>
                                          </p:val>
                                        </p:tav>
                                        <p:tav tm="100000">
                                          <p:val>
                                            <p:strVal val="#ppt_y"/>
                                          </p:val>
                                        </p:tav>
                                      </p:tavLst>
                                    </p:anim>
                                  </p:childTnLst>
                                </p:cTn>
                              </p:par>
                              <p:par>
                                <p:cTn id="44" presetID="2" presetClass="entr" presetSubtype="2" fill="hold" grpId="0" nodeType="withEffect">
                                  <p:stCondLst>
                                    <p:cond delay="750"/>
                                  </p:stCondLst>
                                  <p:childTnLst>
                                    <p:set>
                                      <p:cBhvr>
                                        <p:cTn id="45" dur="1" fill="hold">
                                          <p:stCondLst>
                                            <p:cond delay="0"/>
                                          </p:stCondLst>
                                        </p:cTn>
                                        <p:tgtEl>
                                          <p:spTgt spid="2"/>
                                        </p:tgtEl>
                                        <p:attrNameLst>
                                          <p:attrName>style.visibility</p:attrName>
                                        </p:attrNameLst>
                                      </p:cBhvr>
                                      <p:to>
                                        <p:strVal val="visible"/>
                                      </p:to>
                                    </p:set>
                                    <p:anim calcmode="lin" valueType="num">
                                      <p:cBhvr additive="base">
                                        <p:cTn id="46" dur="500" fill="hold"/>
                                        <p:tgtEl>
                                          <p:spTgt spid="2"/>
                                        </p:tgtEl>
                                        <p:attrNameLst>
                                          <p:attrName>ppt_x</p:attrName>
                                        </p:attrNameLst>
                                      </p:cBhvr>
                                      <p:tavLst>
                                        <p:tav tm="0">
                                          <p:val>
                                            <p:strVal val="1+#ppt_w/2"/>
                                          </p:val>
                                        </p:tav>
                                        <p:tav tm="100000">
                                          <p:val>
                                            <p:strVal val="#ppt_x"/>
                                          </p:val>
                                        </p:tav>
                                      </p:tavLst>
                                    </p:anim>
                                    <p:anim calcmode="lin" valueType="num">
                                      <p:cBhvr additive="base">
                                        <p:cTn id="47"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P spid="17" grpId="0" bldLvl="0" animBg="1"/>
      <p:bldP spid="24" grpId="0"/>
      <p:bldP spid="25" grpId="0"/>
      <p:bldP spid="10" grpId="0"/>
      <p:bldP spid="11" grpId="0"/>
      <p:bldP spid="14" grpId="0"/>
      <p:bldP spid="16" grpId="0"/>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lnSpc>
                <a:spcPct val="125000"/>
              </a:lnSpc>
              <a:spcBef>
                <a:spcPts val="0"/>
              </a:spcBef>
              <a:buClr>
                <a:srgbClr val="000000"/>
              </a:buClr>
              <a:defRPr/>
            </a:pPr>
            <a:r>
              <a:rPr lang="en-US" altLang="zh-CN" kern="0" dirty="0" err="1">
                <a:latin typeface="Noto Sans SC" panose="020B0200000000000000" charset="-122"/>
                <a:ea typeface="Noto Sans SC" panose="020B0200000000000000" charset="-122"/>
                <a:cs typeface="Noto Sans SC" panose="020B0200000000000000" charset="-122"/>
                <a:sym typeface="Noto Sans SC" panose="020B0200000000000000" charset="-122"/>
              </a:rPr>
              <a:t>理论基础</a:t>
            </a:r>
            <a:endParaRPr lang="en-US" altLang="zh-CN" sz="1050" b="0" kern="0" dirty="0">
              <a:solidFill>
                <a:srgbClr val="000000"/>
              </a:solidFill>
              <a:latin typeface="Arial" panose="020B0604020202020204"/>
              <a:cs typeface="Arial" panose="020B0604020202020204"/>
              <a:sym typeface="Arial" panose="020B0604020202020204"/>
            </a:endParaRPr>
          </a:p>
        </p:txBody>
      </p:sp>
      <p:grpSp>
        <p:nvGrpSpPr>
          <p:cNvPr id="21" name="组合 20"/>
          <p:cNvGrpSpPr/>
          <p:nvPr/>
        </p:nvGrpSpPr>
        <p:grpSpPr>
          <a:xfrm>
            <a:off x="2003269" y="1701191"/>
            <a:ext cx="7730818" cy="4119258"/>
            <a:chOff x="1138238" y="995645"/>
            <a:chExt cx="9732202" cy="5185669"/>
          </a:xfrm>
        </p:grpSpPr>
        <p:sp>
          <p:nvSpPr>
            <p:cNvPr id="22" name="Freeform 6"/>
            <p:cNvSpPr/>
            <p:nvPr/>
          </p:nvSpPr>
          <p:spPr bwMode="auto">
            <a:xfrm>
              <a:off x="1138238" y="2667283"/>
              <a:ext cx="2065338" cy="1787525"/>
            </a:xfrm>
            <a:custGeom>
              <a:avLst/>
              <a:gdLst>
                <a:gd name="T0" fmla="*/ 2143 w 2858"/>
                <a:gd name="T1" fmla="*/ 0 h 2475"/>
                <a:gd name="T2" fmla="*/ 2501 w 2858"/>
                <a:gd name="T3" fmla="*/ 619 h 2475"/>
                <a:gd name="T4" fmla="*/ 2858 w 2858"/>
                <a:gd name="T5" fmla="*/ 1238 h 2475"/>
                <a:gd name="T6" fmla="*/ 2501 w 2858"/>
                <a:gd name="T7" fmla="*/ 1856 h 2475"/>
                <a:gd name="T8" fmla="*/ 2143 w 2858"/>
                <a:gd name="T9" fmla="*/ 2475 h 2475"/>
                <a:gd name="T10" fmla="*/ 1429 w 2858"/>
                <a:gd name="T11" fmla="*/ 2475 h 2475"/>
                <a:gd name="T12" fmla="*/ 714 w 2858"/>
                <a:gd name="T13" fmla="*/ 2475 h 2475"/>
                <a:gd name="T14" fmla="*/ 357 w 2858"/>
                <a:gd name="T15" fmla="*/ 1856 h 2475"/>
                <a:gd name="T16" fmla="*/ 0 w 2858"/>
                <a:gd name="T17" fmla="*/ 1238 h 2475"/>
                <a:gd name="T18" fmla="*/ 357 w 2858"/>
                <a:gd name="T19" fmla="*/ 619 h 2475"/>
                <a:gd name="T20" fmla="*/ 714 w 2858"/>
                <a:gd name="T21" fmla="*/ 0 h 2475"/>
                <a:gd name="T22" fmla="*/ 1429 w 2858"/>
                <a:gd name="T23" fmla="*/ 0 h 2475"/>
                <a:gd name="T24" fmla="*/ 2143 w 2858"/>
                <a:gd name="T25" fmla="*/ 0 h 2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58" h="2475">
                  <a:moveTo>
                    <a:pt x="2143" y="0"/>
                  </a:moveTo>
                  <a:lnTo>
                    <a:pt x="2501" y="619"/>
                  </a:lnTo>
                  <a:lnTo>
                    <a:pt x="2858" y="1238"/>
                  </a:lnTo>
                  <a:lnTo>
                    <a:pt x="2501" y="1856"/>
                  </a:lnTo>
                  <a:lnTo>
                    <a:pt x="2143" y="2475"/>
                  </a:lnTo>
                  <a:lnTo>
                    <a:pt x="1429" y="2475"/>
                  </a:lnTo>
                  <a:lnTo>
                    <a:pt x="714" y="2475"/>
                  </a:lnTo>
                  <a:lnTo>
                    <a:pt x="357" y="1856"/>
                  </a:lnTo>
                  <a:lnTo>
                    <a:pt x="0" y="1238"/>
                  </a:lnTo>
                  <a:lnTo>
                    <a:pt x="357" y="619"/>
                  </a:lnTo>
                  <a:lnTo>
                    <a:pt x="714" y="0"/>
                  </a:lnTo>
                  <a:lnTo>
                    <a:pt x="1429" y="0"/>
                  </a:lnTo>
                  <a:lnTo>
                    <a:pt x="2143" y="0"/>
                  </a:lnTo>
                  <a:close/>
                </a:path>
              </a:pathLst>
            </a:custGeom>
            <a:solidFill>
              <a:srgbClr val="244C89"/>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213555"/>
                </a:solidFill>
                <a:effectLst/>
                <a:uLnTx/>
                <a:uFillTx/>
                <a:latin typeface="Calibri" panose="020F0502020204030204"/>
                <a:ea typeface="微软雅黑 Light" panose="020B0502040204020203" charset="-122"/>
                <a:cs typeface="+mn-cs"/>
              </a:endParaRPr>
            </a:p>
          </p:txBody>
        </p:sp>
        <p:sp>
          <p:nvSpPr>
            <p:cNvPr id="23" name="Line 7"/>
            <p:cNvSpPr>
              <a:spLocks noChangeShapeType="1"/>
            </p:cNvSpPr>
            <p:nvPr/>
          </p:nvSpPr>
          <p:spPr bwMode="auto">
            <a:xfrm flipV="1">
              <a:off x="2690813" y="1833845"/>
              <a:ext cx="1055688" cy="833438"/>
            </a:xfrm>
            <a:prstGeom prst="line">
              <a:avLst/>
            </a:prstGeom>
            <a:noFill/>
            <a:ln w="9" cap="flat">
              <a:solidFill>
                <a:srgbClr val="2E2C2C"/>
              </a:solidFill>
              <a:prstDash val="solid"/>
              <a:miter lim="800000"/>
              <a:headEnd type="none" w="med" len="me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213555"/>
                </a:solidFill>
                <a:effectLst/>
                <a:uLnTx/>
                <a:uFillTx/>
                <a:latin typeface="Calibri" panose="020F0502020204030204"/>
                <a:ea typeface="微软雅黑 Light" panose="020B0502040204020203" charset="-122"/>
                <a:cs typeface="+mn-cs"/>
              </a:endParaRPr>
            </a:p>
          </p:txBody>
        </p:sp>
        <p:sp>
          <p:nvSpPr>
            <p:cNvPr id="24" name="Line 8"/>
            <p:cNvSpPr>
              <a:spLocks noChangeShapeType="1"/>
            </p:cNvSpPr>
            <p:nvPr/>
          </p:nvSpPr>
          <p:spPr bwMode="auto">
            <a:xfrm flipV="1">
              <a:off x="3201987" y="3564220"/>
              <a:ext cx="549275" cy="0"/>
            </a:xfrm>
            <a:prstGeom prst="line">
              <a:avLst/>
            </a:prstGeom>
            <a:noFill/>
            <a:ln w="9" cap="flat">
              <a:solidFill>
                <a:srgbClr val="2E2C2C"/>
              </a:solidFill>
              <a:prstDash val="solid"/>
              <a:miter lim="800000"/>
              <a:headEnd type="none" w="med" len="me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213555"/>
                </a:solidFill>
                <a:effectLst/>
                <a:uLnTx/>
                <a:uFillTx/>
                <a:latin typeface="Calibri" panose="020F0502020204030204"/>
                <a:ea typeface="微软雅黑 Light" panose="020B0502040204020203" charset="-122"/>
                <a:cs typeface="+mn-cs"/>
              </a:endParaRPr>
            </a:p>
          </p:txBody>
        </p:sp>
        <p:sp>
          <p:nvSpPr>
            <p:cNvPr id="25" name="Line 13"/>
            <p:cNvSpPr>
              <a:spLocks noChangeShapeType="1"/>
            </p:cNvSpPr>
            <p:nvPr/>
          </p:nvSpPr>
          <p:spPr bwMode="auto">
            <a:xfrm>
              <a:off x="2690813" y="4456395"/>
              <a:ext cx="1055688" cy="833438"/>
            </a:xfrm>
            <a:prstGeom prst="line">
              <a:avLst/>
            </a:prstGeom>
            <a:noFill/>
            <a:ln w="9" cap="flat">
              <a:solidFill>
                <a:srgbClr val="2E2C2C"/>
              </a:solidFill>
              <a:prstDash val="solid"/>
              <a:miter lim="800000"/>
              <a:headEnd type="none" w="med" len="me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213555"/>
                </a:solidFill>
                <a:effectLst/>
                <a:uLnTx/>
                <a:uFillTx/>
                <a:latin typeface="Calibri" panose="020F0502020204030204"/>
                <a:ea typeface="微软雅黑 Light" panose="020B0502040204020203" charset="-122"/>
                <a:cs typeface="+mn-cs"/>
              </a:endParaRPr>
            </a:p>
          </p:txBody>
        </p:sp>
        <p:grpSp>
          <p:nvGrpSpPr>
            <p:cNvPr id="28" name="组合 27"/>
            <p:cNvGrpSpPr/>
            <p:nvPr/>
          </p:nvGrpSpPr>
          <p:grpSpPr>
            <a:xfrm>
              <a:off x="3751263" y="995645"/>
              <a:ext cx="7119177" cy="1686820"/>
              <a:chOff x="3751263" y="995645"/>
              <a:chExt cx="7119177" cy="1686820"/>
            </a:xfrm>
          </p:grpSpPr>
          <p:sp>
            <p:nvSpPr>
              <p:cNvPr id="44" name="Rectangle 9"/>
              <p:cNvSpPr>
                <a:spLocks noChangeArrowheads="1"/>
              </p:cNvSpPr>
              <p:nvPr/>
            </p:nvSpPr>
            <p:spPr bwMode="auto">
              <a:xfrm>
                <a:off x="3751263" y="1333579"/>
                <a:ext cx="7119177" cy="1348886"/>
              </a:xfrm>
              <a:prstGeom prst="rect">
                <a:avLst/>
              </a:prstGeom>
              <a:solidFill>
                <a:srgbClr val="FFFFFF"/>
              </a:solidFill>
              <a:ln w="9" cap="flat">
                <a:solidFill>
                  <a:schemeClr val="bg2">
                    <a:lumMod val="75000"/>
                  </a:schemeClr>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213555"/>
                  </a:solidFill>
                  <a:effectLst/>
                  <a:uLnTx/>
                  <a:uFillTx/>
                  <a:latin typeface="Calibri" panose="020F0502020204030204"/>
                  <a:ea typeface="微软雅黑 Light" panose="020B0502040204020203" charset="-122"/>
                  <a:cs typeface="+mn-cs"/>
                </a:endParaRPr>
              </a:p>
            </p:txBody>
          </p:sp>
          <p:sp>
            <p:nvSpPr>
              <p:cNvPr id="45" name="Rectangle 10"/>
              <p:cNvSpPr>
                <a:spLocks noChangeArrowheads="1"/>
              </p:cNvSpPr>
              <p:nvPr/>
            </p:nvSpPr>
            <p:spPr bwMode="auto">
              <a:xfrm>
                <a:off x="5540009" y="995645"/>
                <a:ext cx="3581400" cy="582090"/>
              </a:xfrm>
              <a:prstGeom prst="rect">
                <a:avLst/>
              </a:prstGeom>
              <a:solidFill>
                <a:srgbClr val="244C89"/>
              </a:solidFill>
              <a:ln w="1905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213555"/>
                  </a:solidFill>
                  <a:effectLst/>
                  <a:uLnTx/>
                  <a:uFillTx/>
                  <a:latin typeface="Calibri" panose="020F0502020204030204"/>
                  <a:ea typeface="微软雅黑 Light" panose="020B0502040204020203" charset="-122"/>
                  <a:cs typeface="+mn-cs"/>
                </a:endParaRPr>
              </a:p>
            </p:txBody>
          </p:sp>
          <p:sp>
            <p:nvSpPr>
              <p:cNvPr id="46" name="TextBox 16"/>
              <p:cNvSpPr txBox="1"/>
              <p:nvPr/>
            </p:nvSpPr>
            <p:spPr>
              <a:xfrm>
                <a:off x="5776685" y="995645"/>
                <a:ext cx="3108046" cy="544294"/>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Light" panose="020B0502040204020203" charset="-122"/>
                    <a:ea typeface="微软雅黑 Light" panose="020B0502040204020203" charset="-122"/>
                    <a:cs typeface="+mn-cs"/>
                  </a:rPr>
                  <a:t>路径规划理论</a:t>
                </a:r>
                <a:endParaRPr kumimoji="0" lang="en-US" altLang="zh-CN" sz="2000" b="1" i="0" u="none" strike="noStrike" kern="1200" cap="none" spc="0" normalizeH="0" baseline="0" noProof="0" dirty="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7" name="TextBox 17"/>
              <p:cNvSpPr txBox="1"/>
              <p:nvPr/>
            </p:nvSpPr>
            <p:spPr>
              <a:xfrm>
                <a:off x="3938139" y="1776693"/>
                <a:ext cx="6807854" cy="7395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i="0" u="none" strike="noStrike" kern="1200" cap="none" spc="0" normalizeH="0" baseline="0" noProof="0" dirty="0">
                    <a:ln>
                      <a:noFill/>
                    </a:ln>
                    <a:solidFill>
                      <a:prstClr val="black">
                        <a:lumMod val="65000"/>
                        <a:lumOff val="35000"/>
                      </a:prstClr>
                    </a:solidFill>
                    <a:effectLst/>
                    <a:uLnTx/>
                    <a:uFillTx/>
                    <a:latin typeface="思源黑体" panose="020B0500000000000000" pitchFamily="34" charset="-122"/>
                    <a:ea typeface="思源黑体" panose="020B0500000000000000" pitchFamily="34" charset="-122"/>
                    <a:cs typeface="+mn-cs"/>
                  </a:rPr>
                  <a:t>以</a:t>
                </a:r>
                <a:r>
                  <a:rPr kumimoji="0" lang="en-US" altLang="zh-CN" sz="1400" i="0" u="none" strike="noStrike" kern="1200" cap="none" spc="0" normalizeH="0" baseline="0" noProof="0" dirty="0">
                    <a:ln>
                      <a:noFill/>
                    </a:ln>
                    <a:solidFill>
                      <a:prstClr val="black">
                        <a:lumMod val="65000"/>
                        <a:lumOff val="35000"/>
                      </a:prstClr>
                    </a:solidFill>
                    <a:effectLst/>
                    <a:uLnTx/>
                    <a:uFillTx/>
                    <a:latin typeface="思源黑体" panose="020B0500000000000000" pitchFamily="34" charset="-122"/>
                    <a:ea typeface="思源黑体" panose="020B0500000000000000" pitchFamily="34" charset="-122"/>
                    <a:cs typeface="+mn-cs"/>
                  </a:rPr>
                  <a:t>A*</a:t>
                </a:r>
                <a:r>
                  <a:rPr kumimoji="0" lang="zh-CN" altLang="en-US" sz="1400" i="0" u="none" strike="noStrike" kern="1200" cap="none" spc="0" normalizeH="0" baseline="0" noProof="0" dirty="0">
                    <a:ln>
                      <a:noFill/>
                    </a:ln>
                    <a:solidFill>
                      <a:prstClr val="black">
                        <a:lumMod val="65000"/>
                        <a:lumOff val="35000"/>
                      </a:prstClr>
                    </a:solidFill>
                    <a:effectLst/>
                    <a:uLnTx/>
                    <a:uFillTx/>
                    <a:latin typeface="思源黑体" panose="020B0500000000000000" pitchFamily="34" charset="-122"/>
                    <a:ea typeface="思源黑体" panose="020B0500000000000000" pitchFamily="34" charset="-122"/>
                    <a:cs typeface="+mn-cs"/>
                  </a:rPr>
                  <a:t>启发式搜索算法为基础，结合双向搜索策略与自适应启发函数设计，构建</a:t>
                </a:r>
                <a:r>
                  <a:rPr kumimoji="0" lang="en-US" altLang="zh-CN" sz="1400" i="0" u="none" strike="noStrike" kern="1200" cap="none" spc="0" normalizeH="0" baseline="0" noProof="0" dirty="0">
                    <a:ln>
                      <a:noFill/>
                    </a:ln>
                    <a:solidFill>
                      <a:prstClr val="black">
                        <a:lumMod val="65000"/>
                        <a:lumOff val="35000"/>
                      </a:prstClr>
                    </a:solidFill>
                    <a:effectLst/>
                    <a:uLnTx/>
                    <a:uFillTx/>
                    <a:latin typeface="思源黑体" panose="020B0500000000000000" pitchFamily="34" charset="-122"/>
                    <a:ea typeface="思源黑体" panose="020B0500000000000000" pitchFamily="34" charset="-122"/>
                    <a:cs typeface="+mn-cs"/>
                  </a:rPr>
                  <a:t>CBMBA</a:t>
                </a:r>
                <a:r>
                  <a:rPr kumimoji="0" lang="zh-CN" altLang="en-US" sz="1400" i="0" u="none" strike="noStrike" kern="1200" cap="none" spc="0" normalizeH="0" baseline="0" noProof="0" dirty="0">
                    <a:ln>
                      <a:noFill/>
                    </a:ln>
                    <a:solidFill>
                      <a:prstClr val="black">
                        <a:lumMod val="65000"/>
                        <a:lumOff val="35000"/>
                      </a:prstClr>
                    </a:solidFill>
                    <a:effectLst/>
                    <a:uLnTx/>
                    <a:uFillTx/>
                    <a:latin typeface="思源黑体" panose="020B0500000000000000" pitchFamily="34" charset="-122"/>
                    <a:ea typeface="思源黑体" panose="020B0500000000000000" pitchFamily="34" charset="-122"/>
                    <a:cs typeface="+mn-cs"/>
                  </a:rPr>
                  <a:t>约束多层双向自适应路径搜索框架</a:t>
                </a:r>
                <a:endParaRPr kumimoji="0" lang="zh-CN" altLang="en-US" sz="1400" i="0" u="none" strike="noStrike" kern="1200" cap="none" spc="0" normalizeH="0" baseline="0" noProof="0" dirty="0">
                  <a:ln>
                    <a:noFill/>
                  </a:ln>
                  <a:solidFill>
                    <a:prstClr val="black">
                      <a:lumMod val="65000"/>
                      <a:lumOff val="35000"/>
                    </a:prstClr>
                  </a:solidFill>
                  <a:effectLst/>
                  <a:uLnTx/>
                  <a:uFillTx/>
                  <a:latin typeface="思源黑体" panose="020B0500000000000000" pitchFamily="34" charset="-122"/>
                  <a:ea typeface="思源黑体" panose="020B0500000000000000" pitchFamily="34" charset="-122"/>
                  <a:cs typeface="+mn-cs"/>
                </a:endParaRPr>
              </a:p>
            </p:txBody>
          </p:sp>
        </p:grpSp>
        <p:grpSp>
          <p:nvGrpSpPr>
            <p:cNvPr id="31" name="组合 30"/>
            <p:cNvGrpSpPr/>
            <p:nvPr/>
          </p:nvGrpSpPr>
          <p:grpSpPr>
            <a:xfrm>
              <a:off x="3751263" y="2741895"/>
              <a:ext cx="7119177" cy="1686748"/>
              <a:chOff x="3751263" y="2741895"/>
              <a:chExt cx="7119177" cy="1686748"/>
            </a:xfrm>
          </p:grpSpPr>
          <p:sp>
            <p:nvSpPr>
              <p:cNvPr id="38" name="Rectangle 11"/>
              <p:cNvSpPr>
                <a:spLocks noChangeArrowheads="1"/>
              </p:cNvSpPr>
              <p:nvPr/>
            </p:nvSpPr>
            <p:spPr bwMode="auto">
              <a:xfrm>
                <a:off x="3751263" y="3081414"/>
                <a:ext cx="7119177" cy="1347229"/>
              </a:xfrm>
              <a:prstGeom prst="rect">
                <a:avLst/>
              </a:prstGeom>
              <a:solidFill>
                <a:srgbClr val="FFFFFF"/>
              </a:solidFill>
              <a:ln w="9" cap="flat">
                <a:solidFill>
                  <a:schemeClr val="bg2">
                    <a:lumMod val="75000"/>
                  </a:schemeClr>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213555"/>
                  </a:solidFill>
                  <a:effectLst/>
                  <a:uLnTx/>
                  <a:uFillTx/>
                  <a:latin typeface="Calibri" panose="020F0502020204030204"/>
                  <a:ea typeface="微软雅黑 Light" panose="020B0502040204020203" charset="-122"/>
                  <a:cs typeface="+mn-cs"/>
                </a:endParaRPr>
              </a:p>
            </p:txBody>
          </p:sp>
          <p:sp>
            <p:nvSpPr>
              <p:cNvPr id="40" name="Rectangle 12"/>
              <p:cNvSpPr>
                <a:spLocks noChangeArrowheads="1"/>
              </p:cNvSpPr>
              <p:nvPr/>
            </p:nvSpPr>
            <p:spPr bwMode="auto">
              <a:xfrm>
                <a:off x="5540009" y="2741895"/>
                <a:ext cx="3581400" cy="584278"/>
              </a:xfrm>
              <a:prstGeom prst="rect">
                <a:avLst/>
              </a:prstGeom>
              <a:solidFill>
                <a:srgbClr val="244C89"/>
              </a:solidFill>
              <a:ln w="1905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213555"/>
                  </a:solidFill>
                  <a:effectLst/>
                  <a:uLnTx/>
                  <a:uFillTx/>
                  <a:latin typeface="Calibri" panose="020F0502020204030204"/>
                  <a:ea typeface="微软雅黑 Light" panose="020B0502040204020203" charset="-122"/>
                  <a:cs typeface="+mn-cs"/>
                </a:endParaRPr>
              </a:p>
            </p:txBody>
          </p:sp>
          <p:sp>
            <p:nvSpPr>
              <p:cNvPr id="41" name="TextBox 18"/>
              <p:cNvSpPr txBox="1"/>
              <p:nvPr/>
            </p:nvSpPr>
            <p:spPr>
              <a:xfrm>
                <a:off x="5776685" y="2750677"/>
                <a:ext cx="3108046" cy="544294"/>
              </a:xfrm>
              <a:prstGeom prst="rect">
                <a:avLst/>
              </a:prstGeom>
              <a:noFill/>
            </p:spPr>
            <p:txBody>
              <a:bodyPr wrap="square" rtlCol="0">
                <a:spAutoFit/>
              </a:bodyPr>
              <a:lstStyle/>
              <a:p>
                <a:pPr lvl="0" algn="ctr">
                  <a:lnSpc>
                    <a:spcPct val="120000"/>
                  </a:lnSpc>
                </a:pPr>
                <a:r>
                  <a:rPr lang="zh-CN" altLang="en-US" sz="2000" b="1" dirty="0">
                    <a:solidFill>
                      <a:prstClr val="white"/>
                    </a:solidFill>
                    <a:latin typeface="微软雅黑 Light" panose="020B0502040204020203" charset="-122"/>
                  </a:rPr>
                  <a:t>人工势场理论</a:t>
                </a:r>
                <a:endParaRPr kumimoji="0" lang="en-US" altLang="zh-CN" sz="2000" b="1" i="0" u="none" strike="noStrike" kern="1200" cap="none" spc="0" normalizeH="0" baseline="0" noProof="0" dirty="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3" name="TextBox 19"/>
              <p:cNvSpPr txBox="1"/>
              <p:nvPr/>
            </p:nvSpPr>
            <p:spPr>
              <a:xfrm>
                <a:off x="3938139" y="3509957"/>
                <a:ext cx="6807854" cy="739556"/>
              </a:xfrm>
              <a:prstGeom prst="rect">
                <a:avLst/>
              </a:prstGeom>
              <a:noFill/>
            </p:spPr>
            <p:txBody>
              <a:bodyPr wrap="square" rtlCol="0">
                <a:spAutoFit/>
              </a:bodyPr>
              <a:lstStyle>
                <a:defPPr>
                  <a:defRPr lang="zh-CN"/>
                </a:defPPr>
                <a:lvl1pPr>
                  <a:defRPr>
                    <a:solidFill>
                      <a:schemeClr val="accent1"/>
                    </a:solidFill>
                    <a:latin typeface="+mn-ea"/>
                    <a:ea typeface="+mn-ea"/>
                  </a:defRPr>
                </a:lvl1p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panose="020B0500000000000000" pitchFamily="34" charset="-122"/>
                    <a:ea typeface="思源黑体" panose="020B0500000000000000" pitchFamily="34" charset="-122"/>
                    <a:cs typeface="+mn-cs"/>
                  </a:rPr>
                  <a:t>在经典</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panose="020B0500000000000000" pitchFamily="34" charset="-122"/>
                    <a:ea typeface="思源黑体" panose="020B0500000000000000" pitchFamily="34" charset="-122"/>
                    <a:cs typeface="+mn-cs"/>
                  </a:rPr>
                  <a:t>Khatib</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panose="020B0500000000000000" pitchFamily="34" charset="-122"/>
                    <a:ea typeface="思源黑体" panose="020B0500000000000000" pitchFamily="34" charset="-122"/>
                    <a:cs typeface="+mn-cs"/>
                  </a:rPr>
                  <a:t>势场模型基础上，引入障碍物相对速度项构造动态排斥势场，并加入距离衰减因子抑制远距离干扰；</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panose="020B0500000000000000" pitchFamily="34" charset="-122"/>
                  <a:ea typeface="思源黑体" panose="020B0500000000000000" pitchFamily="34" charset="-122"/>
                  <a:cs typeface="+mn-cs"/>
                </a:endParaRPr>
              </a:p>
            </p:txBody>
          </p:sp>
        </p:grpSp>
        <p:grpSp>
          <p:nvGrpSpPr>
            <p:cNvPr id="32" name="组合 31"/>
            <p:cNvGrpSpPr/>
            <p:nvPr/>
          </p:nvGrpSpPr>
          <p:grpSpPr>
            <a:xfrm>
              <a:off x="3751263" y="4494495"/>
              <a:ext cx="7119177" cy="1686819"/>
              <a:chOff x="3751263" y="4494495"/>
              <a:chExt cx="7119177" cy="1686819"/>
            </a:xfrm>
          </p:grpSpPr>
          <p:sp>
            <p:nvSpPr>
              <p:cNvPr id="34" name="Rectangle 14"/>
              <p:cNvSpPr>
                <a:spLocks noChangeArrowheads="1"/>
              </p:cNvSpPr>
              <p:nvPr/>
            </p:nvSpPr>
            <p:spPr bwMode="auto">
              <a:xfrm>
                <a:off x="3751263" y="4832429"/>
                <a:ext cx="7119177" cy="1348885"/>
              </a:xfrm>
              <a:prstGeom prst="rect">
                <a:avLst/>
              </a:prstGeom>
              <a:solidFill>
                <a:srgbClr val="FFFFFF"/>
              </a:solidFill>
              <a:ln w="9" cap="flat">
                <a:solidFill>
                  <a:schemeClr val="bg2">
                    <a:lumMod val="75000"/>
                  </a:schemeClr>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zh-CN" altLang="en-US" b="0" i="0" u="none" strike="noStrike" kern="1200" cap="none" spc="0" normalizeH="0" baseline="0" noProof="0">
                  <a:ln>
                    <a:noFill/>
                  </a:ln>
                  <a:solidFill>
                    <a:srgbClr val="213555"/>
                  </a:solidFill>
                  <a:effectLst/>
                  <a:uLnTx/>
                  <a:uFillTx/>
                  <a:latin typeface="Calibri" panose="020F0502020204030204"/>
                  <a:ea typeface="微软雅黑 Light" panose="020B0502040204020203" charset="-122"/>
                  <a:cs typeface="+mn-cs"/>
                </a:endParaRPr>
              </a:p>
            </p:txBody>
          </p:sp>
          <p:sp>
            <p:nvSpPr>
              <p:cNvPr id="35" name="Rectangle 15"/>
              <p:cNvSpPr>
                <a:spLocks noChangeArrowheads="1"/>
              </p:cNvSpPr>
              <p:nvPr/>
            </p:nvSpPr>
            <p:spPr bwMode="auto">
              <a:xfrm>
                <a:off x="5540009" y="4494495"/>
                <a:ext cx="3581400" cy="584278"/>
              </a:xfrm>
              <a:prstGeom prst="rect">
                <a:avLst/>
              </a:prstGeom>
              <a:solidFill>
                <a:srgbClr val="244C89"/>
              </a:solidFill>
              <a:ln w="1905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213555"/>
                  </a:solidFill>
                  <a:effectLst/>
                  <a:uLnTx/>
                  <a:uFillTx/>
                  <a:latin typeface="Calibri" panose="020F0502020204030204"/>
                  <a:ea typeface="微软雅黑 Light" panose="020B0502040204020203" charset="-122"/>
                  <a:cs typeface="+mn-cs"/>
                </a:endParaRPr>
              </a:p>
            </p:txBody>
          </p:sp>
          <p:sp>
            <p:nvSpPr>
              <p:cNvPr id="36" name="TextBox 20"/>
              <p:cNvSpPr txBox="1"/>
              <p:nvPr/>
            </p:nvSpPr>
            <p:spPr>
              <a:xfrm>
                <a:off x="5776685" y="4497591"/>
                <a:ext cx="3108046" cy="544294"/>
              </a:xfrm>
              <a:prstGeom prst="rect">
                <a:avLst/>
              </a:prstGeom>
              <a:noFill/>
            </p:spPr>
            <p:txBody>
              <a:bodyPr wrap="square" rtlCol="0">
                <a:spAutoFit/>
              </a:bodyPr>
              <a:lstStyle/>
              <a:p>
                <a:pPr lvl="0" algn="ctr">
                  <a:lnSpc>
                    <a:spcPct val="120000"/>
                  </a:lnSpc>
                </a:pPr>
                <a:r>
                  <a:rPr lang="zh-CN" altLang="en-US" sz="2000" b="1" dirty="0">
                    <a:solidFill>
                      <a:prstClr val="white"/>
                    </a:solidFill>
                    <a:latin typeface="微软雅黑 Light" panose="020B0502040204020203" charset="-122"/>
                  </a:rPr>
                  <a:t>三维空间表示理论</a:t>
                </a:r>
                <a:endParaRPr lang="en-US" altLang="zh-CN" sz="2000" b="1" dirty="0">
                  <a:solidFill>
                    <a:prstClr val="white"/>
                  </a:solidFill>
                  <a:latin typeface="微软雅黑 Light" panose="020B0502040204020203" charset="-122"/>
                </a:endParaRPr>
              </a:p>
            </p:txBody>
          </p:sp>
          <p:sp>
            <p:nvSpPr>
              <p:cNvPr id="37" name="TextBox 21"/>
              <p:cNvSpPr txBox="1"/>
              <p:nvPr/>
            </p:nvSpPr>
            <p:spPr>
              <a:xfrm>
                <a:off x="3938139" y="5256871"/>
                <a:ext cx="6807854" cy="739555"/>
              </a:xfrm>
              <a:prstGeom prst="rect">
                <a:avLst/>
              </a:prstGeom>
              <a:noFill/>
            </p:spPr>
            <p:txBody>
              <a:bodyPr wrap="square" rtlCol="0">
                <a:spAutoFit/>
              </a:bodyPr>
              <a:lstStyle>
                <a:defPPr>
                  <a:defRPr lang="zh-CN"/>
                </a:defPPr>
                <a:lvl1pPr>
                  <a:defRPr>
                    <a:solidFill>
                      <a:schemeClr val="accent1"/>
                    </a:solidFill>
                    <a:latin typeface="+mn-ea"/>
                    <a:ea typeface="+mn-ea"/>
                  </a:defRPr>
                </a:lvl1p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panose="020B0500000000000000" pitchFamily="34" charset="-122"/>
                    <a:ea typeface="思源黑体" panose="020B0500000000000000" pitchFamily="34" charset="-122"/>
                    <a:cs typeface="+mn-cs"/>
                  </a:rPr>
                  <a:t>基于</a:t>
                </a:r>
                <a:r>
                  <a:rPr kumimoji="0" lang="en-US" altLang="zh-CN" sz="1400" b="0" i="0" u="none" strike="noStrike" kern="1200" cap="none" spc="0" normalizeH="0" baseline="0" noProof="0" dirty="0" err="1">
                    <a:ln>
                      <a:noFill/>
                    </a:ln>
                    <a:solidFill>
                      <a:prstClr val="black">
                        <a:lumMod val="65000"/>
                        <a:lumOff val="35000"/>
                      </a:prstClr>
                    </a:solidFill>
                    <a:effectLst/>
                    <a:uLnTx/>
                    <a:uFillTx/>
                    <a:latin typeface="思源黑体" panose="020B0500000000000000" pitchFamily="34" charset="-122"/>
                    <a:ea typeface="思源黑体" panose="020B0500000000000000" pitchFamily="34" charset="-122"/>
                    <a:cs typeface="+mn-cs"/>
                  </a:rPr>
                  <a:t>OctoMap</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panose="020B0500000000000000" pitchFamily="34" charset="-122"/>
                    <a:ea typeface="思源黑体" panose="020B0500000000000000" pitchFamily="34" charset="-122"/>
                    <a:cs typeface="+mn-cs"/>
                  </a:rPr>
                  <a:t>八叉树数据结构，实现高效的三维占用栅格地图构建与空间信息索引。</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panose="020B0500000000000000" pitchFamily="34" charset="-122"/>
                  <a:ea typeface="思源黑体" panose="020B0500000000000000" pitchFamily="34" charset="-122"/>
                  <a:cs typeface="+mn-cs"/>
                </a:endParaRPr>
              </a:p>
            </p:txBody>
          </p:sp>
        </p:grpSp>
        <p:sp>
          <p:nvSpPr>
            <p:cNvPr id="33" name="TextBox 22"/>
            <p:cNvSpPr txBox="1"/>
            <p:nvPr/>
          </p:nvSpPr>
          <p:spPr>
            <a:xfrm>
              <a:off x="1543805" y="2958345"/>
              <a:ext cx="1252616" cy="118787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Light" panose="020B0502040204020203" charset="-122"/>
                  <a:ea typeface="微软雅黑 Light" panose="020B0502040204020203" charset="-122"/>
                  <a:cs typeface="+mn-cs"/>
                </a:rPr>
                <a:t>理论基础</a:t>
              </a:r>
              <a:endParaRPr kumimoji="0" lang="en-US" altLang="zh-CN" sz="2400" b="1" i="0" u="none" strike="noStrike" kern="1200" cap="none" spc="0" normalizeH="0" baseline="0" noProof="0" dirty="0">
                <a:ln>
                  <a:noFill/>
                </a:ln>
                <a:solidFill>
                  <a:prstClr val="white"/>
                </a:solidFill>
                <a:effectLst/>
                <a:uLnTx/>
                <a:uFillTx/>
                <a:latin typeface="微软雅黑 Light" panose="020B0502040204020203" charset="-122"/>
                <a:ea typeface="微软雅黑 Light" panose="020B0502040204020203" charset="-122"/>
                <a:cs typeface="+mn-cs"/>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1+#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32132" y="761700"/>
            <a:ext cx="4023264" cy="456129"/>
          </a:xfrm>
        </p:spPr>
        <p:txBody>
          <a:bodyPr/>
          <a:lstStyle/>
          <a:p>
            <a:pPr>
              <a:lnSpc>
                <a:spcPct val="120000"/>
              </a:lnSpc>
            </a:pPr>
            <a:r>
              <a:rPr lang="zh-CN" altLang="en-US" dirty="0"/>
              <a:t>研究方法与步骤</a:t>
            </a:r>
            <a:endParaRPr lang="zh-CN" altLang="en-US" dirty="0"/>
          </a:p>
        </p:txBody>
      </p:sp>
      <p:grpSp>
        <p:nvGrpSpPr>
          <p:cNvPr id="16" name="组合 15"/>
          <p:cNvGrpSpPr/>
          <p:nvPr/>
        </p:nvGrpSpPr>
        <p:grpSpPr>
          <a:xfrm>
            <a:off x="1052487" y="2030659"/>
            <a:ext cx="4496308" cy="1070742"/>
            <a:chOff x="1007084" y="1225382"/>
            <a:chExt cx="5440787" cy="1295659"/>
          </a:xfrm>
        </p:grpSpPr>
        <p:sp>
          <p:nvSpPr>
            <p:cNvPr id="17" name="Oval 17"/>
            <p:cNvSpPr>
              <a:spLocks noChangeArrowheads="1"/>
            </p:cNvSpPr>
            <p:nvPr/>
          </p:nvSpPr>
          <p:spPr bwMode="auto">
            <a:xfrm>
              <a:off x="1007084" y="1372699"/>
              <a:ext cx="680125" cy="678007"/>
            </a:xfrm>
            <a:prstGeom prst="ellipse">
              <a:avLst/>
            </a:prstGeom>
            <a:solidFill>
              <a:srgbClr val="244C89"/>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r>
                <a:rPr lang="en-US" altLang="zh-CN" dirty="0">
                  <a:solidFill>
                    <a:schemeClr val="bg1"/>
                  </a:solidFill>
                  <a:latin typeface="思源黑体" panose="020B0500000000000000" pitchFamily="34" charset="-122"/>
                  <a:ea typeface="思源黑体" panose="020B0500000000000000" pitchFamily="34" charset="-122"/>
                </a:rPr>
                <a:t>1</a:t>
              </a:r>
              <a:endParaRPr lang="zh-CN" altLang="en-US" dirty="0">
                <a:solidFill>
                  <a:schemeClr val="bg1"/>
                </a:solidFill>
                <a:latin typeface="思源黑体" panose="020B0500000000000000" pitchFamily="34" charset="-122"/>
                <a:ea typeface="思源黑体" panose="020B0500000000000000" pitchFamily="34" charset="-122"/>
              </a:endParaRPr>
            </a:p>
          </p:txBody>
        </p:sp>
        <p:sp>
          <p:nvSpPr>
            <p:cNvPr id="18" name="矩形 17"/>
            <p:cNvSpPr/>
            <p:nvPr/>
          </p:nvSpPr>
          <p:spPr>
            <a:xfrm>
              <a:off x="1808363" y="1225382"/>
              <a:ext cx="4639508" cy="129565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nSpc>
                  <a:spcPct val="120000"/>
                </a:lnSpc>
              </a:pPr>
              <a:r>
                <a:rPr lang="zh-CN" altLang="en-US" b="1" dirty="0">
                  <a:solidFill>
                    <a:srgbClr val="313D51"/>
                  </a:solidFill>
                  <a:latin typeface="思源黑体" panose="020B0500000000000000" pitchFamily="34" charset="-122"/>
                  <a:ea typeface="思源黑体" panose="020B0500000000000000" pitchFamily="34" charset="-122"/>
                  <a:sym typeface="Arial" panose="020B0604020202020204" pitchFamily="34" charset="0"/>
                </a:rPr>
                <a:t>场景建模</a:t>
              </a:r>
              <a:endParaRPr lang="zh-CN" altLang="en-US" b="1" dirty="0">
                <a:solidFill>
                  <a:srgbClr val="313D51"/>
                </a:solidFill>
                <a:latin typeface="思源黑体" panose="020B0500000000000000" pitchFamily="34" charset="-122"/>
                <a:ea typeface="思源黑体" panose="020B0500000000000000" pitchFamily="34" charset="-122"/>
                <a:sym typeface="Arial" panose="020B0604020202020204" pitchFamily="34" charset="0"/>
              </a:endParaRPr>
            </a:p>
            <a:p>
              <a:pP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利用</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OpenStreetMap API</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获取真实城市建筑轮廓数据，通过</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Blender</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完成三维模型的处理、简化和材质映射，将场景模型导入</a:t>
              </a:r>
              <a:r>
                <a:rPr lang="en-US" altLang="zh-CN" sz="1200" dirty="0" err="1">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Webots</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仿真环境。</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endParaRPr>
            </a:p>
          </p:txBody>
        </p:sp>
      </p:grpSp>
      <p:grpSp>
        <p:nvGrpSpPr>
          <p:cNvPr id="19" name="组合 18"/>
          <p:cNvGrpSpPr/>
          <p:nvPr/>
        </p:nvGrpSpPr>
        <p:grpSpPr>
          <a:xfrm>
            <a:off x="1052487" y="3350997"/>
            <a:ext cx="4496308" cy="1070742"/>
            <a:chOff x="1007084" y="2748997"/>
            <a:chExt cx="5440787" cy="1295659"/>
          </a:xfrm>
        </p:grpSpPr>
        <p:sp>
          <p:nvSpPr>
            <p:cNvPr id="20" name="Oval 17"/>
            <p:cNvSpPr>
              <a:spLocks noChangeArrowheads="1"/>
            </p:cNvSpPr>
            <p:nvPr/>
          </p:nvSpPr>
          <p:spPr bwMode="auto">
            <a:xfrm>
              <a:off x="1007084" y="2925107"/>
              <a:ext cx="680125" cy="678007"/>
            </a:xfrm>
            <a:prstGeom prst="ellipse">
              <a:avLst/>
            </a:prstGeom>
            <a:solidFill>
              <a:srgbClr val="244C89"/>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r>
                <a:rPr lang="en-US" altLang="zh-CN" dirty="0">
                  <a:solidFill>
                    <a:schemeClr val="bg1"/>
                  </a:solidFill>
                  <a:latin typeface="思源黑体" panose="020B0500000000000000" pitchFamily="34" charset="-122"/>
                  <a:ea typeface="思源黑体" panose="020B0500000000000000" pitchFamily="34" charset="-122"/>
                </a:rPr>
                <a:t>2</a:t>
              </a:r>
              <a:endParaRPr lang="zh-CN" altLang="en-US" dirty="0">
                <a:solidFill>
                  <a:schemeClr val="bg1"/>
                </a:solidFill>
                <a:latin typeface="思源黑体" panose="020B0500000000000000" pitchFamily="34" charset="-122"/>
                <a:ea typeface="思源黑体" panose="020B0500000000000000" pitchFamily="34" charset="-122"/>
              </a:endParaRPr>
            </a:p>
          </p:txBody>
        </p:sp>
        <p:sp>
          <p:nvSpPr>
            <p:cNvPr id="21" name="矩形 20"/>
            <p:cNvSpPr/>
            <p:nvPr/>
          </p:nvSpPr>
          <p:spPr>
            <a:xfrm>
              <a:off x="1808363" y="2748997"/>
              <a:ext cx="4639508" cy="129565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nSpc>
                  <a:spcPct val="120000"/>
                </a:lnSpc>
              </a:pPr>
              <a:r>
                <a:rPr lang="zh-CN" altLang="en-US" b="1" dirty="0">
                  <a:solidFill>
                    <a:srgbClr val="313D51"/>
                  </a:solidFill>
                  <a:latin typeface="思源黑体" panose="020B0500000000000000" pitchFamily="34" charset="-122"/>
                  <a:ea typeface="思源黑体" panose="020B0500000000000000" pitchFamily="34" charset="-122"/>
                  <a:sym typeface="Arial" panose="020B0604020202020204" pitchFamily="34" charset="0"/>
                </a:rPr>
                <a:t>算法设计</a:t>
              </a:r>
              <a:endParaRPr lang="en-US" altLang="zh-CN" b="1" dirty="0">
                <a:solidFill>
                  <a:srgbClr val="313D51"/>
                </a:solidFill>
                <a:latin typeface="思源黑体" panose="020B0500000000000000" pitchFamily="34" charset="-122"/>
                <a:ea typeface="思源黑体" panose="020B0500000000000000" pitchFamily="34" charset="-122"/>
                <a:sym typeface="Arial" panose="020B0604020202020204" pitchFamily="34" charset="0"/>
              </a:endParaRPr>
            </a:p>
            <a:p>
              <a:pP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基于</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Python</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实现八叉树三维场景解析，在</a:t>
              </a:r>
              <a:r>
                <a:rPr lang="en-US" altLang="zh-CN" sz="1200" dirty="0" err="1">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OctoMap</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数据结构上适配</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CBMBA A*</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算法的三维空间扩展，完成全局最优路径搜索模块。</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endParaRPr>
            </a:p>
          </p:txBody>
        </p:sp>
      </p:grpSp>
      <p:grpSp>
        <p:nvGrpSpPr>
          <p:cNvPr id="22" name="组合 21"/>
          <p:cNvGrpSpPr/>
          <p:nvPr/>
        </p:nvGrpSpPr>
        <p:grpSpPr>
          <a:xfrm>
            <a:off x="1052487" y="4671336"/>
            <a:ext cx="4361838" cy="1070742"/>
            <a:chOff x="1007084" y="4355902"/>
            <a:chExt cx="5278071" cy="1295660"/>
          </a:xfrm>
        </p:grpSpPr>
        <p:sp>
          <p:nvSpPr>
            <p:cNvPr id="23" name="Oval 17"/>
            <p:cNvSpPr>
              <a:spLocks noChangeArrowheads="1"/>
            </p:cNvSpPr>
            <p:nvPr/>
          </p:nvSpPr>
          <p:spPr bwMode="auto">
            <a:xfrm>
              <a:off x="1007084" y="4484588"/>
              <a:ext cx="680125" cy="678007"/>
            </a:xfrm>
            <a:prstGeom prst="ellipse">
              <a:avLst/>
            </a:prstGeom>
            <a:solidFill>
              <a:srgbClr val="244C89"/>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r>
                <a:rPr lang="en-US" altLang="zh-CN" dirty="0">
                  <a:solidFill>
                    <a:schemeClr val="bg1"/>
                  </a:solidFill>
                  <a:latin typeface="思源黑体" panose="020B0500000000000000" pitchFamily="34" charset="-122"/>
                  <a:ea typeface="思源黑体" panose="020B0500000000000000" pitchFamily="34" charset="-122"/>
                </a:rPr>
                <a:t>3</a:t>
              </a:r>
              <a:endParaRPr lang="zh-CN" altLang="en-US" dirty="0">
                <a:solidFill>
                  <a:schemeClr val="bg1"/>
                </a:solidFill>
                <a:latin typeface="思源黑体" panose="020B0500000000000000" pitchFamily="34" charset="-122"/>
                <a:ea typeface="思源黑体" panose="020B0500000000000000" pitchFamily="34" charset="-122"/>
              </a:endParaRPr>
            </a:p>
          </p:txBody>
        </p:sp>
        <p:sp>
          <p:nvSpPr>
            <p:cNvPr id="24" name="矩形 23"/>
            <p:cNvSpPr/>
            <p:nvPr/>
          </p:nvSpPr>
          <p:spPr>
            <a:xfrm>
              <a:off x="1808364" y="4355902"/>
              <a:ext cx="4476791" cy="129566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nSpc>
                  <a:spcPct val="120000"/>
                </a:lnSpc>
              </a:pPr>
              <a:r>
                <a:rPr lang="zh-CN" altLang="en-US" b="1" dirty="0">
                  <a:solidFill>
                    <a:srgbClr val="313D51"/>
                  </a:solidFill>
                  <a:ea typeface="思源黑体" panose="020B0500000000000000" pitchFamily="34" charset="-122"/>
                  <a:sym typeface="Arial" panose="020B0604020202020204" pitchFamily="34" charset="0"/>
                </a:rPr>
                <a:t>仿真验证</a:t>
              </a:r>
              <a:endParaRPr lang="zh-CN" altLang="en-US" b="1" dirty="0">
                <a:solidFill>
                  <a:srgbClr val="313D51"/>
                </a:solidFill>
                <a:ea typeface="思源黑体" panose="020B0500000000000000" pitchFamily="34" charset="-122"/>
                <a:sym typeface="Arial" panose="020B0604020202020204" pitchFamily="34" charset="0"/>
              </a:endParaRPr>
            </a:p>
            <a:p>
              <a:pP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在</a:t>
              </a:r>
              <a:r>
                <a:rPr lang="en-US" altLang="zh-CN" sz="1200" dirty="0" err="1">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Webots</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仿真环境中模拟实时障碍检测，结合改进人工势场法实现局部动态避障，并通过状态机或加权融合策略实现全局路径与局部避障的协同控制。</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endParaRPr>
            </a:p>
          </p:txBody>
        </p:sp>
      </p:grpSp>
      <p:grpSp>
        <p:nvGrpSpPr>
          <p:cNvPr id="3" name="组合 2"/>
          <p:cNvGrpSpPr/>
          <p:nvPr/>
        </p:nvGrpSpPr>
        <p:grpSpPr>
          <a:xfrm>
            <a:off x="6462687" y="2030659"/>
            <a:ext cx="4496308" cy="1070742"/>
            <a:chOff x="1007084" y="1225382"/>
            <a:chExt cx="5440787" cy="1295658"/>
          </a:xfrm>
        </p:grpSpPr>
        <p:sp>
          <p:nvSpPr>
            <p:cNvPr id="4" name="Oval 17"/>
            <p:cNvSpPr>
              <a:spLocks noChangeArrowheads="1"/>
            </p:cNvSpPr>
            <p:nvPr/>
          </p:nvSpPr>
          <p:spPr bwMode="auto">
            <a:xfrm>
              <a:off x="1007084" y="1372699"/>
              <a:ext cx="680125" cy="678007"/>
            </a:xfrm>
            <a:prstGeom prst="ellipse">
              <a:avLst/>
            </a:prstGeom>
            <a:solidFill>
              <a:srgbClr val="244C89"/>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r>
                <a:rPr lang="en-US" altLang="zh-CN" dirty="0">
                  <a:solidFill>
                    <a:schemeClr val="bg1"/>
                  </a:solidFill>
                  <a:latin typeface="思源黑体" panose="020B0500000000000000" pitchFamily="34" charset="-122"/>
                  <a:ea typeface="思源黑体" panose="020B0500000000000000" pitchFamily="34" charset="-122"/>
                </a:rPr>
                <a:t>4</a:t>
              </a:r>
              <a:endParaRPr lang="zh-CN" altLang="en-US" dirty="0">
                <a:solidFill>
                  <a:schemeClr val="bg1"/>
                </a:solidFill>
                <a:latin typeface="思源黑体" panose="020B0500000000000000" pitchFamily="34" charset="-122"/>
                <a:ea typeface="思源黑体" panose="020B0500000000000000" pitchFamily="34" charset="-122"/>
              </a:endParaRPr>
            </a:p>
          </p:txBody>
        </p:sp>
        <p:sp>
          <p:nvSpPr>
            <p:cNvPr id="5" name="矩形 4"/>
            <p:cNvSpPr/>
            <p:nvPr/>
          </p:nvSpPr>
          <p:spPr>
            <a:xfrm>
              <a:off x="1808363" y="1225382"/>
              <a:ext cx="4639508" cy="129565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nSpc>
                  <a:spcPct val="120000"/>
                </a:lnSpc>
              </a:pPr>
              <a:r>
                <a:rPr lang="zh-CN" altLang="en-US" b="1" dirty="0">
                  <a:solidFill>
                    <a:srgbClr val="313D51"/>
                  </a:solidFill>
                  <a:ea typeface="思源黑体" panose="020B0500000000000000" pitchFamily="34" charset="-122"/>
                  <a:sym typeface="Arial" panose="020B0604020202020204" pitchFamily="34" charset="0"/>
                </a:rPr>
                <a:t>性能评估</a:t>
              </a:r>
              <a:endParaRPr lang="zh-CN" altLang="en-US" b="1" dirty="0">
                <a:solidFill>
                  <a:srgbClr val="313D51"/>
                </a:solidFill>
                <a:ea typeface="思源黑体" panose="020B0500000000000000" pitchFamily="34" charset="-122"/>
                <a:sym typeface="Arial" panose="020B0604020202020204" pitchFamily="34" charset="0"/>
              </a:endParaRPr>
            </a:p>
            <a:p>
              <a:pP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在</a:t>
              </a:r>
              <a:r>
                <a:rPr lang="en-US" altLang="zh-CN" sz="1200" dirty="0" err="1">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Webots</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内完成全套仿真测试，以路径长度、规划耗时、避障成功率、飞行平滑度等指标量化评估算法性能。</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endParaRPr>
            </a:p>
          </p:txBody>
        </p:sp>
      </p:grpSp>
      <p:grpSp>
        <p:nvGrpSpPr>
          <p:cNvPr id="6" name="组合 5"/>
          <p:cNvGrpSpPr/>
          <p:nvPr/>
        </p:nvGrpSpPr>
        <p:grpSpPr>
          <a:xfrm>
            <a:off x="6462687" y="3350996"/>
            <a:ext cx="4496308" cy="810478"/>
            <a:chOff x="1007084" y="2748997"/>
            <a:chExt cx="5440787" cy="980725"/>
          </a:xfrm>
        </p:grpSpPr>
        <p:sp>
          <p:nvSpPr>
            <p:cNvPr id="7" name="Oval 17"/>
            <p:cNvSpPr>
              <a:spLocks noChangeArrowheads="1"/>
            </p:cNvSpPr>
            <p:nvPr/>
          </p:nvSpPr>
          <p:spPr bwMode="auto">
            <a:xfrm>
              <a:off x="1007084" y="2925107"/>
              <a:ext cx="680125" cy="678007"/>
            </a:xfrm>
            <a:prstGeom prst="ellipse">
              <a:avLst/>
            </a:prstGeom>
            <a:solidFill>
              <a:srgbClr val="244C89"/>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r>
                <a:rPr lang="en-US" altLang="zh-CN" dirty="0">
                  <a:solidFill>
                    <a:schemeClr val="bg1"/>
                  </a:solidFill>
                  <a:latin typeface="思源黑体" panose="020B0500000000000000" pitchFamily="34" charset="-122"/>
                  <a:ea typeface="思源黑体" panose="020B0500000000000000" pitchFamily="34" charset="-122"/>
                </a:rPr>
                <a:t>5</a:t>
              </a:r>
              <a:endParaRPr lang="zh-CN" altLang="en-US" dirty="0">
                <a:solidFill>
                  <a:schemeClr val="bg1"/>
                </a:solidFill>
                <a:latin typeface="思源黑体" panose="020B0500000000000000" pitchFamily="34" charset="-122"/>
                <a:ea typeface="思源黑体" panose="020B0500000000000000" pitchFamily="34" charset="-122"/>
              </a:endParaRPr>
            </a:p>
          </p:txBody>
        </p:sp>
        <p:sp>
          <p:nvSpPr>
            <p:cNvPr id="8" name="矩形 7"/>
            <p:cNvSpPr/>
            <p:nvPr/>
          </p:nvSpPr>
          <p:spPr>
            <a:xfrm>
              <a:off x="1808363" y="2748997"/>
              <a:ext cx="4639508" cy="9807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nSpc>
                  <a:spcPct val="120000"/>
                </a:lnSpc>
              </a:pPr>
              <a:r>
                <a:rPr lang="en-US" altLang="zh-CN" b="1" dirty="0" err="1">
                  <a:solidFill>
                    <a:srgbClr val="313D51"/>
                  </a:solidFill>
                  <a:ea typeface="思源黑体" panose="020B0500000000000000" pitchFamily="34" charset="-122"/>
                  <a:sym typeface="Noto Sans SC" panose="020B0200000000000000" charset="-122"/>
                </a:rPr>
                <a:t>可视化展示</a:t>
              </a:r>
              <a:endParaRPr lang="en-US" altLang="zh-CN" b="1" dirty="0">
                <a:solidFill>
                  <a:srgbClr val="313D51"/>
                </a:solidFill>
                <a:ea typeface="思源黑体" panose="020B0500000000000000" pitchFamily="34" charset="-122"/>
                <a:sym typeface="Arial" panose="020B0604020202020204"/>
              </a:endParaRPr>
            </a:p>
            <a:p>
              <a:pPr lvl="0">
                <a:lnSpc>
                  <a:spcPct val="108000"/>
                </a:lnSpc>
                <a:buClr>
                  <a:srgbClr val="000000"/>
                </a:buClr>
                <a:defRPr/>
              </a:pPr>
              <a:r>
                <a:rPr lang="en-US" altLang="zh-CN" sz="1200" kern="0"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将核心算法移植至AirSim平台，利用UE4引擎的高质量渲染能力制作三维飞行演示视频。</a:t>
              </a:r>
              <a:endParaRPr lang="en-US" altLang="zh-CN" sz="1200" kern="0"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0-#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0-#ppt_w/2"/>
                                          </p:val>
                                        </p:tav>
                                        <p:tav tm="100000">
                                          <p:val>
                                            <p:strVal val="#ppt_x"/>
                                          </p:val>
                                        </p:tav>
                                      </p:tavLst>
                                    </p:anim>
                                    <p:anim calcmode="lin" valueType="num">
                                      <p:cBhvr additive="base">
                                        <p:cTn id="12" dur="500" fill="hold"/>
                                        <p:tgtEl>
                                          <p:spTgt spid="19"/>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fill="hold"/>
                                        <p:tgtEl>
                                          <p:spTgt spid="22"/>
                                        </p:tgtEl>
                                        <p:attrNameLst>
                                          <p:attrName>ppt_x</p:attrName>
                                        </p:attrNameLst>
                                      </p:cBhvr>
                                      <p:tavLst>
                                        <p:tav tm="0">
                                          <p:val>
                                            <p:strVal val="0-#ppt_w/2"/>
                                          </p:val>
                                        </p:tav>
                                        <p:tav tm="100000">
                                          <p:val>
                                            <p:strVal val="#ppt_x"/>
                                          </p:val>
                                        </p:tav>
                                      </p:tavLst>
                                    </p:anim>
                                    <p:anim calcmode="lin" valueType="num">
                                      <p:cBhvr additive="base">
                                        <p:cTn id="16" dur="500" fill="hold"/>
                                        <p:tgtEl>
                                          <p:spTgt spid="22"/>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0-#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0-#ppt_w/2"/>
                                          </p:val>
                                        </p:tav>
                                        <p:tav tm="100000">
                                          <p:val>
                                            <p:strVal val="#ppt_x"/>
                                          </p:val>
                                        </p:tav>
                                      </p:tavLst>
                                    </p:anim>
                                    <p:anim calcmode="lin" valueType="num">
                                      <p:cBhvr additive="base">
                                        <p:cTn id="2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nSpc>
                <a:spcPct val="120000"/>
              </a:lnSpc>
            </a:pPr>
            <a:r>
              <a:rPr lang="zh-CN" altLang="en-US" dirty="0" smtClean="0"/>
              <a:t>主要创新点</a:t>
            </a:r>
            <a:endParaRPr lang="zh-CN" altLang="en-US" dirty="0"/>
          </a:p>
        </p:txBody>
      </p:sp>
      <p:grpSp>
        <p:nvGrpSpPr>
          <p:cNvPr id="10" name="组合 9"/>
          <p:cNvGrpSpPr/>
          <p:nvPr>
            <p:custDataLst>
              <p:tags r:id="rId1"/>
            </p:custDataLst>
          </p:nvPr>
        </p:nvGrpSpPr>
        <p:grpSpPr>
          <a:xfrm>
            <a:off x="732971" y="2283954"/>
            <a:ext cx="9429933" cy="3529359"/>
            <a:chOff x="-76280" y="1810277"/>
            <a:chExt cx="11393569" cy="4264293"/>
          </a:xfrm>
        </p:grpSpPr>
        <p:sp>
          <p:nvSpPr>
            <p:cNvPr id="12" name="Line 10"/>
            <p:cNvSpPr>
              <a:spLocks noChangeShapeType="1"/>
            </p:cNvSpPr>
            <p:nvPr/>
          </p:nvSpPr>
          <p:spPr bwMode="auto">
            <a:xfrm>
              <a:off x="6164263" y="34321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nSpc>
                  <a:spcPct val="120000"/>
                </a:lnSpc>
              </a:pPr>
              <a:endParaRPr lang="zh-CN" altLang="en-US" sz="1400"/>
            </a:p>
          </p:txBody>
        </p:sp>
        <p:sp>
          <p:nvSpPr>
            <p:cNvPr id="13" name="Line 11"/>
            <p:cNvSpPr>
              <a:spLocks noChangeShapeType="1"/>
            </p:cNvSpPr>
            <p:nvPr/>
          </p:nvSpPr>
          <p:spPr bwMode="auto">
            <a:xfrm>
              <a:off x="6164263" y="34321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nSpc>
                  <a:spcPct val="120000"/>
                </a:lnSpc>
              </a:pPr>
              <a:endParaRPr lang="zh-CN" altLang="en-US" sz="1400"/>
            </a:p>
          </p:txBody>
        </p:sp>
        <p:grpSp>
          <p:nvGrpSpPr>
            <p:cNvPr id="4" name="组合 3"/>
            <p:cNvGrpSpPr/>
            <p:nvPr/>
          </p:nvGrpSpPr>
          <p:grpSpPr>
            <a:xfrm>
              <a:off x="4597400" y="1873250"/>
              <a:ext cx="2997200" cy="4201320"/>
              <a:chOff x="4597400" y="1873250"/>
              <a:chExt cx="2997200" cy="4201320"/>
            </a:xfrm>
          </p:grpSpPr>
          <p:sp>
            <p:nvSpPr>
              <p:cNvPr id="22" name="任意多边形 21"/>
              <p:cNvSpPr/>
              <p:nvPr/>
            </p:nvSpPr>
            <p:spPr>
              <a:xfrm>
                <a:off x="5514975" y="5434013"/>
                <a:ext cx="1158876" cy="640557"/>
              </a:xfrm>
              <a:custGeom>
                <a:avLst/>
                <a:gdLst>
                  <a:gd name="connsiteX0" fmla="*/ 373064 w 1158876"/>
                  <a:gd name="connsiteY0" fmla="*/ 473869 h 640557"/>
                  <a:gd name="connsiteX1" fmla="*/ 785813 w 1158876"/>
                  <a:gd name="connsiteY1" fmla="*/ 473869 h 640557"/>
                  <a:gd name="connsiteX2" fmla="*/ 869157 w 1158876"/>
                  <a:gd name="connsiteY2" fmla="*/ 557213 h 640557"/>
                  <a:gd name="connsiteX3" fmla="*/ 869156 w 1158876"/>
                  <a:gd name="connsiteY3" fmla="*/ 557213 h 640557"/>
                  <a:gd name="connsiteX4" fmla="*/ 785812 w 1158876"/>
                  <a:gd name="connsiteY4" fmla="*/ 640557 h 640557"/>
                  <a:gd name="connsiteX5" fmla="*/ 373064 w 1158876"/>
                  <a:gd name="connsiteY5" fmla="*/ 640556 h 640557"/>
                  <a:gd name="connsiteX6" fmla="*/ 296270 w 1158876"/>
                  <a:gd name="connsiteY6" fmla="*/ 589654 h 640557"/>
                  <a:gd name="connsiteX7" fmla="*/ 289720 w 1158876"/>
                  <a:gd name="connsiteY7" fmla="*/ 557213 h 640557"/>
                  <a:gd name="connsiteX8" fmla="*/ 296270 w 1158876"/>
                  <a:gd name="connsiteY8" fmla="*/ 524772 h 640557"/>
                  <a:gd name="connsiteX9" fmla="*/ 373064 w 1158876"/>
                  <a:gd name="connsiteY9" fmla="*/ 473869 h 640557"/>
                  <a:gd name="connsiteX10" fmla="*/ 156369 w 1158876"/>
                  <a:gd name="connsiteY10" fmla="*/ 235744 h 640557"/>
                  <a:gd name="connsiteX11" fmla="*/ 1002508 w 1158876"/>
                  <a:gd name="connsiteY11" fmla="*/ 235744 h 640557"/>
                  <a:gd name="connsiteX12" fmla="*/ 1085852 w 1158876"/>
                  <a:gd name="connsiteY12" fmla="*/ 319088 h 640557"/>
                  <a:gd name="connsiteX13" fmla="*/ 1085851 w 1158876"/>
                  <a:gd name="connsiteY13" fmla="*/ 319088 h 640557"/>
                  <a:gd name="connsiteX14" fmla="*/ 1002507 w 1158876"/>
                  <a:gd name="connsiteY14" fmla="*/ 402432 h 640557"/>
                  <a:gd name="connsiteX15" fmla="*/ 156369 w 1158876"/>
                  <a:gd name="connsiteY15" fmla="*/ 402431 h 640557"/>
                  <a:gd name="connsiteX16" fmla="*/ 79574 w 1158876"/>
                  <a:gd name="connsiteY16" fmla="*/ 351528 h 640557"/>
                  <a:gd name="connsiteX17" fmla="*/ 73025 w 1158876"/>
                  <a:gd name="connsiteY17" fmla="*/ 319087 h 640557"/>
                  <a:gd name="connsiteX18" fmla="*/ 79574 w 1158876"/>
                  <a:gd name="connsiteY18" fmla="*/ 286646 h 640557"/>
                  <a:gd name="connsiteX19" fmla="*/ 156369 w 1158876"/>
                  <a:gd name="connsiteY19" fmla="*/ 235744 h 640557"/>
                  <a:gd name="connsiteX20" fmla="*/ 83344 w 1158876"/>
                  <a:gd name="connsiteY20" fmla="*/ 0 h 640557"/>
                  <a:gd name="connsiteX21" fmla="*/ 1075532 w 1158876"/>
                  <a:gd name="connsiteY21" fmla="*/ 0 h 640557"/>
                  <a:gd name="connsiteX22" fmla="*/ 1158876 w 1158876"/>
                  <a:gd name="connsiteY22" fmla="*/ 83344 h 640557"/>
                  <a:gd name="connsiteX23" fmla="*/ 1158875 w 1158876"/>
                  <a:gd name="connsiteY23" fmla="*/ 83344 h 640557"/>
                  <a:gd name="connsiteX24" fmla="*/ 1075531 w 1158876"/>
                  <a:gd name="connsiteY24" fmla="*/ 166688 h 640557"/>
                  <a:gd name="connsiteX25" fmla="*/ 83344 w 1158876"/>
                  <a:gd name="connsiteY25" fmla="*/ 166687 h 640557"/>
                  <a:gd name="connsiteX26" fmla="*/ 6549 w 1158876"/>
                  <a:gd name="connsiteY26" fmla="*/ 115784 h 640557"/>
                  <a:gd name="connsiteX27" fmla="*/ 0 w 1158876"/>
                  <a:gd name="connsiteY27" fmla="*/ 83343 h 640557"/>
                  <a:gd name="connsiteX28" fmla="*/ 6549 w 1158876"/>
                  <a:gd name="connsiteY28" fmla="*/ 50902 h 640557"/>
                  <a:gd name="connsiteX29" fmla="*/ 83344 w 1158876"/>
                  <a:gd name="connsiteY29" fmla="*/ 0 h 640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58876" h="640557">
                    <a:moveTo>
                      <a:pt x="373064" y="473869"/>
                    </a:moveTo>
                    <a:lnTo>
                      <a:pt x="785813" y="473869"/>
                    </a:lnTo>
                    <a:cubicBezTo>
                      <a:pt x="831843" y="473869"/>
                      <a:pt x="869157" y="511183"/>
                      <a:pt x="869157" y="557213"/>
                    </a:cubicBezTo>
                    <a:lnTo>
                      <a:pt x="869156" y="557213"/>
                    </a:lnTo>
                    <a:cubicBezTo>
                      <a:pt x="869156" y="603243"/>
                      <a:pt x="831842" y="640557"/>
                      <a:pt x="785812" y="640557"/>
                    </a:cubicBezTo>
                    <a:lnTo>
                      <a:pt x="373064" y="640556"/>
                    </a:lnTo>
                    <a:cubicBezTo>
                      <a:pt x="338542" y="640556"/>
                      <a:pt x="308922" y="619567"/>
                      <a:pt x="296270" y="589654"/>
                    </a:cubicBezTo>
                    <a:lnTo>
                      <a:pt x="289720" y="557213"/>
                    </a:lnTo>
                    <a:lnTo>
                      <a:pt x="296270" y="524772"/>
                    </a:lnTo>
                    <a:cubicBezTo>
                      <a:pt x="308922" y="494858"/>
                      <a:pt x="338542" y="473869"/>
                      <a:pt x="373064" y="473869"/>
                    </a:cubicBezTo>
                    <a:close/>
                    <a:moveTo>
                      <a:pt x="156369" y="235744"/>
                    </a:moveTo>
                    <a:lnTo>
                      <a:pt x="1002508" y="235744"/>
                    </a:lnTo>
                    <a:cubicBezTo>
                      <a:pt x="1048538" y="235744"/>
                      <a:pt x="1085852" y="273058"/>
                      <a:pt x="1085852" y="319088"/>
                    </a:cubicBezTo>
                    <a:lnTo>
                      <a:pt x="1085851" y="319088"/>
                    </a:lnTo>
                    <a:cubicBezTo>
                      <a:pt x="1085851" y="365118"/>
                      <a:pt x="1048537" y="402432"/>
                      <a:pt x="1002507" y="402432"/>
                    </a:cubicBezTo>
                    <a:lnTo>
                      <a:pt x="156369" y="402431"/>
                    </a:lnTo>
                    <a:cubicBezTo>
                      <a:pt x="121846" y="402431"/>
                      <a:pt x="92227" y="381442"/>
                      <a:pt x="79574" y="351528"/>
                    </a:cubicBezTo>
                    <a:lnTo>
                      <a:pt x="73025" y="319087"/>
                    </a:lnTo>
                    <a:lnTo>
                      <a:pt x="79574" y="286646"/>
                    </a:lnTo>
                    <a:cubicBezTo>
                      <a:pt x="92227" y="256733"/>
                      <a:pt x="121846" y="235744"/>
                      <a:pt x="156369" y="235744"/>
                    </a:cubicBezTo>
                    <a:close/>
                    <a:moveTo>
                      <a:pt x="83344" y="0"/>
                    </a:moveTo>
                    <a:lnTo>
                      <a:pt x="1075532" y="0"/>
                    </a:lnTo>
                    <a:cubicBezTo>
                      <a:pt x="1121562" y="0"/>
                      <a:pt x="1158876" y="37314"/>
                      <a:pt x="1158876" y="83344"/>
                    </a:cubicBezTo>
                    <a:lnTo>
                      <a:pt x="1158875" y="83344"/>
                    </a:lnTo>
                    <a:cubicBezTo>
                      <a:pt x="1158875" y="129374"/>
                      <a:pt x="1121561" y="166688"/>
                      <a:pt x="1075531" y="166688"/>
                    </a:cubicBezTo>
                    <a:lnTo>
                      <a:pt x="83344" y="166687"/>
                    </a:lnTo>
                    <a:cubicBezTo>
                      <a:pt x="48821" y="166687"/>
                      <a:pt x="19202" y="145698"/>
                      <a:pt x="6549" y="115784"/>
                    </a:cubicBezTo>
                    <a:lnTo>
                      <a:pt x="0" y="83343"/>
                    </a:lnTo>
                    <a:lnTo>
                      <a:pt x="6549" y="50902"/>
                    </a:lnTo>
                    <a:cubicBezTo>
                      <a:pt x="19202" y="20989"/>
                      <a:pt x="48821" y="0"/>
                      <a:pt x="83344" y="0"/>
                    </a:cubicBezTo>
                    <a:close/>
                  </a:path>
                </a:pathLst>
              </a:cu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400"/>
              </a:p>
            </p:txBody>
          </p:sp>
          <p:sp>
            <p:nvSpPr>
              <p:cNvPr id="14" name="Freeform 12"/>
              <p:cNvSpPr>
                <a:spLocks noEditPoints="1"/>
              </p:cNvSpPr>
              <p:nvPr>
                <p:custDataLst>
                  <p:tags r:id="rId2"/>
                </p:custDataLst>
              </p:nvPr>
            </p:nvSpPr>
            <p:spPr bwMode="auto">
              <a:xfrm>
                <a:off x="5211763" y="2809875"/>
                <a:ext cx="1795463" cy="2292350"/>
              </a:xfrm>
              <a:custGeom>
                <a:avLst/>
                <a:gdLst>
                  <a:gd name="T0" fmla="*/ 506 w 550"/>
                  <a:gd name="T1" fmla="*/ 221 h 703"/>
                  <a:gd name="T2" fmla="*/ 503 w 550"/>
                  <a:gd name="T3" fmla="*/ 133 h 703"/>
                  <a:gd name="T4" fmla="*/ 436 w 550"/>
                  <a:gd name="T5" fmla="*/ 124 h 703"/>
                  <a:gd name="T6" fmla="*/ 375 w 550"/>
                  <a:gd name="T7" fmla="*/ 191 h 703"/>
                  <a:gd name="T8" fmla="*/ 347 w 550"/>
                  <a:gd name="T9" fmla="*/ 230 h 703"/>
                  <a:gd name="T10" fmla="*/ 365 w 550"/>
                  <a:gd name="T11" fmla="*/ 173 h 703"/>
                  <a:gd name="T12" fmla="*/ 265 w 550"/>
                  <a:gd name="T13" fmla="*/ 167 h 703"/>
                  <a:gd name="T14" fmla="*/ 259 w 550"/>
                  <a:gd name="T15" fmla="*/ 230 h 703"/>
                  <a:gd name="T16" fmla="*/ 265 w 550"/>
                  <a:gd name="T17" fmla="*/ 73 h 703"/>
                  <a:gd name="T18" fmla="*/ 219 w 550"/>
                  <a:gd name="T19" fmla="*/ 133 h 703"/>
                  <a:gd name="T20" fmla="*/ 170 w 550"/>
                  <a:gd name="T21" fmla="*/ 121 h 703"/>
                  <a:gd name="T22" fmla="*/ 127 w 550"/>
                  <a:gd name="T23" fmla="*/ 216 h 703"/>
                  <a:gd name="T24" fmla="*/ 94 w 550"/>
                  <a:gd name="T25" fmla="*/ 236 h 703"/>
                  <a:gd name="T26" fmla="*/ 97 w 550"/>
                  <a:gd name="T27" fmla="*/ 145 h 703"/>
                  <a:gd name="T28" fmla="*/ 69 w 550"/>
                  <a:gd name="T29" fmla="*/ 121 h 703"/>
                  <a:gd name="T30" fmla="*/ 8 w 550"/>
                  <a:gd name="T31" fmla="*/ 209 h 703"/>
                  <a:gd name="T32" fmla="*/ 17 w 550"/>
                  <a:gd name="T33" fmla="*/ 233 h 703"/>
                  <a:gd name="T34" fmla="*/ 149 w 550"/>
                  <a:gd name="T35" fmla="*/ 458 h 703"/>
                  <a:gd name="T36" fmla="*/ 219 w 550"/>
                  <a:gd name="T37" fmla="*/ 703 h 703"/>
                  <a:gd name="T38" fmla="*/ 164 w 550"/>
                  <a:gd name="T39" fmla="*/ 452 h 703"/>
                  <a:gd name="T40" fmla="*/ 57 w 550"/>
                  <a:gd name="T41" fmla="*/ 206 h 703"/>
                  <a:gd name="T42" fmla="*/ 94 w 550"/>
                  <a:gd name="T43" fmla="*/ 261 h 703"/>
                  <a:gd name="T44" fmla="*/ 146 w 550"/>
                  <a:gd name="T45" fmla="*/ 248 h 703"/>
                  <a:gd name="T46" fmla="*/ 225 w 550"/>
                  <a:gd name="T47" fmla="*/ 230 h 703"/>
                  <a:gd name="T48" fmla="*/ 274 w 550"/>
                  <a:gd name="T49" fmla="*/ 251 h 703"/>
                  <a:gd name="T50" fmla="*/ 347 w 550"/>
                  <a:gd name="T51" fmla="*/ 255 h 703"/>
                  <a:gd name="T52" fmla="*/ 445 w 550"/>
                  <a:gd name="T53" fmla="*/ 248 h 703"/>
                  <a:gd name="T54" fmla="*/ 512 w 550"/>
                  <a:gd name="T55" fmla="*/ 245 h 703"/>
                  <a:gd name="T56" fmla="*/ 321 w 550"/>
                  <a:gd name="T57" fmla="*/ 703 h 703"/>
                  <a:gd name="T58" fmla="*/ 512 w 550"/>
                  <a:gd name="T59" fmla="*/ 276 h 703"/>
                  <a:gd name="T60" fmla="*/ 540 w 550"/>
                  <a:gd name="T61" fmla="*/ 241 h 703"/>
                  <a:gd name="T62" fmla="*/ 527 w 550"/>
                  <a:gd name="T63" fmla="*/ 218 h 703"/>
                  <a:gd name="T64" fmla="*/ 187 w 550"/>
                  <a:gd name="T65" fmla="*/ 233 h 703"/>
                  <a:gd name="T66" fmla="*/ 152 w 550"/>
                  <a:gd name="T67" fmla="*/ 215 h 703"/>
                  <a:gd name="T68" fmla="*/ 179 w 550"/>
                  <a:gd name="T69" fmla="*/ 145 h 703"/>
                  <a:gd name="T70" fmla="*/ 213 w 550"/>
                  <a:gd name="T71" fmla="*/ 191 h 703"/>
                  <a:gd name="T72" fmla="*/ 291 w 550"/>
                  <a:gd name="T73" fmla="*/ 169 h 703"/>
                  <a:gd name="T74" fmla="*/ 333 w 550"/>
                  <a:gd name="T75" fmla="*/ 149 h 703"/>
                  <a:gd name="T76" fmla="*/ 298 w 550"/>
                  <a:gd name="T77" fmla="*/ 212 h 703"/>
                  <a:gd name="T78" fmla="*/ 443 w 550"/>
                  <a:gd name="T79" fmla="*/ 222 h 703"/>
                  <a:gd name="T80" fmla="*/ 404 w 550"/>
                  <a:gd name="T81" fmla="*/ 173 h 703"/>
                  <a:gd name="T82" fmla="*/ 458 w 550"/>
                  <a:gd name="T83" fmla="*/ 165 h 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50" h="703">
                    <a:moveTo>
                      <a:pt x="527" y="218"/>
                    </a:moveTo>
                    <a:cubicBezTo>
                      <a:pt x="522" y="221"/>
                      <a:pt x="514" y="224"/>
                      <a:pt x="506" y="221"/>
                    </a:cubicBezTo>
                    <a:cubicBezTo>
                      <a:pt x="500" y="219"/>
                      <a:pt x="490" y="210"/>
                      <a:pt x="488" y="193"/>
                    </a:cubicBezTo>
                    <a:cubicBezTo>
                      <a:pt x="483" y="168"/>
                      <a:pt x="506" y="145"/>
                      <a:pt x="503" y="133"/>
                    </a:cubicBezTo>
                    <a:cubicBezTo>
                      <a:pt x="500" y="118"/>
                      <a:pt x="478" y="106"/>
                      <a:pt x="469" y="139"/>
                    </a:cubicBezTo>
                    <a:cubicBezTo>
                      <a:pt x="463" y="130"/>
                      <a:pt x="448" y="124"/>
                      <a:pt x="436" y="124"/>
                    </a:cubicBezTo>
                    <a:cubicBezTo>
                      <a:pt x="408" y="124"/>
                      <a:pt x="390" y="139"/>
                      <a:pt x="381" y="164"/>
                    </a:cubicBezTo>
                    <a:cubicBezTo>
                      <a:pt x="378" y="170"/>
                      <a:pt x="375" y="182"/>
                      <a:pt x="375" y="191"/>
                    </a:cubicBezTo>
                    <a:cubicBezTo>
                      <a:pt x="375" y="200"/>
                      <a:pt x="378" y="211"/>
                      <a:pt x="383" y="219"/>
                    </a:cubicBezTo>
                    <a:cubicBezTo>
                      <a:pt x="371" y="227"/>
                      <a:pt x="362" y="230"/>
                      <a:pt x="347" y="230"/>
                    </a:cubicBezTo>
                    <a:cubicBezTo>
                      <a:pt x="341" y="230"/>
                      <a:pt x="332" y="227"/>
                      <a:pt x="323" y="224"/>
                    </a:cubicBezTo>
                    <a:cubicBezTo>
                      <a:pt x="342" y="216"/>
                      <a:pt x="359" y="204"/>
                      <a:pt x="365" y="173"/>
                    </a:cubicBezTo>
                    <a:cubicBezTo>
                      <a:pt x="371" y="141"/>
                      <a:pt x="350" y="114"/>
                      <a:pt x="310" y="120"/>
                    </a:cubicBezTo>
                    <a:cubicBezTo>
                      <a:pt x="293" y="122"/>
                      <a:pt x="271" y="138"/>
                      <a:pt x="265" y="167"/>
                    </a:cubicBezTo>
                    <a:cubicBezTo>
                      <a:pt x="265" y="167"/>
                      <a:pt x="258" y="198"/>
                      <a:pt x="274" y="224"/>
                    </a:cubicBezTo>
                    <a:cubicBezTo>
                      <a:pt x="270" y="227"/>
                      <a:pt x="265" y="230"/>
                      <a:pt x="259" y="230"/>
                    </a:cubicBezTo>
                    <a:cubicBezTo>
                      <a:pt x="236" y="231"/>
                      <a:pt x="243" y="170"/>
                      <a:pt x="243" y="157"/>
                    </a:cubicBezTo>
                    <a:cubicBezTo>
                      <a:pt x="246" y="127"/>
                      <a:pt x="259" y="100"/>
                      <a:pt x="265" y="73"/>
                    </a:cubicBezTo>
                    <a:cubicBezTo>
                      <a:pt x="286" y="0"/>
                      <a:pt x="246" y="3"/>
                      <a:pt x="237" y="36"/>
                    </a:cubicBezTo>
                    <a:cubicBezTo>
                      <a:pt x="231" y="60"/>
                      <a:pt x="222" y="97"/>
                      <a:pt x="219" y="133"/>
                    </a:cubicBezTo>
                    <a:cubicBezTo>
                      <a:pt x="213" y="127"/>
                      <a:pt x="204" y="124"/>
                      <a:pt x="197" y="121"/>
                    </a:cubicBezTo>
                    <a:cubicBezTo>
                      <a:pt x="188" y="118"/>
                      <a:pt x="179" y="118"/>
                      <a:pt x="170" y="121"/>
                    </a:cubicBezTo>
                    <a:cubicBezTo>
                      <a:pt x="152" y="127"/>
                      <a:pt x="133" y="145"/>
                      <a:pt x="127" y="182"/>
                    </a:cubicBezTo>
                    <a:cubicBezTo>
                      <a:pt x="124" y="194"/>
                      <a:pt x="124" y="207"/>
                      <a:pt x="127" y="216"/>
                    </a:cubicBezTo>
                    <a:cubicBezTo>
                      <a:pt x="125" y="217"/>
                      <a:pt x="122" y="220"/>
                      <a:pt x="119" y="223"/>
                    </a:cubicBezTo>
                    <a:cubicBezTo>
                      <a:pt x="111" y="230"/>
                      <a:pt x="101" y="237"/>
                      <a:pt x="94" y="236"/>
                    </a:cubicBezTo>
                    <a:cubicBezTo>
                      <a:pt x="78" y="234"/>
                      <a:pt x="81" y="194"/>
                      <a:pt x="85" y="173"/>
                    </a:cubicBezTo>
                    <a:cubicBezTo>
                      <a:pt x="91" y="160"/>
                      <a:pt x="94" y="151"/>
                      <a:pt x="97" y="145"/>
                    </a:cubicBezTo>
                    <a:cubicBezTo>
                      <a:pt x="100" y="136"/>
                      <a:pt x="100" y="127"/>
                      <a:pt x="97" y="124"/>
                    </a:cubicBezTo>
                    <a:cubicBezTo>
                      <a:pt x="85" y="100"/>
                      <a:pt x="69" y="121"/>
                      <a:pt x="69" y="121"/>
                    </a:cubicBezTo>
                    <a:cubicBezTo>
                      <a:pt x="66" y="127"/>
                      <a:pt x="60" y="142"/>
                      <a:pt x="57" y="164"/>
                    </a:cubicBezTo>
                    <a:cubicBezTo>
                      <a:pt x="48" y="179"/>
                      <a:pt x="36" y="188"/>
                      <a:pt x="8" y="209"/>
                    </a:cubicBezTo>
                    <a:cubicBezTo>
                      <a:pt x="2" y="215"/>
                      <a:pt x="0" y="221"/>
                      <a:pt x="4" y="228"/>
                    </a:cubicBezTo>
                    <a:cubicBezTo>
                      <a:pt x="8" y="234"/>
                      <a:pt x="11" y="233"/>
                      <a:pt x="17" y="233"/>
                    </a:cubicBezTo>
                    <a:cubicBezTo>
                      <a:pt x="23" y="242"/>
                      <a:pt x="30" y="255"/>
                      <a:pt x="39" y="264"/>
                    </a:cubicBezTo>
                    <a:cubicBezTo>
                      <a:pt x="78" y="324"/>
                      <a:pt x="118" y="391"/>
                      <a:pt x="149" y="458"/>
                    </a:cubicBezTo>
                    <a:cubicBezTo>
                      <a:pt x="182" y="531"/>
                      <a:pt x="207" y="600"/>
                      <a:pt x="216" y="673"/>
                    </a:cubicBezTo>
                    <a:cubicBezTo>
                      <a:pt x="217" y="686"/>
                      <a:pt x="218" y="694"/>
                      <a:pt x="219" y="703"/>
                    </a:cubicBezTo>
                    <a:cubicBezTo>
                      <a:pt x="237" y="703"/>
                      <a:pt x="237" y="703"/>
                      <a:pt x="237" y="703"/>
                    </a:cubicBezTo>
                    <a:cubicBezTo>
                      <a:pt x="231" y="618"/>
                      <a:pt x="204" y="534"/>
                      <a:pt x="164" y="452"/>
                    </a:cubicBezTo>
                    <a:cubicBezTo>
                      <a:pt x="127" y="373"/>
                      <a:pt x="78" y="294"/>
                      <a:pt x="33" y="224"/>
                    </a:cubicBezTo>
                    <a:cubicBezTo>
                      <a:pt x="39" y="220"/>
                      <a:pt x="51" y="212"/>
                      <a:pt x="57" y="206"/>
                    </a:cubicBezTo>
                    <a:cubicBezTo>
                      <a:pt x="57" y="209"/>
                      <a:pt x="57" y="215"/>
                      <a:pt x="57" y="218"/>
                    </a:cubicBezTo>
                    <a:cubicBezTo>
                      <a:pt x="60" y="255"/>
                      <a:pt x="79" y="259"/>
                      <a:pt x="94" y="261"/>
                    </a:cubicBezTo>
                    <a:cubicBezTo>
                      <a:pt x="108" y="261"/>
                      <a:pt x="122" y="252"/>
                      <a:pt x="136" y="239"/>
                    </a:cubicBezTo>
                    <a:cubicBezTo>
                      <a:pt x="139" y="242"/>
                      <a:pt x="142" y="246"/>
                      <a:pt x="146" y="248"/>
                    </a:cubicBezTo>
                    <a:cubicBezTo>
                      <a:pt x="158" y="259"/>
                      <a:pt x="179" y="261"/>
                      <a:pt x="192" y="258"/>
                    </a:cubicBezTo>
                    <a:cubicBezTo>
                      <a:pt x="205" y="255"/>
                      <a:pt x="216" y="245"/>
                      <a:pt x="225" y="230"/>
                    </a:cubicBezTo>
                    <a:cubicBezTo>
                      <a:pt x="225" y="236"/>
                      <a:pt x="228" y="242"/>
                      <a:pt x="231" y="245"/>
                    </a:cubicBezTo>
                    <a:cubicBezTo>
                      <a:pt x="240" y="255"/>
                      <a:pt x="259" y="258"/>
                      <a:pt x="274" y="251"/>
                    </a:cubicBezTo>
                    <a:cubicBezTo>
                      <a:pt x="280" y="248"/>
                      <a:pt x="289" y="245"/>
                      <a:pt x="295" y="242"/>
                    </a:cubicBezTo>
                    <a:cubicBezTo>
                      <a:pt x="310" y="248"/>
                      <a:pt x="329" y="255"/>
                      <a:pt x="347" y="255"/>
                    </a:cubicBezTo>
                    <a:cubicBezTo>
                      <a:pt x="368" y="255"/>
                      <a:pt x="387" y="251"/>
                      <a:pt x="402" y="236"/>
                    </a:cubicBezTo>
                    <a:cubicBezTo>
                      <a:pt x="411" y="245"/>
                      <a:pt x="425" y="250"/>
                      <a:pt x="445" y="248"/>
                    </a:cubicBezTo>
                    <a:cubicBezTo>
                      <a:pt x="460" y="246"/>
                      <a:pt x="469" y="239"/>
                      <a:pt x="475" y="227"/>
                    </a:cubicBezTo>
                    <a:cubicBezTo>
                      <a:pt x="481" y="241"/>
                      <a:pt x="498" y="247"/>
                      <a:pt x="512" y="245"/>
                    </a:cubicBezTo>
                    <a:cubicBezTo>
                      <a:pt x="417" y="388"/>
                      <a:pt x="317" y="540"/>
                      <a:pt x="304" y="703"/>
                    </a:cubicBezTo>
                    <a:cubicBezTo>
                      <a:pt x="321" y="703"/>
                      <a:pt x="321" y="703"/>
                      <a:pt x="321" y="703"/>
                    </a:cubicBezTo>
                    <a:cubicBezTo>
                      <a:pt x="321" y="696"/>
                      <a:pt x="321" y="692"/>
                      <a:pt x="323" y="682"/>
                    </a:cubicBezTo>
                    <a:cubicBezTo>
                      <a:pt x="341" y="540"/>
                      <a:pt x="426" y="403"/>
                      <a:pt x="512" y="276"/>
                    </a:cubicBezTo>
                    <a:cubicBezTo>
                      <a:pt x="518" y="267"/>
                      <a:pt x="527" y="255"/>
                      <a:pt x="533" y="243"/>
                    </a:cubicBezTo>
                    <a:cubicBezTo>
                      <a:pt x="540" y="241"/>
                      <a:pt x="540" y="241"/>
                      <a:pt x="540" y="241"/>
                    </a:cubicBezTo>
                    <a:cubicBezTo>
                      <a:pt x="547" y="238"/>
                      <a:pt x="550" y="231"/>
                      <a:pt x="545" y="221"/>
                    </a:cubicBezTo>
                    <a:cubicBezTo>
                      <a:pt x="539" y="215"/>
                      <a:pt x="533" y="215"/>
                      <a:pt x="527" y="218"/>
                    </a:cubicBezTo>
                    <a:close/>
                    <a:moveTo>
                      <a:pt x="213" y="191"/>
                    </a:moveTo>
                    <a:cubicBezTo>
                      <a:pt x="207" y="218"/>
                      <a:pt x="200" y="229"/>
                      <a:pt x="187" y="233"/>
                    </a:cubicBezTo>
                    <a:cubicBezTo>
                      <a:pt x="178" y="236"/>
                      <a:pt x="168" y="233"/>
                      <a:pt x="164" y="230"/>
                    </a:cubicBezTo>
                    <a:cubicBezTo>
                      <a:pt x="158" y="227"/>
                      <a:pt x="152" y="215"/>
                      <a:pt x="152" y="215"/>
                    </a:cubicBezTo>
                    <a:cubicBezTo>
                      <a:pt x="149" y="206"/>
                      <a:pt x="149" y="197"/>
                      <a:pt x="152" y="188"/>
                    </a:cubicBezTo>
                    <a:cubicBezTo>
                      <a:pt x="158" y="164"/>
                      <a:pt x="167" y="148"/>
                      <a:pt x="179" y="145"/>
                    </a:cubicBezTo>
                    <a:cubicBezTo>
                      <a:pt x="187" y="144"/>
                      <a:pt x="198" y="147"/>
                      <a:pt x="204" y="151"/>
                    </a:cubicBezTo>
                    <a:cubicBezTo>
                      <a:pt x="214" y="159"/>
                      <a:pt x="216" y="173"/>
                      <a:pt x="213" y="191"/>
                    </a:cubicBezTo>
                    <a:close/>
                    <a:moveTo>
                      <a:pt x="298" y="212"/>
                    </a:moveTo>
                    <a:cubicBezTo>
                      <a:pt x="295" y="206"/>
                      <a:pt x="287" y="184"/>
                      <a:pt x="291" y="169"/>
                    </a:cubicBezTo>
                    <a:cubicBezTo>
                      <a:pt x="295" y="154"/>
                      <a:pt x="307" y="146"/>
                      <a:pt x="313" y="145"/>
                    </a:cubicBezTo>
                    <a:cubicBezTo>
                      <a:pt x="324" y="144"/>
                      <a:pt x="330" y="146"/>
                      <a:pt x="333" y="149"/>
                    </a:cubicBezTo>
                    <a:cubicBezTo>
                      <a:pt x="338" y="152"/>
                      <a:pt x="340" y="159"/>
                      <a:pt x="339" y="167"/>
                    </a:cubicBezTo>
                    <a:cubicBezTo>
                      <a:pt x="337" y="178"/>
                      <a:pt x="321" y="203"/>
                      <a:pt x="298" y="212"/>
                    </a:cubicBezTo>
                    <a:close/>
                    <a:moveTo>
                      <a:pt x="461" y="193"/>
                    </a:moveTo>
                    <a:cubicBezTo>
                      <a:pt x="461" y="202"/>
                      <a:pt x="455" y="221"/>
                      <a:pt x="443" y="222"/>
                    </a:cubicBezTo>
                    <a:cubicBezTo>
                      <a:pt x="421" y="224"/>
                      <a:pt x="411" y="215"/>
                      <a:pt x="405" y="206"/>
                    </a:cubicBezTo>
                    <a:cubicBezTo>
                      <a:pt x="399" y="197"/>
                      <a:pt x="401" y="182"/>
                      <a:pt x="404" y="173"/>
                    </a:cubicBezTo>
                    <a:cubicBezTo>
                      <a:pt x="410" y="157"/>
                      <a:pt x="420" y="148"/>
                      <a:pt x="436" y="148"/>
                    </a:cubicBezTo>
                    <a:cubicBezTo>
                      <a:pt x="445" y="148"/>
                      <a:pt x="454" y="154"/>
                      <a:pt x="458" y="165"/>
                    </a:cubicBezTo>
                    <a:cubicBezTo>
                      <a:pt x="461" y="173"/>
                      <a:pt x="460" y="188"/>
                      <a:pt x="461" y="193"/>
                    </a:cubicBezTo>
                    <a:close/>
                  </a:path>
                </a:pathLst>
              </a:custGeom>
              <a:solidFill>
                <a:srgbClr val="244C89"/>
              </a:solidFill>
              <a:ln>
                <a:noFill/>
              </a:ln>
            </p:spPr>
            <p:txBody>
              <a:bodyPr vert="horz" wrap="square" lIns="91440" tIns="45720" rIns="91440" bIns="45720" numCol="1" anchor="t" anchorCtr="0" compatLnSpc="1"/>
              <a:lstStyle/>
              <a:p>
                <a:pPr>
                  <a:lnSpc>
                    <a:spcPct val="120000"/>
                  </a:lnSpc>
                </a:pPr>
                <a:endParaRPr lang="zh-CN" altLang="en-US" sz="1400"/>
              </a:p>
            </p:txBody>
          </p:sp>
          <p:sp>
            <p:nvSpPr>
              <p:cNvPr id="15" name="Freeform 13"/>
              <p:cNvSpPr/>
              <p:nvPr>
                <p:custDataLst>
                  <p:tags r:id="rId3"/>
                </p:custDataLst>
              </p:nvPr>
            </p:nvSpPr>
            <p:spPr bwMode="auto">
              <a:xfrm>
                <a:off x="4597400" y="1873250"/>
                <a:ext cx="1390650" cy="1624013"/>
              </a:xfrm>
              <a:custGeom>
                <a:avLst/>
                <a:gdLst>
                  <a:gd name="T0" fmla="*/ 70 w 426"/>
                  <a:gd name="T1" fmla="*/ 498 h 498"/>
                  <a:gd name="T2" fmla="*/ 67 w 426"/>
                  <a:gd name="T3" fmla="*/ 444 h 498"/>
                  <a:gd name="T4" fmla="*/ 183 w 426"/>
                  <a:gd name="T5" fmla="*/ 178 h 498"/>
                  <a:gd name="T6" fmla="*/ 426 w 426"/>
                  <a:gd name="T7" fmla="*/ 70 h 498"/>
                  <a:gd name="T8" fmla="*/ 426 w 426"/>
                  <a:gd name="T9" fmla="*/ 0 h 498"/>
                  <a:gd name="T10" fmla="*/ 134 w 426"/>
                  <a:gd name="T11" fmla="*/ 129 h 498"/>
                  <a:gd name="T12" fmla="*/ 0 w 426"/>
                  <a:gd name="T13" fmla="*/ 444 h 498"/>
                  <a:gd name="T14" fmla="*/ 2 w 426"/>
                  <a:gd name="T15" fmla="*/ 498 h 498"/>
                  <a:gd name="T16" fmla="*/ 70 w 426"/>
                  <a:gd name="T17" fmla="*/ 49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498">
                    <a:moveTo>
                      <a:pt x="70" y="498"/>
                    </a:moveTo>
                    <a:cubicBezTo>
                      <a:pt x="68" y="481"/>
                      <a:pt x="67" y="464"/>
                      <a:pt x="67" y="444"/>
                    </a:cubicBezTo>
                    <a:cubicBezTo>
                      <a:pt x="67" y="338"/>
                      <a:pt x="109" y="244"/>
                      <a:pt x="183" y="178"/>
                    </a:cubicBezTo>
                    <a:cubicBezTo>
                      <a:pt x="246" y="117"/>
                      <a:pt x="332" y="77"/>
                      <a:pt x="426" y="70"/>
                    </a:cubicBezTo>
                    <a:cubicBezTo>
                      <a:pt x="426" y="0"/>
                      <a:pt x="426" y="0"/>
                      <a:pt x="426" y="0"/>
                    </a:cubicBezTo>
                    <a:cubicBezTo>
                      <a:pt x="313" y="7"/>
                      <a:pt x="209" y="57"/>
                      <a:pt x="134" y="129"/>
                    </a:cubicBezTo>
                    <a:cubicBezTo>
                      <a:pt x="51" y="208"/>
                      <a:pt x="0" y="320"/>
                      <a:pt x="0" y="444"/>
                    </a:cubicBezTo>
                    <a:cubicBezTo>
                      <a:pt x="0" y="464"/>
                      <a:pt x="0" y="481"/>
                      <a:pt x="2" y="498"/>
                    </a:cubicBezTo>
                    <a:lnTo>
                      <a:pt x="70" y="498"/>
                    </a:lnTo>
                    <a:close/>
                  </a:path>
                </a:pathLst>
              </a:custGeom>
              <a:solidFill>
                <a:srgbClr val="244C89"/>
              </a:solidFill>
              <a:ln>
                <a:noFill/>
              </a:ln>
            </p:spPr>
            <p:txBody>
              <a:bodyPr vert="horz" wrap="square" lIns="91440" tIns="45720" rIns="91440" bIns="45720" numCol="1" anchor="t" anchorCtr="0" compatLnSpc="1"/>
              <a:lstStyle/>
              <a:p>
                <a:pPr>
                  <a:lnSpc>
                    <a:spcPct val="120000"/>
                  </a:lnSpc>
                </a:pPr>
                <a:endParaRPr lang="zh-CN" altLang="en-US" sz="1400"/>
              </a:p>
            </p:txBody>
          </p:sp>
          <p:sp>
            <p:nvSpPr>
              <p:cNvPr id="16" name="Freeform 14"/>
              <p:cNvSpPr/>
              <p:nvPr>
                <p:custDataLst>
                  <p:tags r:id="rId4"/>
                </p:custDataLst>
              </p:nvPr>
            </p:nvSpPr>
            <p:spPr bwMode="auto">
              <a:xfrm>
                <a:off x="4637088" y="3692525"/>
                <a:ext cx="1350963" cy="1627188"/>
              </a:xfrm>
              <a:custGeom>
                <a:avLst/>
                <a:gdLst>
                  <a:gd name="T0" fmla="*/ 250 w 414"/>
                  <a:gd name="T1" fmla="*/ 344 h 499"/>
                  <a:gd name="T2" fmla="*/ 229 w 414"/>
                  <a:gd name="T3" fmla="*/ 250 h 499"/>
                  <a:gd name="T4" fmla="*/ 143 w 414"/>
                  <a:gd name="T5" fmla="*/ 123 h 499"/>
                  <a:gd name="T6" fmla="*/ 70 w 414"/>
                  <a:gd name="T7" fmla="*/ 0 h 499"/>
                  <a:gd name="T8" fmla="*/ 0 w 414"/>
                  <a:gd name="T9" fmla="*/ 0 h 499"/>
                  <a:gd name="T10" fmla="*/ 91 w 414"/>
                  <a:gd name="T11" fmla="*/ 166 h 499"/>
                  <a:gd name="T12" fmla="*/ 165 w 414"/>
                  <a:gd name="T13" fmla="*/ 275 h 499"/>
                  <a:gd name="T14" fmla="*/ 183 w 414"/>
                  <a:gd name="T15" fmla="*/ 351 h 499"/>
                  <a:gd name="T16" fmla="*/ 250 w 414"/>
                  <a:gd name="T17" fmla="*/ 487 h 499"/>
                  <a:gd name="T18" fmla="*/ 278 w 414"/>
                  <a:gd name="T19" fmla="*/ 499 h 499"/>
                  <a:gd name="T20" fmla="*/ 414 w 414"/>
                  <a:gd name="T21" fmla="*/ 499 h 499"/>
                  <a:gd name="T22" fmla="*/ 414 w 414"/>
                  <a:gd name="T23" fmla="*/ 438 h 499"/>
                  <a:gd name="T24" fmla="*/ 294 w 414"/>
                  <a:gd name="T25" fmla="*/ 438 h 499"/>
                  <a:gd name="T26" fmla="*/ 250 w 414"/>
                  <a:gd name="T27" fmla="*/ 344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14" h="499">
                    <a:moveTo>
                      <a:pt x="250" y="344"/>
                    </a:moveTo>
                    <a:cubicBezTo>
                      <a:pt x="250" y="320"/>
                      <a:pt x="247" y="293"/>
                      <a:pt x="229" y="250"/>
                    </a:cubicBezTo>
                    <a:cubicBezTo>
                      <a:pt x="204" y="196"/>
                      <a:pt x="174" y="156"/>
                      <a:pt x="143" y="123"/>
                    </a:cubicBezTo>
                    <a:cubicBezTo>
                      <a:pt x="116" y="88"/>
                      <a:pt x="88" y="54"/>
                      <a:pt x="70" y="0"/>
                    </a:cubicBezTo>
                    <a:cubicBezTo>
                      <a:pt x="0" y="0"/>
                      <a:pt x="0" y="0"/>
                      <a:pt x="0" y="0"/>
                    </a:cubicBezTo>
                    <a:cubicBezTo>
                      <a:pt x="18" y="76"/>
                      <a:pt x="55" y="121"/>
                      <a:pt x="91" y="166"/>
                    </a:cubicBezTo>
                    <a:cubicBezTo>
                      <a:pt x="119" y="196"/>
                      <a:pt x="146" y="229"/>
                      <a:pt x="165" y="275"/>
                    </a:cubicBezTo>
                    <a:cubicBezTo>
                      <a:pt x="180" y="308"/>
                      <a:pt x="180" y="332"/>
                      <a:pt x="183" y="351"/>
                    </a:cubicBezTo>
                    <a:cubicBezTo>
                      <a:pt x="186" y="390"/>
                      <a:pt x="192" y="420"/>
                      <a:pt x="250" y="487"/>
                    </a:cubicBezTo>
                    <a:cubicBezTo>
                      <a:pt x="259" y="496"/>
                      <a:pt x="268" y="499"/>
                      <a:pt x="278" y="499"/>
                    </a:cubicBezTo>
                    <a:cubicBezTo>
                      <a:pt x="278" y="499"/>
                      <a:pt x="278" y="499"/>
                      <a:pt x="414" y="499"/>
                    </a:cubicBezTo>
                    <a:cubicBezTo>
                      <a:pt x="414" y="438"/>
                      <a:pt x="414" y="438"/>
                      <a:pt x="414" y="438"/>
                    </a:cubicBezTo>
                    <a:cubicBezTo>
                      <a:pt x="361" y="438"/>
                      <a:pt x="313" y="438"/>
                      <a:pt x="294" y="438"/>
                    </a:cubicBezTo>
                    <a:cubicBezTo>
                      <a:pt x="258" y="392"/>
                      <a:pt x="253" y="369"/>
                      <a:pt x="250" y="344"/>
                    </a:cubicBezTo>
                    <a:close/>
                  </a:path>
                </a:pathLst>
              </a:custGeom>
              <a:solidFill>
                <a:srgbClr val="244C89"/>
              </a:solidFill>
              <a:ln>
                <a:noFill/>
              </a:ln>
            </p:spPr>
            <p:txBody>
              <a:bodyPr vert="horz" wrap="square" lIns="91440" tIns="45720" rIns="91440" bIns="45720" numCol="1" anchor="t" anchorCtr="0" compatLnSpc="1"/>
              <a:lstStyle/>
              <a:p>
                <a:pPr>
                  <a:lnSpc>
                    <a:spcPct val="120000"/>
                  </a:lnSpc>
                </a:pPr>
                <a:endParaRPr lang="zh-CN" altLang="en-US" sz="1400"/>
              </a:p>
            </p:txBody>
          </p:sp>
          <p:sp>
            <p:nvSpPr>
              <p:cNvPr id="17" name="Freeform 15"/>
              <p:cNvSpPr/>
              <p:nvPr>
                <p:custDataLst>
                  <p:tags r:id="rId5"/>
                </p:custDataLst>
              </p:nvPr>
            </p:nvSpPr>
            <p:spPr bwMode="auto">
              <a:xfrm>
                <a:off x="6203950" y="1873250"/>
                <a:ext cx="1390650" cy="1624013"/>
              </a:xfrm>
              <a:custGeom>
                <a:avLst/>
                <a:gdLst>
                  <a:gd name="T0" fmla="*/ 356 w 426"/>
                  <a:gd name="T1" fmla="*/ 444 h 498"/>
                  <a:gd name="T2" fmla="*/ 353 w 426"/>
                  <a:gd name="T3" fmla="*/ 498 h 498"/>
                  <a:gd name="T4" fmla="*/ 424 w 426"/>
                  <a:gd name="T5" fmla="*/ 498 h 498"/>
                  <a:gd name="T6" fmla="*/ 426 w 426"/>
                  <a:gd name="T7" fmla="*/ 444 h 498"/>
                  <a:gd name="T8" fmla="*/ 292 w 426"/>
                  <a:gd name="T9" fmla="*/ 129 h 498"/>
                  <a:gd name="T10" fmla="*/ 0 w 426"/>
                  <a:gd name="T11" fmla="*/ 0 h 498"/>
                  <a:gd name="T12" fmla="*/ 0 w 426"/>
                  <a:gd name="T13" fmla="*/ 70 h 498"/>
                  <a:gd name="T14" fmla="*/ 243 w 426"/>
                  <a:gd name="T15" fmla="*/ 178 h 498"/>
                  <a:gd name="T16" fmla="*/ 356 w 426"/>
                  <a:gd name="T17" fmla="*/ 444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498">
                    <a:moveTo>
                      <a:pt x="356" y="444"/>
                    </a:moveTo>
                    <a:cubicBezTo>
                      <a:pt x="356" y="464"/>
                      <a:pt x="355" y="481"/>
                      <a:pt x="353" y="498"/>
                    </a:cubicBezTo>
                    <a:cubicBezTo>
                      <a:pt x="424" y="498"/>
                      <a:pt x="424" y="498"/>
                      <a:pt x="424" y="498"/>
                    </a:cubicBezTo>
                    <a:cubicBezTo>
                      <a:pt x="426" y="481"/>
                      <a:pt x="426" y="464"/>
                      <a:pt x="426" y="444"/>
                    </a:cubicBezTo>
                    <a:cubicBezTo>
                      <a:pt x="426" y="320"/>
                      <a:pt x="374" y="208"/>
                      <a:pt x="292" y="129"/>
                    </a:cubicBezTo>
                    <a:cubicBezTo>
                      <a:pt x="214" y="57"/>
                      <a:pt x="114" y="8"/>
                      <a:pt x="0" y="0"/>
                    </a:cubicBezTo>
                    <a:cubicBezTo>
                      <a:pt x="0" y="70"/>
                      <a:pt x="0" y="70"/>
                      <a:pt x="0" y="70"/>
                    </a:cubicBezTo>
                    <a:cubicBezTo>
                      <a:pt x="95" y="78"/>
                      <a:pt x="180" y="118"/>
                      <a:pt x="243" y="178"/>
                    </a:cubicBezTo>
                    <a:cubicBezTo>
                      <a:pt x="313" y="244"/>
                      <a:pt x="356" y="338"/>
                      <a:pt x="356" y="444"/>
                    </a:cubicBezTo>
                    <a:close/>
                  </a:path>
                </a:pathLst>
              </a:custGeom>
              <a:solidFill>
                <a:srgbClr val="244C89"/>
              </a:solidFill>
              <a:ln>
                <a:noFill/>
              </a:ln>
            </p:spPr>
            <p:txBody>
              <a:bodyPr vert="horz" wrap="square" lIns="91440" tIns="45720" rIns="91440" bIns="45720" numCol="1" anchor="t" anchorCtr="0" compatLnSpc="1"/>
              <a:lstStyle/>
              <a:p>
                <a:pPr>
                  <a:lnSpc>
                    <a:spcPct val="120000"/>
                  </a:lnSpc>
                </a:pPr>
                <a:endParaRPr lang="zh-CN" altLang="en-US" sz="1400"/>
              </a:p>
            </p:txBody>
          </p:sp>
          <p:sp>
            <p:nvSpPr>
              <p:cNvPr id="18" name="Freeform 16"/>
              <p:cNvSpPr/>
              <p:nvPr>
                <p:custDataLst>
                  <p:tags r:id="rId6"/>
                </p:custDataLst>
              </p:nvPr>
            </p:nvSpPr>
            <p:spPr bwMode="auto">
              <a:xfrm>
                <a:off x="6203950" y="3692525"/>
                <a:ext cx="1350963" cy="1627188"/>
              </a:xfrm>
              <a:custGeom>
                <a:avLst/>
                <a:gdLst>
                  <a:gd name="T0" fmla="*/ 341 w 414"/>
                  <a:gd name="T1" fmla="*/ 0 h 499"/>
                  <a:gd name="T2" fmla="*/ 268 w 414"/>
                  <a:gd name="T3" fmla="*/ 123 h 499"/>
                  <a:gd name="T4" fmla="*/ 185 w 414"/>
                  <a:gd name="T5" fmla="*/ 250 h 499"/>
                  <a:gd name="T6" fmla="*/ 161 w 414"/>
                  <a:gd name="T7" fmla="*/ 344 h 499"/>
                  <a:gd name="T8" fmla="*/ 118 w 414"/>
                  <a:gd name="T9" fmla="*/ 438 h 499"/>
                  <a:gd name="T10" fmla="*/ 0 w 414"/>
                  <a:gd name="T11" fmla="*/ 438 h 499"/>
                  <a:gd name="T12" fmla="*/ 0 w 414"/>
                  <a:gd name="T13" fmla="*/ 499 h 499"/>
                  <a:gd name="T14" fmla="*/ 133 w 414"/>
                  <a:gd name="T15" fmla="*/ 499 h 499"/>
                  <a:gd name="T16" fmla="*/ 158 w 414"/>
                  <a:gd name="T17" fmla="*/ 490 h 499"/>
                  <a:gd name="T18" fmla="*/ 228 w 414"/>
                  <a:gd name="T19" fmla="*/ 351 h 499"/>
                  <a:gd name="T20" fmla="*/ 249 w 414"/>
                  <a:gd name="T21" fmla="*/ 275 h 499"/>
                  <a:gd name="T22" fmla="*/ 320 w 414"/>
                  <a:gd name="T23" fmla="*/ 166 h 499"/>
                  <a:gd name="T24" fmla="*/ 414 w 414"/>
                  <a:gd name="T25" fmla="*/ 0 h 499"/>
                  <a:gd name="T26" fmla="*/ 341 w 414"/>
                  <a:gd name="T27"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14" h="499">
                    <a:moveTo>
                      <a:pt x="341" y="0"/>
                    </a:moveTo>
                    <a:cubicBezTo>
                      <a:pt x="325" y="54"/>
                      <a:pt x="297" y="88"/>
                      <a:pt x="268" y="123"/>
                    </a:cubicBezTo>
                    <a:cubicBezTo>
                      <a:pt x="237" y="156"/>
                      <a:pt x="207" y="196"/>
                      <a:pt x="185" y="250"/>
                    </a:cubicBezTo>
                    <a:cubicBezTo>
                      <a:pt x="167" y="293"/>
                      <a:pt x="164" y="320"/>
                      <a:pt x="161" y="344"/>
                    </a:cubicBezTo>
                    <a:cubicBezTo>
                      <a:pt x="158" y="369"/>
                      <a:pt x="155" y="392"/>
                      <a:pt x="118" y="438"/>
                    </a:cubicBezTo>
                    <a:cubicBezTo>
                      <a:pt x="118" y="438"/>
                      <a:pt x="63" y="438"/>
                      <a:pt x="0" y="438"/>
                    </a:cubicBezTo>
                    <a:cubicBezTo>
                      <a:pt x="0" y="499"/>
                      <a:pt x="0" y="499"/>
                      <a:pt x="0" y="499"/>
                    </a:cubicBezTo>
                    <a:cubicBezTo>
                      <a:pt x="37" y="499"/>
                      <a:pt x="81" y="499"/>
                      <a:pt x="133" y="499"/>
                    </a:cubicBezTo>
                    <a:cubicBezTo>
                      <a:pt x="142" y="499"/>
                      <a:pt x="152" y="496"/>
                      <a:pt x="158" y="490"/>
                    </a:cubicBezTo>
                    <a:cubicBezTo>
                      <a:pt x="222" y="420"/>
                      <a:pt x="225" y="390"/>
                      <a:pt x="228" y="351"/>
                    </a:cubicBezTo>
                    <a:cubicBezTo>
                      <a:pt x="231" y="332"/>
                      <a:pt x="234" y="308"/>
                      <a:pt x="249" y="275"/>
                    </a:cubicBezTo>
                    <a:cubicBezTo>
                      <a:pt x="268" y="229"/>
                      <a:pt x="295" y="196"/>
                      <a:pt x="320" y="166"/>
                    </a:cubicBezTo>
                    <a:cubicBezTo>
                      <a:pt x="358" y="121"/>
                      <a:pt x="395" y="76"/>
                      <a:pt x="414" y="0"/>
                    </a:cubicBezTo>
                    <a:lnTo>
                      <a:pt x="341" y="0"/>
                    </a:lnTo>
                    <a:close/>
                  </a:path>
                </a:pathLst>
              </a:custGeom>
              <a:solidFill>
                <a:srgbClr val="244C89"/>
              </a:solidFill>
              <a:ln>
                <a:noFill/>
              </a:ln>
            </p:spPr>
            <p:txBody>
              <a:bodyPr vert="horz" wrap="square" lIns="91440" tIns="45720" rIns="91440" bIns="45720" numCol="1" anchor="t" anchorCtr="0" compatLnSpc="1"/>
              <a:lstStyle/>
              <a:p>
                <a:pPr>
                  <a:lnSpc>
                    <a:spcPct val="120000"/>
                  </a:lnSpc>
                </a:pPr>
                <a:endParaRPr lang="zh-CN" altLang="en-US" sz="1400"/>
              </a:p>
            </p:txBody>
          </p:sp>
        </p:grpSp>
        <p:sp>
          <p:nvSpPr>
            <p:cNvPr id="23" name="椭圆 22"/>
            <p:cNvSpPr/>
            <p:nvPr>
              <p:custDataLst>
                <p:tags r:id="rId7"/>
              </p:custDataLst>
            </p:nvPr>
          </p:nvSpPr>
          <p:spPr>
            <a:xfrm>
              <a:off x="4805998" y="2224088"/>
              <a:ext cx="474662" cy="474662"/>
            </a:xfrm>
            <a:prstGeom prst="ellipse">
              <a:avLst/>
            </a:prstGeom>
            <a:solidFill>
              <a:schemeClr val="bg1"/>
            </a:solidFill>
            <a:ln w="28575">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000" b="1" dirty="0">
                  <a:solidFill>
                    <a:srgbClr val="313D51"/>
                  </a:solidFill>
                  <a:latin typeface="Agency FB" panose="020B0503020202020204" pitchFamily="34" charset="0"/>
                </a:rPr>
                <a:t>2</a:t>
              </a:r>
              <a:endParaRPr lang="en-US" altLang="zh-CN" sz="2000" b="1" dirty="0">
                <a:solidFill>
                  <a:srgbClr val="313D51"/>
                </a:solidFill>
                <a:latin typeface="Agency FB" panose="020B0503020202020204" pitchFamily="34" charset="0"/>
              </a:endParaRPr>
            </a:p>
          </p:txBody>
        </p:sp>
        <p:sp>
          <p:nvSpPr>
            <p:cNvPr id="24" name="椭圆 23"/>
            <p:cNvSpPr/>
            <p:nvPr>
              <p:custDataLst>
                <p:tags r:id="rId8"/>
              </p:custDataLst>
            </p:nvPr>
          </p:nvSpPr>
          <p:spPr>
            <a:xfrm>
              <a:off x="6901498" y="2224088"/>
              <a:ext cx="474662" cy="474662"/>
            </a:xfrm>
            <a:prstGeom prst="ellipse">
              <a:avLst/>
            </a:prstGeom>
            <a:solidFill>
              <a:schemeClr val="bg1"/>
            </a:solidFill>
            <a:ln w="28575">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000" b="1" dirty="0">
                  <a:solidFill>
                    <a:srgbClr val="313D51"/>
                  </a:solidFill>
                  <a:latin typeface="Agency FB" panose="020B0503020202020204" pitchFamily="34" charset="0"/>
                </a:rPr>
                <a:t>4</a:t>
              </a:r>
              <a:endParaRPr lang="en-US" altLang="zh-CN" sz="2000" b="1" dirty="0">
                <a:solidFill>
                  <a:srgbClr val="313D51"/>
                </a:solidFill>
                <a:latin typeface="Agency FB" panose="020B0503020202020204" pitchFamily="34" charset="0"/>
              </a:endParaRPr>
            </a:p>
          </p:txBody>
        </p:sp>
        <p:sp>
          <p:nvSpPr>
            <p:cNvPr id="25" name="椭圆 24"/>
            <p:cNvSpPr/>
            <p:nvPr>
              <p:custDataLst>
                <p:tags r:id="rId9"/>
              </p:custDataLst>
            </p:nvPr>
          </p:nvSpPr>
          <p:spPr>
            <a:xfrm>
              <a:off x="4972686" y="4243388"/>
              <a:ext cx="474662" cy="474662"/>
            </a:xfrm>
            <a:prstGeom prst="ellipse">
              <a:avLst/>
            </a:prstGeom>
            <a:solidFill>
              <a:schemeClr val="bg1"/>
            </a:solidFill>
            <a:ln w="28575">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000" b="1" dirty="0">
                  <a:solidFill>
                    <a:srgbClr val="313D51"/>
                  </a:solidFill>
                  <a:latin typeface="Agency FB" panose="020B0503020202020204" pitchFamily="34" charset="0"/>
                </a:rPr>
                <a:t>1</a:t>
              </a:r>
              <a:endParaRPr lang="en-US" altLang="zh-CN" sz="2000" b="1" dirty="0">
                <a:solidFill>
                  <a:srgbClr val="313D51"/>
                </a:solidFill>
                <a:latin typeface="Agency FB" panose="020B0503020202020204" pitchFamily="34" charset="0"/>
              </a:endParaRPr>
            </a:p>
          </p:txBody>
        </p:sp>
        <p:sp>
          <p:nvSpPr>
            <p:cNvPr id="26" name="椭圆 25"/>
            <p:cNvSpPr/>
            <p:nvPr>
              <p:custDataLst>
                <p:tags r:id="rId10"/>
              </p:custDataLst>
            </p:nvPr>
          </p:nvSpPr>
          <p:spPr>
            <a:xfrm>
              <a:off x="6749098" y="4243388"/>
              <a:ext cx="474662" cy="474662"/>
            </a:xfrm>
            <a:prstGeom prst="ellipse">
              <a:avLst/>
            </a:prstGeom>
            <a:solidFill>
              <a:schemeClr val="bg1"/>
            </a:solidFill>
            <a:ln w="28575">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000" b="1" dirty="0">
                  <a:solidFill>
                    <a:srgbClr val="313D51"/>
                  </a:solidFill>
                  <a:latin typeface="Agency FB" panose="020B0503020202020204" pitchFamily="34" charset="0"/>
                </a:rPr>
                <a:t>5</a:t>
              </a:r>
              <a:endParaRPr lang="en-US" altLang="zh-CN" sz="2000" b="1" dirty="0">
                <a:solidFill>
                  <a:srgbClr val="313D51"/>
                </a:solidFill>
                <a:latin typeface="Agency FB" panose="020B0503020202020204" pitchFamily="34" charset="0"/>
              </a:endParaRPr>
            </a:p>
          </p:txBody>
        </p:sp>
        <p:sp>
          <p:nvSpPr>
            <p:cNvPr id="27" name="TextBox 28"/>
            <p:cNvSpPr txBox="1"/>
            <p:nvPr>
              <p:custDataLst>
                <p:tags r:id="rId11"/>
              </p:custDataLst>
            </p:nvPr>
          </p:nvSpPr>
          <p:spPr>
            <a:xfrm>
              <a:off x="677906" y="1810277"/>
              <a:ext cx="2253330" cy="445760"/>
            </a:xfrm>
            <a:prstGeom prst="rect">
              <a:avLst/>
            </a:prstGeom>
            <a:noFill/>
          </p:spPr>
          <p:txBody>
            <a:bodyPr wrap="square" lIns="0" tIns="0" rIns="0" bIns="0" rtlCol="0">
              <a:spAutoFit/>
            </a:bodyPr>
            <a:lstStyle>
              <a:defPPr>
                <a:defRPr lang="zh-CN"/>
              </a:defPPr>
              <a:lvl1pPr algn="r">
                <a:defRPr sz="2600">
                  <a:solidFill>
                    <a:schemeClr val="accent2"/>
                  </a:solidFill>
                  <a:latin typeface="微软雅黑" panose="020B0503020204020204" pitchFamily="34" charset="-122"/>
                  <a:ea typeface="微软雅黑" panose="020B0503020204020204" pitchFamily="34" charset="-122"/>
                </a:defRPr>
              </a:lvl1pPr>
            </a:lstStyle>
            <a:p>
              <a:pPr>
                <a:lnSpc>
                  <a:spcPct val="120000"/>
                </a:lnSpc>
              </a:pPr>
              <a:r>
                <a:rPr lang="zh-CN" altLang="en-US" sz="2000" b="1" dirty="0">
                  <a:solidFill>
                    <a:srgbClr val="313D51"/>
                  </a:solidFill>
                  <a:latin typeface="思源黑体" panose="020B0500000000000000" pitchFamily="34" charset="-122"/>
                  <a:ea typeface="思源黑体" panose="020B0500000000000000" pitchFamily="34" charset="-122"/>
                </a:rPr>
                <a:t>算法融合创新</a:t>
              </a:r>
              <a:endParaRPr lang="zh-CN" altLang="en-US" sz="2000" b="1" dirty="0">
                <a:solidFill>
                  <a:srgbClr val="313D51"/>
                </a:solidFill>
                <a:latin typeface="思源黑体" panose="020B0500000000000000" pitchFamily="34" charset="-122"/>
                <a:ea typeface="思源黑体" panose="020B0500000000000000" pitchFamily="34" charset="-122"/>
              </a:endParaRPr>
            </a:p>
          </p:txBody>
        </p:sp>
        <p:sp>
          <p:nvSpPr>
            <p:cNvPr id="28" name="TextBox 29"/>
            <p:cNvSpPr txBox="1"/>
            <p:nvPr>
              <p:custDataLst>
                <p:tags r:id="rId12"/>
              </p:custDataLst>
            </p:nvPr>
          </p:nvSpPr>
          <p:spPr>
            <a:xfrm>
              <a:off x="949777" y="2426005"/>
              <a:ext cx="3429183" cy="712756"/>
            </a:xfrm>
            <a:prstGeom prst="rect">
              <a:avLst/>
            </a:prstGeom>
          </p:spPr>
          <p:txBody>
            <a:bodyPr wrap="square" lIns="0" tIns="0" rIns="0" bIns="0">
              <a:spAutoFit/>
            </a:bodyPr>
            <a:lstStyle>
              <a:defPPr>
                <a:defRPr lang="zh-CN"/>
              </a:defPPr>
              <a:lvl1pPr algn="just">
                <a:defRPr>
                  <a:solidFill>
                    <a:schemeClr val="accent2"/>
                  </a:solidFill>
                  <a:latin typeface="+mn-ea"/>
                </a:defRPr>
              </a:lvl1pPr>
            </a:lstStyle>
            <a:p>
              <a:pPr>
                <a:lnSpc>
                  <a:spcPct val="120000"/>
                </a:lnSpc>
              </a:pPr>
              <a:r>
                <a:rPr lang="en-US" altLang="zh-CN" sz="1600" dirty="0">
                  <a:solidFill>
                    <a:schemeClr val="tx1"/>
                  </a:solidFill>
                  <a:latin typeface="Noto Sans SC" panose="020B0200000000000000" charset="-122"/>
                  <a:ea typeface="Noto Sans SC" panose="020B0200000000000000" charset="-122"/>
                  <a:cs typeface="Noto Sans SC" panose="020B0200000000000000" charset="-122"/>
                </a:rPr>
                <a:t>CBMBA A*</a:t>
              </a:r>
              <a:r>
                <a:rPr lang="zh-CN" altLang="en-US" sz="1600" dirty="0">
                  <a:solidFill>
                    <a:schemeClr val="tx1"/>
                  </a:solidFill>
                  <a:latin typeface="Noto Sans SC" panose="020B0200000000000000" charset="-122"/>
                  <a:ea typeface="Noto Sans SC" panose="020B0200000000000000" charset="-122"/>
                  <a:cs typeface="Noto Sans SC" panose="020B0200000000000000" charset="-122"/>
                </a:rPr>
                <a:t>全局优化 + 改进人工势场局部避障</a:t>
              </a:r>
              <a:endParaRPr lang="zh-CN" altLang="en-US" sz="1600" dirty="0">
                <a:solidFill>
                  <a:schemeClr val="tx1"/>
                </a:solidFill>
                <a:latin typeface="Noto Sans SC" panose="020B0200000000000000" charset="-122"/>
                <a:ea typeface="Noto Sans SC" panose="020B0200000000000000" charset="-122"/>
                <a:cs typeface="Noto Sans SC" panose="020B0200000000000000" charset="-122"/>
              </a:endParaRPr>
            </a:p>
          </p:txBody>
        </p:sp>
        <p:sp>
          <p:nvSpPr>
            <p:cNvPr id="31" name="TextBox 28"/>
            <p:cNvSpPr txBox="1"/>
            <p:nvPr>
              <p:custDataLst>
                <p:tags r:id="rId13"/>
              </p:custDataLst>
            </p:nvPr>
          </p:nvSpPr>
          <p:spPr>
            <a:xfrm>
              <a:off x="9063957" y="1810277"/>
              <a:ext cx="2253330" cy="445760"/>
            </a:xfrm>
            <a:prstGeom prst="rect">
              <a:avLst/>
            </a:prstGeom>
            <a:noFill/>
          </p:spPr>
          <p:txBody>
            <a:bodyPr wrap="square" lIns="0" tIns="0" rIns="0" bIns="0" rtlCol="0">
              <a:spAutoFit/>
            </a:bodyPr>
            <a:lstStyle>
              <a:defPPr>
                <a:defRPr lang="zh-CN"/>
              </a:defPPr>
              <a:lvl1pPr algn="r">
                <a:defRPr sz="2600">
                  <a:solidFill>
                    <a:schemeClr val="accent2"/>
                  </a:solidFill>
                  <a:latin typeface="微软雅黑" panose="020B0503020204020204" pitchFamily="34" charset="-122"/>
                  <a:ea typeface="微软雅黑" panose="020B0503020204020204" pitchFamily="34" charset="-122"/>
                </a:defRPr>
              </a:lvl1pPr>
            </a:lstStyle>
            <a:p>
              <a:pPr>
                <a:lnSpc>
                  <a:spcPct val="120000"/>
                </a:lnSpc>
              </a:pPr>
              <a:r>
                <a:rPr lang="zh-CN" altLang="en-US" sz="2000" b="1" dirty="0">
                  <a:solidFill>
                    <a:srgbClr val="313D51"/>
                  </a:solidFill>
                  <a:latin typeface="思源黑体" panose="020B0500000000000000" pitchFamily="34" charset="-122"/>
                  <a:ea typeface="思源黑体" panose="020B0500000000000000" pitchFamily="34" charset="-122"/>
                </a:rPr>
                <a:t>双平台协同验证</a:t>
              </a:r>
              <a:endParaRPr lang="zh-CN" altLang="en-US" sz="2000" b="1" dirty="0">
                <a:solidFill>
                  <a:srgbClr val="313D51"/>
                </a:solidFill>
                <a:latin typeface="思源黑体" panose="020B0500000000000000" pitchFamily="34" charset="-122"/>
                <a:ea typeface="思源黑体" panose="020B0500000000000000" pitchFamily="34" charset="-122"/>
              </a:endParaRPr>
            </a:p>
          </p:txBody>
        </p:sp>
        <p:sp>
          <p:nvSpPr>
            <p:cNvPr id="32" name="TextBox 29"/>
            <p:cNvSpPr txBox="1"/>
            <p:nvPr>
              <p:custDataLst>
                <p:tags r:id="rId14"/>
              </p:custDataLst>
            </p:nvPr>
          </p:nvSpPr>
          <p:spPr>
            <a:xfrm>
              <a:off x="7817616" y="2426005"/>
              <a:ext cx="3499673" cy="712756"/>
            </a:xfrm>
            <a:prstGeom prst="rect">
              <a:avLst/>
            </a:prstGeom>
          </p:spPr>
          <p:txBody>
            <a:bodyPr wrap="square" lIns="0" tIns="0" rIns="0" bIns="0">
              <a:spAutoFit/>
            </a:bodyPr>
            <a:lstStyle>
              <a:defPPr>
                <a:defRPr lang="zh-CN"/>
              </a:defPPr>
              <a:lvl1pPr algn="just">
                <a:defRPr>
                  <a:solidFill>
                    <a:schemeClr val="accent2"/>
                  </a:solidFill>
                  <a:latin typeface="+mn-ea"/>
                </a:defRPr>
              </a:lvl1pPr>
            </a:lstStyle>
            <a:p>
              <a:pPr>
                <a:lnSpc>
                  <a:spcPct val="120000"/>
                </a:lnSpc>
              </a:pPr>
              <a:r>
                <a:rPr lang="en-US" altLang="zh-CN" sz="1600" dirty="0">
                  <a:solidFill>
                    <a:schemeClr val="tx1">
                      <a:lumMod val="65000"/>
                      <a:lumOff val="35000"/>
                    </a:schemeClr>
                  </a:solidFill>
                  <a:latin typeface="Noto Sans SC" panose="020B0200000000000000" charset="-122"/>
                  <a:ea typeface="Noto Sans SC" panose="020B0200000000000000" charset="-122"/>
                  <a:cs typeface="Noto Sans SC" panose="020B0200000000000000" charset="-122"/>
                </a:rPr>
                <a:t>Webots</a:t>
              </a:r>
              <a:r>
                <a:rPr lang="zh-CN" altLang="en-US" sz="1600" dirty="0">
                  <a:solidFill>
                    <a:schemeClr val="tx1">
                      <a:lumMod val="65000"/>
                      <a:lumOff val="35000"/>
                    </a:schemeClr>
                  </a:solidFill>
                  <a:latin typeface="Noto Sans SC" panose="020B0200000000000000" charset="-122"/>
                  <a:ea typeface="Noto Sans SC" panose="020B0200000000000000" charset="-122"/>
                  <a:cs typeface="Noto Sans SC" panose="020B0200000000000000" charset="-122"/>
                </a:rPr>
                <a:t>量化评估 + </a:t>
              </a:r>
              <a:r>
                <a:rPr lang="en-US" altLang="zh-CN" sz="1600" dirty="0">
                  <a:solidFill>
                    <a:schemeClr val="tx1">
                      <a:lumMod val="65000"/>
                      <a:lumOff val="35000"/>
                    </a:schemeClr>
                  </a:solidFill>
                  <a:latin typeface="Noto Sans SC" panose="020B0200000000000000" charset="-122"/>
                  <a:ea typeface="Noto Sans SC" panose="020B0200000000000000" charset="-122"/>
                  <a:cs typeface="Noto Sans SC" panose="020B0200000000000000" charset="-122"/>
                </a:rPr>
                <a:t>AirSim</a:t>
              </a:r>
              <a:r>
                <a:rPr lang="zh-CN" altLang="en-US" sz="1600" dirty="0">
                  <a:solidFill>
                    <a:schemeClr val="tx1">
                      <a:lumMod val="65000"/>
                      <a:lumOff val="35000"/>
                    </a:schemeClr>
                  </a:solidFill>
                  <a:latin typeface="Noto Sans SC" panose="020B0200000000000000" charset="-122"/>
                  <a:ea typeface="Noto Sans SC" panose="020B0200000000000000" charset="-122"/>
                  <a:cs typeface="Noto Sans SC" panose="020B0200000000000000" charset="-122"/>
                </a:rPr>
                <a:t>高真实感展示</a:t>
              </a:r>
              <a:endParaRPr lang="zh-CN" altLang="en-US" sz="1600" dirty="0">
                <a:solidFill>
                  <a:schemeClr val="tx1">
                    <a:lumMod val="65000"/>
                    <a:lumOff val="35000"/>
                  </a:schemeClr>
                </a:solidFill>
                <a:latin typeface="Noto Sans SC" panose="020B0200000000000000" charset="-122"/>
                <a:ea typeface="Noto Sans SC" panose="020B0200000000000000" charset="-122"/>
                <a:cs typeface="Noto Sans SC" panose="020B0200000000000000" charset="-122"/>
              </a:endParaRPr>
            </a:p>
          </p:txBody>
        </p:sp>
        <p:sp>
          <p:nvSpPr>
            <p:cNvPr id="33" name="TextBox 28"/>
            <p:cNvSpPr txBox="1"/>
            <p:nvPr>
              <p:custDataLst>
                <p:tags r:id="rId15"/>
              </p:custDataLst>
            </p:nvPr>
          </p:nvSpPr>
          <p:spPr>
            <a:xfrm>
              <a:off x="-76280" y="4256203"/>
              <a:ext cx="3007537" cy="445760"/>
            </a:xfrm>
            <a:prstGeom prst="rect">
              <a:avLst/>
            </a:prstGeom>
            <a:noFill/>
          </p:spPr>
          <p:txBody>
            <a:bodyPr wrap="square" lIns="0" tIns="0" rIns="0" bIns="0" rtlCol="0">
              <a:spAutoFit/>
            </a:bodyPr>
            <a:lstStyle>
              <a:defPPr>
                <a:defRPr lang="zh-CN"/>
              </a:defPPr>
              <a:lvl1pPr algn="r">
                <a:defRPr sz="2600">
                  <a:solidFill>
                    <a:schemeClr val="accent2"/>
                  </a:solidFill>
                  <a:latin typeface="微软雅黑" panose="020B0503020204020204" pitchFamily="34" charset="-122"/>
                  <a:ea typeface="微软雅黑" panose="020B0503020204020204" pitchFamily="34" charset="-122"/>
                </a:defRPr>
              </a:lvl1pPr>
            </a:lstStyle>
            <a:p>
              <a:pPr>
                <a:lnSpc>
                  <a:spcPct val="120000"/>
                </a:lnSpc>
              </a:pPr>
              <a:r>
                <a:rPr lang="zh-CN" altLang="en-US" sz="2000" b="1" dirty="0">
                  <a:solidFill>
                    <a:srgbClr val="313D51"/>
                  </a:solidFill>
                  <a:latin typeface="思源黑体" panose="020B0500000000000000" pitchFamily="34" charset="-122"/>
                  <a:ea typeface="思源黑体" panose="020B0500000000000000" pitchFamily="34" charset="-122"/>
                </a:rPr>
                <a:t>全流程闭环仿真验证</a:t>
              </a:r>
              <a:endParaRPr lang="zh-CN" altLang="en-US" sz="2000" b="1" dirty="0">
                <a:solidFill>
                  <a:srgbClr val="313D51"/>
                </a:solidFill>
                <a:latin typeface="思源黑体" panose="020B0500000000000000" pitchFamily="34" charset="-122"/>
                <a:ea typeface="思源黑体" panose="020B0500000000000000" pitchFamily="34" charset="-122"/>
              </a:endParaRPr>
            </a:p>
          </p:txBody>
        </p:sp>
        <p:sp>
          <p:nvSpPr>
            <p:cNvPr id="34" name="TextBox 29"/>
            <p:cNvSpPr txBox="1"/>
            <p:nvPr>
              <p:custDataLst>
                <p:tags r:id="rId16"/>
              </p:custDataLst>
            </p:nvPr>
          </p:nvSpPr>
          <p:spPr>
            <a:xfrm>
              <a:off x="949777" y="4872275"/>
              <a:ext cx="3429183" cy="712756"/>
            </a:xfrm>
            <a:prstGeom prst="rect">
              <a:avLst/>
            </a:prstGeom>
          </p:spPr>
          <p:txBody>
            <a:bodyPr wrap="square" lIns="0" tIns="0" rIns="0" bIns="0">
              <a:spAutoFit/>
            </a:bodyPr>
            <a:lstStyle>
              <a:defPPr>
                <a:defRPr lang="zh-CN"/>
              </a:defPPr>
              <a:lvl1pPr algn="just">
                <a:defRPr>
                  <a:solidFill>
                    <a:schemeClr val="accent2"/>
                  </a:solidFill>
                  <a:latin typeface="+mn-ea"/>
                </a:defRPr>
              </a:lvl1pPr>
            </a:lstStyle>
            <a:p>
              <a:pPr>
                <a:lnSpc>
                  <a:spcPct val="120000"/>
                </a:lnSpc>
              </a:pPr>
              <a:r>
                <a:rPr lang="zh-CN" altLang="en-US" sz="1600" dirty="0">
                  <a:solidFill>
                    <a:schemeClr val="tx1"/>
                  </a:solidFill>
                  <a:latin typeface="Noto Sans SC" panose="020B0200000000000000" charset="-122"/>
                  <a:ea typeface="Noto Sans SC" panose="020B0200000000000000" charset="-122"/>
                </a:rPr>
                <a:t>从场景建模到可视化演示的端到端链路</a:t>
              </a:r>
              <a:endParaRPr lang="zh-CN" altLang="en-US" sz="1600" dirty="0">
                <a:solidFill>
                  <a:schemeClr val="tx1"/>
                </a:solidFill>
                <a:latin typeface="Noto Sans SC" panose="020B0200000000000000" charset="-122"/>
                <a:ea typeface="Noto Sans SC" panose="020B0200000000000000" charset="-122"/>
              </a:endParaRPr>
            </a:p>
          </p:txBody>
        </p:sp>
        <p:sp>
          <p:nvSpPr>
            <p:cNvPr id="35" name="TextBox 28"/>
            <p:cNvSpPr txBox="1"/>
            <p:nvPr>
              <p:custDataLst>
                <p:tags r:id="rId17"/>
              </p:custDataLst>
            </p:nvPr>
          </p:nvSpPr>
          <p:spPr>
            <a:xfrm>
              <a:off x="7983459" y="4256203"/>
              <a:ext cx="3333609" cy="445760"/>
            </a:xfrm>
            <a:prstGeom prst="rect">
              <a:avLst/>
            </a:prstGeom>
            <a:noFill/>
          </p:spPr>
          <p:txBody>
            <a:bodyPr wrap="square" lIns="0" tIns="0" rIns="0" bIns="0" rtlCol="0">
              <a:spAutoFit/>
            </a:bodyPr>
            <a:lstStyle>
              <a:defPPr>
                <a:defRPr lang="zh-CN"/>
              </a:defPPr>
              <a:lvl1pPr algn="r">
                <a:defRPr sz="2600">
                  <a:solidFill>
                    <a:schemeClr val="accent2"/>
                  </a:solidFill>
                  <a:latin typeface="微软雅黑" panose="020B0503020204020204" pitchFamily="34" charset="-122"/>
                  <a:ea typeface="微软雅黑" panose="020B0503020204020204" pitchFamily="34" charset="-122"/>
                </a:defRPr>
              </a:lvl1pPr>
            </a:lstStyle>
            <a:p>
              <a:pPr>
                <a:lnSpc>
                  <a:spcPct val="120000"/>
                </a:lnSpc>
              </a:pPr>
              <a:r>
                <a:rPr lang="zh-CN" altLang="en-US" sz="2000" b="1" dirty="0">
                  <a:solidFill>
                    <a:srgbClr val="313D51"/>
                  </a:solidFill>
                  <a:latin typeface="思源黑体" panose="020B0500000000000000" pitchFamily="34" charset="-122"/>
                  <a:ea typeface="思源黑体" panose="020B0500000000000000" pitchFamily="34" charset="-122"/>
                </a:rPr>
                <a:t>	低门槛可复现性</a:t>
              </a:r>
              <a:endParaRPr lang="zh-CN" altLang="en-US" sz="2000" b="1" dirty="0">
                <a:solidFill>
                  <a:srgbClr val="313D51"/>
                </a:solidFill>
                <a:latin typeface="思源黑体" panose="020B0500000000000000" pitchFamily="34" charset="-122"/>
                <a:ea typeface="思源黑体" panose="020B0500000000000000" pitchFamily="34" charset="-122"/>
              </a:endParaRPr>
            </a:p>
          </p:txBody>
        </p:sp>
        <p:sp>
          <p:nvSpPr>
            <p:cNvPr id="36" name="TextBox 29"/>
            <p:cNvSpPr txBox="1"/>
            <p:nvPr>
              <p:custDataLst>
                <p:tags r:id="rId18"/>
              </p:custDataLst>
            </p:nvPr>
          </p:nvSpPr>
          <p:spPr>
            <a:xfrm>
              <a:off x="7817616" y="4872276"/>
              <a:ext cx="3499673" cy="355994"/>
            </a:xfrm>
            <a:prstGeom prst="rect">
              <a:avLst/>
            </a:prstGeom>
          </p:spPr>
          <p:txBody>
            <a:bodyPr wrap="square" lIns="0" tIns="0" rIns="0" bIns="0">
              <a:spAutoFit/>
            </a:bodyPr>
            <a:lstStyle>
              <a:defPPr>
                <a:defRPr lang="zh-CN"/>
              </a:defPPr>
              <a:lvl1pPr algn="just">
                <a:defRPr>
                  <a:solidFill>
                    <a:schemeClr val="accent2"/>
                  </a:solidFill>
                  <a:latin typeface="+mn-ea"/>
                </a:defRPr>
              </a:lvl1pPr>
            </a:lstStyle>
            <a:p>
              <a:pPr>
                <a:lnSpc>
                  <a:spcPct val="120000"/>
                </a:lnSpc>
              </a:pPr>
              <a:r>
                <a:rPr lang="zh-CN" altLang="en-US" sz="1600" dirty="0">
                  <a:solidFill>
                    <a:schemeClr val="tx1"/>
                  </a:solidFill>
                  <a:latin typeface="Noto Sans SC" panose="020B0200000000000000" charset="-122"/>
                  <a:ea typeface="Noto Sans SC" panose="020B0200000000000000" charset="-122"/>
                </a:rPr>
                <a:t>全开源工具链，便于复现与拓展</a:t>
              </a:r>
              <a:endParaRPr lang="zh-CN" altLang="en-US" sz="1600" dirty="0">
                <a:solidFill>
                  <a:schemeClr val="tx1"/>
                </a:solidFill>
                <a:latin typeface="Noto Sans SC" panose="020B0200000000000000" charset="-122"/>
                <a:ea typeface="Noto Sans SC" panose="020B0200000000000000" charset="-122"/>
              </a:endParaRPr>
            </a:p>
          </p:txBody>
        </p:sp>
        <p:cxnSp>
          <p:nvCxnSpPr>
            <p:cNvPr id="40" name="直接连接符 39"/>
            <p:cNvCxnSpPr/>
            <p:nvPr>
              <p:custDataLst>
                <p:tags r:id="rId19"/>
              </p:custDataLst>
            </p:nvPr>
          </p:nvCxnSpPr>
          <p:spPr>
            <a:xfrm flipV="1">
              <a:off x="5043329" y="1991252"/>
              <a:ext cx="0" cy="219136"/>
            </a:xfrm>
            <a:prstGeom prst="line">
              <a:avLst/>
            </a:prstGeom>
            <a:ln>
              <a:solidFill>
                <a:srgbClr val="433D3C"/>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custDataLst>
                <p:tags r:id="rId20"/>
              </p:custDataLst>
            </p:nvPr>
          </p:nvCxnSpPr>
          <p:spPr>
            <a:xfrm flipH="1">
              <a:off x="3110548" y="1991252"/>
              <a:ext cx="1938338" cy="0"/>
            </a:xfrm>
            <a:prstGeom prst="line">
              <a:avLst/>
            </a:prstGeom>
            <a:ln>
              <a:solidFill>
                <a:srgbClr val="433D3C"/>
              </a:solidFill>
              <a:tailEnd type="ova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custDataLst>
                <p:tags r:id="rId21"/>
              </p:custDataLst>
            </p:nvPr>
          </p:nvCxnSpPr>
          <p:spPr>
            <a:xfrm flipH="1">
              <a:off x="3110548" y="4480719"/>
              <a:ext cx="1862137" cy="0"/>
            </a:xfrm>
            <a:prstGeom prst="line">
              <a:avLst/>
            </a:prstGeom>
            <a:ln>
              <a:solidFill>
                <a:srgbClr val="433D3C"/>
              </a:solidFill>
              <a:tailEnd type="ova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custDataLst>
                <p:tags r:id="rId22"/>
              </p:custDataLst>
            </p:nvPr>
          </p:nvCxnSpPr>
          <p:spPr>
            <a:xfrm>
              <a:off x="7147559" y="1991252"/>
              <a:ext cx="1938338" cy="0"/>
            </a:xfrm>
            <a:prstGeom prst="line">
              <a:avLst/>
            </a:prstGeom>
            <a:ln>
              <a:solidFill>
                <a:srgbClr val="433D3C"/>
              </a:solidFill>
              <a:tailEnd type="ova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custDataLst>
                <p:tags r:id="rId23"/>
              </p:custDataLst>
            </p:nvPr>
          </p:nvCxnSpPr>
          <p:spPr>
            <a:xfrm>
              <a:off x="7223760" y="4480719"/>
              <a:ext cx="1862137" cy="0"/>
            </a:xfrm>
            <a:prstGeom prst="line">
              <a:avLst/>
            </a:prstGeom>
            <a:ln>
              <a:solidFill>
                <a:srgbClr val="433D3C"/>
              </a:solidFill>
              <a:tailEnd type="ova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custDataLst>
                <p:tags r:id="rId24"/>
              </p:custDataLst>
            </p:nvPr>
          </p:nvCxnSpPr>
          <p:spPr>
            <a:xfrm flipV="1">
              <a:off x="7147559" y="1991252"/>
              <a:ext cx="0" cy="219136"/>
            </a:xfrm>
            <a:prstGeom prst="line">
              <a:avLst/>
            </a:prstGeom>
            <a:ln>
              <a:solidFill>
                <a:srgbClr val="433D3C"/>
              </a:solidFill>
            </a:ln>
          </p:spPr>
          <p:style>
            <a:lnRef idx="1">
              <a:schemeClr val="accent1"/>
            </a:lnRef>
            <a:fillRef idx="0">
              <a:schemeClr val="accent1"/>
            </a:fillRef>
            <a:effectRef idx="0">
              <a:schemeClr val="accent1"/>
            </a:effectRef>
            <a:fontRef idx="minor">
              <a:schemeClr val="tx1"/>
            </a:fontRef>
          </p:style>
        </p:cxnSp>
      </p:grpSp>
      <p:sp>
        <p:nvSpPr>
          <p:cNvPr id="5" name="椭圆 4"/>
          <p:cNvSpPr/>
          <p:nvPr>
            <p:custDataLst>
              <p:tags r:id="rId25"/>
            </p:custDataLst>
          </p:nvPr>
        </p:nvSpPr>
        <p:spPr>
          <a:xfrm>
            <a:off x="5658485" y="2214245"/>
            <a:ext cx="387985" cy="414020"/>
          </a:xfrm>
          <a:prstGeom prst="ellipse">
            <a:avLst/>
          </a:prstGeom>
          <a:solidFill>
            <a:schemeClr val="bg1"/>
          </a:solidFill>
          <a:ln w="28575" cmpd="sng">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6" name="直接连接符 5"/>
          <p:cNvCxnSpPr>
            <a:stCxn id="5" idx="0"/>
          </p:cNvCxnSpPr>
          <p:nvPr/>
        </p:nvCxnSpPr>
        <p:spPr>
          <a:xfrm flipH="1" flipV="1">
            <a:off x="5850255" y="1806575"/>
            <a:ext cx="2540" cy="407670"/>
          </a:xfrm>
          <a:prstGeom prst="line">
            <a:avLst/>
          </a:prstGeom>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cxnSp>
      <p:sp>
        <p:nvSpPr>
          <p:cNvPr id="8" name="文本框 7"/>
          <p:cNvSpPr txBox="1"/>
          <p:nvPr/>
        </p:nvSpPr>
        <p:spPr>
          <a:xfrm>
            <a:off x="5698490" y="2229485"/>
            <a:ext cx="481330" cy="398780"/>
          </a:xfrm>
          <a:prstGeom prst="rect">
            <a:avLst/>
          </a:prstGeom>
          <a:noFill/>
        </p:spPr>
        <p:txBody>
          <a:bodyPr wrap="square" rtlCol="0">
            <a:spAutoFit/>
          </a:bodyPr>
          <a:p>
            <a:r>
              <a:rPr lang="en-US" altLang="zh-CN" sz="2000" b="1">
                <a:latin typeface="Agency FB" panose="020B0503020202020204" pitchFamily="34" charset="0"/>
                <a:cs typeface="Agency FB" panose="020B0503020202020204" pitchFamily="34" charset="0"/>
              </a:rPr>
              <a:t>3</a:t>
            </a:r>
            <a:endParaRPr lang="en-US" altLang="zh-CN" sz="2000" b="1">
              <a:latin typeface="Agency FB" panose="020B0503020202020204" pitchFamily="34" charset="0"/>
              <a:cs typeface="Agency FB" panose="020B0503020202020204" pitchFamily="34" charset="0"/>
            </a:endParaRPr>
          </a:p>
        </p:txBody>
      </p:sp>
      <p:sp>
        <p:nvSpPr>
          <p:cNvPr id="11" name="文本框 10"/>
          <p:cNvSpPr txBox="1"/>
          <p:nvPr/>
        </p:nvSpPr>
        <p:spPr>
          <a:xfrm>
            <a:off x="3865880" y="976630"/>
            <a:ext cx="4064000" cy="891540"/>
          </a:xfrm>
          <a:prstGeom prst="rect">
            <a:avLst/>
          </a:prstGeom>
          <a:noFill/>
        </p:spPr>
        <p:txBody>
          <a:bodyPr wrap="square" rtlCol="0">
            <a:spAutoFit/>
          </a:bodyPr>
          <a:p>
            <a:r>
              <a:rPr lang="zh-CN" altLang="en-US"/>
              <a:t>	</a:t>
            </a:r>
            <a:r>
              <a:rPr lang="zh-CN" altLang="en-US" b="1" dirty="0">
                <a:solidFill>
                  <a:srgbClr val="313D51"/>
                </a:solidFill>
                <a:latin typeface="思源黑体" panose="020B0500000000000000" pitchFamily="34" charset="-122"/>
                <a:ea typeface="思源黑体" panose="020B0500000000000000" pitchFamily="34" charset="-122"/>
                <a:sym typeface="+mn-ea"/>
              </a:rPr>
              <a:t>真实场景数据驱动</a:t>
            </a:r>
            <a:endParaRPr lang="zh-CN" altLang="en-US" b="1" dirty="0">
              <a:solidFill>
                <a:srgbClr val="313D51"/>
              </a:solidFill>
              <a:latin typeface="思源黑体" panose="020B0500000000000000" pitchFamily="34" charset="-122"/>
              <a:ea typeface="思源黑体" panose="020B0500000000000000" pitchFamily="34" charset="-122"/>
              <a:sym typeface="+mn-ea"/>
            </a:endParaRPr>
          </a:p>
          <a:p>
            <a:endParaRPr lang="zh-CN" altLang="en-US" b="1" dirty="0">
              <a:solidFill>
                <a:srgbClr val="313D51"/>
              </a:solidFill>
              <a:latin typeface="思源黑体" panose="020B0500000000000000" pitchFamily="34" charset="-122"/>
              <a:ea typeface="思源黑体" panose="020B0500000000000000" pitchFamily="34" charset="-122"/>
            </a:endParaRPr>
          </a:p>
          <a:p>
            <a:r>
              <a:rPr lang="zh-CN" altLang="en-US" sz="1600">
                <a:latin typeface="Noto Sans SC" panose="020B0200000000000000" charset="-122"/>
                <a:ea typeface="Noto Sans SC" panose="020B0200000000000000" charset="-122"/>
                <a:cs typeface="Noto Sans SC" panose="020B0200000000000000" charset="-122"/>
              </a:rPr>
              <a:t>基于</a:t>
            </a:r>
            <a:r>
              <a:rPr lang="en-US" altLang="zh-CN" sz="1600">
                <a:latin typeface="Noto Sans SC" panose="020B0200000000000000" charset="-122"/>
                <a:ea typeface="Noto Sans SC" panose="020B0200000000000000" charset="-122"/>
                <a:cs typeface="Noto Sans SC" panose="020B0200000000000000" charset="-122"/>
              </a:rPr>
              <a:t>OpenStreetMap</a:t>
            </a:r>
            <a:r>
              <a:rPr lang="zh-CN" altLang="en-US" sz="1600">
                <a:latin typeface="Noto Sans SC" panose="020B0200000000000000" charset="-122"/>
                <a:ea typeface="Noto Sans SC" panose="020B0200000000000000" charset="-122"/>
                <a:cs typeface="Noto Sans SC" panose="020B0200000000000000" charset="-122"/>
              </a:rPr>
              <a:t>真实城市建筑数据</a:t>
            </a:r>
            <a:endParaRPr lang="zh-CN" altLang="en-US" sz="1600">
              <a:latin typeface="Noto Sans SC" panose="020B0200000000000000" charset="-122"/>
              <a:ea typeface="Noto Sans SC" panose="020B0200000000000000" charset="-122"/>
              <a:cs typeface="Noto Sans SC" panose="020B0200000000000000" charset="-122"/>
            </a:endParaRPr>
          </a:p>
        </p:txBody>
      </p:sp>
    </p:spTree>
  </p:cSld>
  <p:clrMapOvr>
    <a:masterClrMapping/>
  </p:clrMapOvr>
  <p:transition spd="slow">
    <p:push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5819"/>
            <a:ext cx="12192000" cy="6852181"/>
          </a:xfrm>
          <a:prstGeom prst="rect">
            <a:avLst/>
          </a:prstGeom>
        </p:spPr>
      </p:pic>
      <p:sp>
        <p:nvSpPr>
          <p:cNvPr id="15" name="矩形 14"/>
          <p:cNvSpPr/>
          <p:nvPr/>
        </p:nvSpPr>
        <p:spPr>
          <a:xfrm>
            <a:off x="2449722" y="1931264"/>
            <a:ext cx="7292557" cy="3045469"/>
          </a:xfrm>
          <a:prstGeom prst="rect">
            <a:avLst/>
          </a:prstGeom>
          <a:solidFill>
            <a:srgbClr val="244C89"/>
          </a:solidFill>
          <a:ln>
            <a:no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矩形 16"/>
          <p:cNvSpPr/>
          <p:nvPr/>
        </p:nvSpPr>
        <p:spPr>
          <a:xfrm>
            <a:off x="2679992" y="2159983"/>
            <a:ext cx="6832016" cy="2588032"/>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文本框 23"/>
          <p:cNvSpPr txBox="1"/>
          <p:nvPr/>
        </p:nvSpPr>
        <p:spPr>
          <a:xfrm>
            <a:off x="2899699" y="2443843"/>
            <a:ext cx="1614805" cy="2214880"/>
          </a:xfrm>
          <a:prstGeom prst="rect">
            <a:avLst/>
          </a:prstGeom>
          <a:noFill/>
        </p:spPr>
        <p:txBody>
          <a:bodyPr wrap="none" rtlCol="0">
            <a:spAutoFit/>
          </a:bodyPr>
          <a:lstStyle/>
          <a:p>
            <a:pPr algn="ctr"/>
            <a:r>
              <a:rPr lang="en-US" altLang="zh-CN" sz="13800" dirty="0">
                <a:solidFill>
                  <a:schemeClr val="bg1"/>
                </a:solidFill>
                <a:latin typeface="Agency FB" panose="020B0503020202020204" pitchFamily="34" charset="0"/>
              </a:rPr>
              <a:t>04</a:t>
            </a:r>
            <a:endParaRPr lang="zh-CN" altLang="en-US" sz="13800" dirty="0">
              <a:solidFill>
                <a:schemeClr val="bg1"/>
              </a:solidFill>
              <a:latin typeface="Agency FB" panose="020B0503020202020204" pitchFamily="34" charset="0"/>
            </a:endParaRPr>
          </a:p>
        </p:txBody>
      </p:sp>
      <p:sp>
        <p:nvSpPr>
          <p:cNvPr id="25" name="文本框 24"/>
          <p:cNvSpPr txBox="1"/>
          <p:nvPr/>
        </p:nvSpPr>
        <p:spPr>
          <a:xfrm>
            <a:off x="4911725" y="2716530"/>
            <a:ext cx="4373245" cy="768985"/>
          </a:xfrm>
          <a:prstGeom prst="rect">
            <a:avLst/>
          </a:prstGeom>
          <a:noFill/>
        </p:spPr>
        <p:txBody>
          <a:bodyPr wrap="square" rtlCol="0">
            <a:noAutofit/>
            <a:scene3d>
              <a:camera prst="orthographicFront"/>
              <a:lightRig rig="threePt" dir="t"/>
            </a:scene3d>
            <a:sp3d contourW="12700"/>
          </a:bodyPr>
          <a:lstStyle/>
          <a:p>
            <a:r>
              <a:rPr lang="zh-CN" altLang="en-US" sz="3600" b="1" dirty="0">
                <a:solidFill>
                  <a:schemeClr val="bg1"/>
                </a:solidFill>
                <a:latin typeface="思源黑体" panose="020B0500000000000000" pitchFamily="34" charset="-122"/>
                <a:ea typeface="思源黑体" panose="020B0500000000000000" pitchFamily="34" charset="-122"/>
              </a:rPr>
              <a:t>预期研究结果与应用</a:t>
            </a:r>
            <a:endParaRPr lang="zh-CN" altLang="en-US" sz="3600" b="1" dirty="0">
              <a:solidFill>
                <a:schemeClr val="bg1"/>
              </a:solidFill>
              <a:latin typeface="思源黑体" panose="020B0500000000000000" pitchFamily="34" charset="-122"/>
              <a:ea typeface="思源黑体" panose="020B0500000000000000" pitchFamily="34" charset="-122"/>
            </a:endParaRPr>
          </a:p>
        </p:txBody>
      </p:sp>
      <p:cxnSp>
        <p:nvCxnSpPr>
          <p:cNvPr id="27" name="直接连接符 26"/>
          <p:cNvCxnSpPr/>
          <p:nvPr/>
        </p:nvCxnSpPr>
        <p:spPr>
          <a:xfrm>
            <a:off x="4552445" y="2832100"/>
            <a:ext cx="0" cy="1411944"/>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6582524" y="3537991"/>
            <a:ext cx="1282439" cy="220980"/>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预期</a:t>
            </a:r>
            <a:r>
              <a:rPr lang="zh-CN" altLang="en-US" sz="1200" dirty="0">
                <a:solidFill>
                  <a:schemeClr val="bg1"/>
                </a:solidFill>
                <a:latin typeface="思源黑体" panose="020B0500000000000000" pitchFamily="34" charset="-122"/>
                <a:ea typeface="思源黑体" panose="020B0500000000000000" pitchFamily="34" charset="-122"/>
              </a:rPr>
              <a:t>研究成果</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2" name="文本框 9"/>
          <p:cNvSpPr txBox="1"/>
          <p:nvPr/>
        </p:nvSpPr>
        <p:spPr>
          <a:xfrm>
            <a:off x="5034394" y="3538469"/>
            <a:ext cx="1282439" cy="220980"/>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项目时间</a:t>
            </a:r>
            <a:r>
              <a:rPr lang="zh-CN" altLang="en-US" sz="1200" dirty="0">
                <a:solidFill>
                  <a:schemeClr val="bg1"/>
                </a:solidFill>
                <a:latin typeface="思源黑体" panose="020B0500000000000000" pitchFamily="34" charset="-122"/>
                <a:ea typeface="思源黑体" panose="020B0500000000000000" pitchFamily="34" charset="-122"/>
              </a:rPr>
              <a:t>安排</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Tree>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par>
                                <p:cTn id="10" presetID="21" presetClass="entr" presetSubtype="8"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heel(8)">
                                      <p:cBhvr>
                                        <p:cTn id="12" dur="1000"/>
                                        <p:tgtEl>
                                          <p:spTgt spid="17"/>
                                        </p:tgtEl>
                                      </p:cBhvr>
                                    </p:animEffect>
                                  </p:childTnLst>
                                </p:cTn>
                              </p:par>
                            </p:childTnLst>
                          </p:cTn>
                        </p:par>
                        <p:par>
                          <p:cTn id="13" fill="hold">
                            <p:stCondLst>
                              <p:cond delay="500"/>
                            </p:stCondLst>
                            <p:childTnLst>
                              <p:par>
                                <p:cTn id="14" presetID="53" presetClass="entr" presetSubtype="16"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 calcmode="lin" valueType="num">
                                      <p:cBhvr>
                                        <p:cTn id="16" dur="500" fill="hold"/>
                                        <p:tgtEl>
                                          <p:spTgt spid="24"/>
                                        </p:tgtEl>
                                        <p:attrNameLst>
                                          <p:attrName>ppt_w</p:attrName>
                                        </p:attrNameLst>
                                      </p:cBhvr>
                                      <p:tavLst>
                                        <p:tav tm="0">
                                          <p:val>
                                            <p:fltVal val="0"/>
                                          </p:val>
                                        </p:tav>
                                        <p:tav tm="100000">
                                          <p:val>
                                            <p:strVal val="#ppt_w"/>
                                          </p:val>
                                        </p:tav>
                                      </p:tavLst>
                                    </p:anim>
                                    <p:anim calcmode="lin" valueType="num">
                                      <p:cBhvr>
                                        <p:cTn id="17" dur="500" fill="hold"/>
                                        <p:tgtEl>
                                          <p:spTgt spid="24"/>
                                        </p:tgtEl>
                                        <p:attrNameLst>
                                          <p:attrName>ppt_h</p:attrName>
                                        </p:attrNameLst>
                                      </p:cBhvr>
                                      <p:tavLst>
                                        <p:tav tm="0">
                                          <p:val>
                                            <p:fltVal val="0"/>
                                          </p:val>
                                        </p:tav>
                                        <p:tav tm="100000">
                                          <p:val>
                                            <p:strVal val="#ppt_h"/>
                                          </p:val>
                                        </p:tav>
                                      </p:tavLst>
                                    </p:anim>
                                    <p:animEffect transition="in" filter="fade">
                                      <p:cBhvr>
                                        <p:cTn id="18" dur="500"/>
                                        <p:tgtEl>
                                          <p:spTgt spid="24"/>
                                        </p:tgtEl>
                                      </p:cBhvr>
                                    </p:animEffect>
                                  </p:childTnLst>
                                </p:cTn>
                              </p:par>
                            </p:childTnLst>
                          </p:cTn>
                        </p:par>
                        <p:par>
                          <p:cTn id="19" fill="hold">
                            <p:stCondLst>
                              <p:cond delay="1000"/>
                            </p:stCondLst>
                            <p:childTnLst>
                              <p:par>
                                <p:cTn id="20" presetID="22" presetClass="entr" presetSubtype="1" fill="hold" nodeType="after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up)">
                                      <p:cBhvr>
                                        <p:cTn id="22" dur="500"/>
                                        <p:tgtEl>
                                          <p:spTgt spid="27"/>
                                        </p:tgtEl>
                                      </p:cBhvr>
                                    </p:animEffect>
                                  </p:childTnLst>
                                </p:cTn>
                              </p:par>
                            </p:childTnLst>
                          </p:cTn>
                        </p:par>
                        <p:par>
                          <p:cTn id="23" fill="hold">
                            <p:stCondLst>
                              <p:cond delay="1500"/>
                            </p:stCondLst>
                            <p:childTnLst>
                              <p:par>
                                <p:cTn id="24" presetID="12" presetClass="entr" presetSubtype="2" fill="hold" grpId="0" nodeType="afterEffect">
                                  <p:stCondLst>
                                    <p:cond delay="0"/>
                                  </p:stCondLst>
                                  <p:childTnLst>
                                    <p:set>
                                      <p:cBhvr>
                                        <p:cTn id="25" dur="1" fill="hold">
                                          <p:stCondLst>
                                            <p:cond delay="0"/>
                                          </p:stCondLst>
                                        </p:cTn>
                                        <p:tgtEl>
                                          <p:spTgt spid="25"/>
                                        </p:tgtEl>
                                        <p:attrNameLst>
                                          <p:attrName>style.visibility</p:attrName>
                                        </p:attrNameLst>
                                      </p:cBhvr>
                                      <p:to>
                                        <p:strVal val="visible"/>
                                      </p:to>
                                    </p:set>
                                    <p:anim calcmode="lin" valueType="num">
                                      <p:cBhvr additive="base">
                                        <p:cTn id="26" dur="500"/>
                                        <p:tgtEl>
                                          <p:spTgt spid="25"/>
                                        </p:tgtEl>
                                        <p:attrNameLst>
                                          <p:attrName>ppt_x</p:attrName>
                                        </p:attrNameLst>
                                      </p:cBhvr>
                                      <p:tavLst>
                                        <p:tav tm="0">
                                          <p:val>
                                            <p:strVal val="#ppt_x+#ppt_w*1.125000"/>
                                          </p:val>
                                        </p:tav>
                                        <p:tav tm="100000">
                                          <p:val>
                                            <p:strVal val="#ppt_x"/>
                                          </p:val>
                                        </p:tav>
                                      </p:tavLst>
                                    </p:anim>
                                    <p:animEffect transition="in" filter="wipe(left)">
                                      <p:cBhvr>
                                        <p:cTn id="27" dur="500"/>
                                        <p:tgtEl>
                                          <p:spTgt spid="25"/>
                                        </p:tgtEl>
                                      </p:cBhvr>
                                    </p:animEffect>
                                  </p:childTnLst>
                                </p:cTn>
                              </p:par>
                              <p:par>
                                <p:cTn id="28" presetID="2" presetClass="entr" presetSubtype="2"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fill="hold"/>
                                        <p:tgtEl>
                                          <p:spTgt spid="10"/>
                                        </p:tgtEl>
                                        <p:attrNameLst>
                                          <p:attrName>ppt_x</p:attrName>
                                        </p:attrNameLst>
                                      </p:cBhvr>
                                      <p:tavLst>
                                        <p:tav tm="0">
                                          <p:val>
                                            <p:strVal val="1+#ppt_w/2"/>
                                          </p:val>
                                        </p:tav>
                                        <p:tav tm="100000">
                                          <p:val>
                                            <p:strVal val="#ppt_x"/>
                                          </p:val>
                                        </p:tav>
                                      </p:tavLst>
                                    </p:anim>
                                    <p:anim calcmode="lin" valueType="num">
                                      <p:cBhvr additive="base">
                                        <p:cTn id="31" dur="500" fill="hold"/>
                                        <p:tgtEl>
                                          <p:spTgt spid="10"/>
                                        </p:tgtEl>
                                        <p:attrNameLst>
                                          <p:attrName>ppt_y</p:attrName>
                                        </p:attrNameLst>
                                      </p:cBhvr>
                                      <p:tavLst>
                                        <p:tav tm="0">
                                          <p:val>
                                            <p:strVal val="#ppt_y"/>
                                          </p:val>
                                        </p:tav>
                                        <p:tav tm="100000">
                                          <p:val>
                                            <p:strVal val="#ppt_y"/>
                                          </p:val>
                                        </p:tav>
                                      </p:tavLst>
                                    </p:anim>
                                  </p:childTnLst>
                                </p:cTn>
                              </p:par>
                              <p:par>
                                <p:cTn id="32" presetID="2" presetClass="entr" presetSubtype="2" fill="hold" grpId="0" nodeType="withEffect">
                                  <p:stCondLst>
                                    <p:cond delay="500"/>
                                  </p:stCondLst>
                                  <p:childTnLst>
                                    <p:set>
                                      <p:cBhvr>
                                        <p:cTn id="33" dur="1" fill="hold">
                                          <p:stCondLst>
                                            <p:cond delay="0"/>
                                          </p:stCondLst>
                                        </p:cTn>
                                        <p:tgtEl>
                                          <p:spTgt spid="2"/>
                                        </p:tgtEl>
                                        <p:attrNameLst>
                                          <p:attrName>style.visibility</p:attrName>
                                        </p:attrNameLst>
                                      </p:cBhvr>
                                      <p:to>
                                        <p:strVal val="visible"/>
                                      </p:to>
                                    </p:set>
                                    <p:anim calcmode="lin" valueType="num">
                                      <p:cBhvr additive="base">
                                        <p:cTn id="34" dur="500" fill="hold"/>
                                        <p:tgtEl>
                                          <p:spTgt spid="2"/>
                                        </p:tgtEl>
                                        <p:attrNameLst>
                                          <p:attrName>ppt_x</p:attrName>
                                        </p:attrNameLst>
                                      </p:cBhvr>
                                      <p:tavLst>
                                        <p:tav tm="0">
                                          <p:val>
                                            <p:strVal val="1+#ppt_w/2"/>
                                          </p:val>
                                        </p:tav>
                                        <p:tav tm="100000">
                                          <p:val>
                                            <p:strVal val="#ppt_x"/>
                                          </p:val>
                                        </p:tav>
                                      </p:tavLst>
                                    </p:anim>
                                    <p:anim calcmode="lin" valueType="num">
                                      <p:cBhvr additive="base">
                                        <p:cTn id="35"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P spid="17" grpId="0" bldLvl="0" animBg="1"/>
      <p:bldP spid="24" grpId="0"/>
      <p:bldP spid="25" grpId="0"/>
      <p:bldP spid="10" grpId="0"/>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lnSpc>
                <a:spcPct val="117000"/>
              </a:lnSpc>
              <a:defRPr/>
            </a:pPr>
            <a:r>
              <a:rPr lang="en-US" altLang="zh-CN" dirty="0" err="1">
                <a:latin typeface="Noto Sans SC" panose="020B0200000000000000" charset="-122"/>
                <a:ea typeface="Noto Sans SC" panose="020B0200000000000000" charset="-122"/>
                <a:cs typeface="Noto Sans SC" panose="020B0200000000000000" charset="-122"/>
                <a:sym typeface="Noto Sans SC" panose="020B0200000000000000" charset="-122"/>
              </a:rPr>
              <a:t>团队成员及分工</a:t>
            </a:r>
            <a:endParaRPr lang="en-US" altLang="zh-CN" sz="1100" dirty="0"/>
          </a:p>
        </p:txBody>
      </p:sp>
      <p:grpSp>
        <p:nvGrpSpPr>
          <p:cNvPr id="11" name="组合 10"/>
          <p:cNvGrpSpPr/>
          <p:nvPr/>
        </p:nvGrpSpPr>
        <p:grpSpPr>
          <a:xfrm>
            <a:off x="1621523" y="2007927"/>
            <a:ext cx="2619669" cy="3846585"/>
            <a:chOff x="1474030" y="1802903"/>
            <a:chExt cx="2935782" cy="4310749"/>
          </a:xfrm>
        </p:grpSpPr>
        <p:sp>
          <p:nvSpPr>
            <p:cNvPr id="31" name="Rectangle 24"/>
            <p:cNvSpPr>
              <a:spLocks noChangeArrowheads="1"/>
            </p:cNvSpPr>
            <p:nvPr/>
          </p:nvSpPr>
          <p:spPr bwMode="auto">
            <a:xfrm>
              <a:off x="1474030" y="1802903"/>
              <a:ext cx="2935782" cy="4310749"/>
            </a:xfrm>
            <a:prstGeom prst="rect">
              <a:avLst/>
            </a:prstGeom>
            <a:solidFill>
              <a:schemeClr val="bg1"/>
            </a:solidFill>
            <a:ln>
              <a:noFill/>
            </a:ln>
            <a:effectLst>
              <a:innerShdw blurRad="76200">
                <a:prstClr val="black"/>
              </a:innerShdw>
            </a:effectLst>
          </p:spPr>
          <p:txBody>
            <a:bodyPr/>
            <a:lstStyle/>
            <a:p>
              <a:pPr>
                <a:lnSpc>
                  <a:spcPct val="120000"/>
                </a:lnSpc>
              </a:pPr>
              <a:endParaRPr lang="zh-CN" altLang="zh-CN"/>
            </a:p>
          </p:txBody>
        </p:sp>
        <p:sp>
          <p:nvSpPr>
            <p:cNvPr id="32" name="Freeform 25"/>
            <p:cNvSpPr/>
            <p:nvPr/>
          </p:nvSpPr>
          <p:spPr bwMode="auto">
            <a:xfrm>
              <a:off x="1474030" y="1802903"/>
              <a:ext cx="1139938" cy="1334560"/>
            </a:xfrm>
            <a:custGeom>
              <a:avLst/>
              <a:gdLst>
                <a:gd name="T0" fmla="*/ 64 w 64"/>
                <a:gd name="T1" fmla="*/ 21 h 75"/>
                <a:gd name="T2" fmla="*/ 59 w 64"/>
                <a:gd name="T3" fmla="*/ 0 h 75"/>
                <a:gd name="T4" fmla="*/ 0 w 64"/>
                <a:gd name="T5" fmla="*/ 0 h 75"/>
                <a:gd name="T6" fmla="*/ 0 w 64"/>
                <a:gd name="T7" fmla="*/ 74 h 75"/>
                <a:gd name="T8" fmla="*/ 10 w 64"/>
                <a:gd name="T9" fmla="*/ 75 h 75"/>
                <a:gd name="T10" fmla="*/ 64 w 64"/>
                <a:gd name="T11" fmla="*/ 21 h 75"/>
              </a:gdLst>
              <a:ahLst/>
              <a:cxnLst>
                <a:cxn ang="0">
                  <a:pos x="T0" y="T1"/>
                </a:cxn>
                <a:cxn ang="0">
                  <a:pos x="T2" y="T3"/>
                </a:cxn>
                <a:cxn ang="0">
                  <a:pos x="T4" y="T5"/>
                </a:cxn>
                <a:cxn ang="0">
                  <a:pos x="T6" y="T7"/>
                </a:cxn>
                <a:cxn ang="0">
                  <a:pos x="T8" y="T9"/>
                </a:cxn>
                <a:cxn ang="0">
                  <a:pos x="T10" y="T11"/>
                </a:cxn>
              </a:cxnLst>
              <a:rect l="0" t="0" r="r" b="b"/>
              <a:pathLst>
                <a:path w="64" h="75">
                  <a:moveTo>
                    <a:pt x="64" y="21"/>
                  </a:moveTo>
                  <a:cubicBezTo>
                    <a:pt x="64" y="14"/>
                    <a:pt x="62" y="7"/>
                    <a:pt x="59" y="0"/>
                  </a:cubicBezTo>
                  <a:cubicBezTo>
                    <a:pt x="0" y="0"/>
                    <a:pt x="0" y="0"/>
                    <a:pt x="0" y="0"/>
                  </a:cubicBezTo>
                  <a:cubicBezTo>
                    <a:pt x="0" y="74"/>
                    <a:pt x="0" y="74"/>
                    <a:pt x="0" y="74"/>
                  </a:cubicBezTo>
                  <a:cubicBezTo>
                    <a:pt x="3" y="75"/>
                    <a:pt x="7" y="75"/>
                    <a:pt x="10" y="75"/>
                  </a:cubicBezTo>
                  <a:cubicBezTo>
                    <a:pt x="40" y="75"/>
                    <a:pt x="64" y="51"/>
                    <a:pt x="64" y="21"/>
                  </a:cubicBezTo>
                  <a:close/>
                </a:path>
              </a:pathLst>
            </a:custGeom>
            <a:solidFill>
              <a:srgbClr val="244C89"/>
            </a:solidFill>
            <a:ln>
              <a:noFill/>
            </a:ln>
            <a:effectLst>
              <a:outerShdw blurRad="38100" dist="38100" dir="2700000" algn="tl" rotWithShape="0">
                <a:prstClr val="black">
                  <a:alpha val="43000"/>
                </a:prstClr>
              </a:outerShdw>
            </a:effectLst>
          </p:spPr>
          <p:txBody>
            <a:bodyPr/>
            <a:lstStyle/>
            <a:p>
              <a:pPr fontAlgn="auto">
                <a:lnSpc>
                  <a:spcPct val="120000"/>
                </a:lnSpc>
                <a:defRPr/>
              </a:pPr>
              <a:endParaRPr lang="en-US">
                <a:latin typeface="+mn-lt"/>
                <a:cs typeface="+mn-cs"/>
              </a:endParaRPr>
            </a:p>
          </p:txBody>
        </p:sp>
        <p:sp>
          <p:nvSpPr>
            <p:cNvPr id="33" name="TextBox 18"/>
            <p:cNvSpPr txBox="1"/>
            <p:nvPr/>
          </p:nvSpPr>
          <p:spPr>
            <a:xfrm>
              <a:off x="1696039" y="2045551"/>
              <a:ext cx="945313" cy="785689"/>
            </a:xfrm>
            <a:prstGeom prst="rect">
              <a:avLst/>
            </a:prstGeom>
            <a:noFill/>
          </p:spPr>
          <p:txBody>
            <a:bodyPr>
              <a:spAutoFit/>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fontAlgn="base">
                <a:spcBef>
                  <a:spcPct val="0"/>
                </a:spcBef>
                <a:spcAft>
                  <a:spcPct val="0"/>
                </a:spcAft>
                <a:defRPr>
                  <a:solidFill>
                    <a:schemeClr val="tx1"/>
                  </a:solidFill>
                  <a:latin typeface="Rockwell" panose="02060603020205020403" pitchFamily="18" charset="0"/>
                </a:defRPr>
              </a:lvl6pPr>
              <a:lvl7pPr marL="2971800" indent="-228600" fontAlgn="base">
                <a:spcBef>
                  <a:spcPct val="0"/>
                </a:spcBef>
                <a:spcAft>
                  <a:spcPct val="0"/>
                </a:spcAft>
                <a:defRPr>
                  <a:solidFill>
                    <a:schemeClr val="tx1"/>
                  </a:solidFill>
                  <a:latin typeface="Rockwell" panose="02060603020205020403" pitchFamily="18" charset="0"/>
                </a:defRPr>
              </a:lvl7pPr>
              <a:lvl8pPr marL="3429000" indent="-228600" fontAlgn="base">
                <a:spcBef>
                  <a:spcPct val="0"/>
                </a:spcBef>
                <a:spcAft>
                  <a:spcPct val="0"/>
                </a:spcAft>
                <a:defRPr>
                  <a:solidFill>
                    <a:schemeClr val="tx1"/>
                  </a:solidFill>
                  <a:latin typeface="Rockwell" panose="02060603020205020403" pitchFamily="18" charset="0"/>
                </a:defRPr>
              </a:lvl8pPr>
              <a:lvl9pPr marL="3886200" indent="-228600" fontAlgn="base">
                <a:spcBef>
                  <a:spcPct val="0"/>
                </a:spcBef>
                <a:spcAft>
                  <a:spcPct val="0"/>
                </a:spcAft>
                <a:defRPr>
                  <a:solidFill>
                    <a:schemeClr val="tx1"/>
                  </a:solidFill>
                  <a:latin typeface="Rockwell" panose="02060603020205020403" pitchFamily="18" charset="0"/>
                </a:defRPr>
              </a:lvl9pPr>
            </a:lstStyle>
            <a:p>
              <a:pPr>
                <a:lnSpc>
                  <a:spcPct val="120000"/>
                </a:lnSpc>
              </a:pPr>
              <a:r>
                <a:rPr lang="en-US" altLang="zh-CN" sz="3600" dirty="0">
                  <a:solidFill>
                    <a:schemeClr val="bg1"/>
                  </a:solidFill>
                  <a:latin typeface="思源黑体" panose="020B0500000000000000" pitchFamily="34" charset="-122"/>
                  <a:ea typeface="思源黑体" panose="020B0500000000000000" pitchFamily="34" charset="-122"/>
                </a:rPr>
                <a:t>01</a:t>
              </a:r>
              <a:endParaRPr lang="en-US" altLang="zh-CN" sz="3600" dirty="0">
                <a:solidFill>
                  <a:schemeClr val="bg1"/>
                </a:solidFill>
                <a:latin typeface="思源黑体" panose="020B0500000000000000" pitchFamily="34" charset="-122"/>
                <a:ea typeface="思源黑体" panose="020B0500000000000000" pitchFamily="34" charset="-122"/>
              </a:endParaRPr>
            </a:p>
          </p:txBody>
        </p:sp>
        <p:grpSp>
          <p:nvGrpSpPr>
            <p:cNvPr id="35" name="组合 216"/>
            <p:cNvGrpSpPr/>
            <p:nvPr/>
          </p:nvGrpSpPr>
          <p:grpSpPr bwMode="auto">
            <a:xfrm>
              <a:off x="3419075" y="2282206"/>
              <a:ext cx="614951" cy="465338"/>
              <a:chOff x="3192968" y="2571029"/>
              <a:chExt cx="1012825" cy="766763"/>
            </a:xfrm>
            <a:solidFill>
              <a:srgbClr val="0B2C4F"/>
            </a:solidFill>
            <a:effectLst>
              <a:outerShdw blurRad="38100" sx="101000" sy="101000" algn="ctr" rotWithShape="0">
                <a:prstClr val="black">
                  <a:alpha val="40000"/>
                </a:prstClr>
              </a:outerShdw>
            </a:effectLst>
          </p:grpSpPr>
          <p:sp>
            <p:nvSpPr>
              <p:cNvPr id="36" name="Freeform 74"/>
              <p:cNvSpPr>
                <a:spLocks noEditPoints="1"/>
              </p:cNvSpPr>
              <p:nvPr/>
            </p:nvSpPr>
            <p:spPr bwMode="auto">
              <a:xfrm>
                <a:off x="3484175" y="3081969"/>
                <a:ext cx="649932" cy="240826"/>
              </a:xfrm>
              <a:custGeom>
                <a:avLst/>
                <a:gdLst>
                  <a:gd name="T0" fmla="*/ 0 w 173"/>
                  <a:gd name="T1" fmla="*/ 12 h 64"/>
                  <a:gd name="T2" fmla="*/ 0 w 173"/>
                  <a:gd name="T3" fmla="*/ 52 h 64"/>
                  <a:gd name="T4" fmla="*/ 12 w 173"/>
                  <a:gd name="T5" fmla="*/ 64 h 64"/>
                  <a:gd name="T6" fmla="*/ 173 w 173"/>
                  <a:gd name="T7" fmla="*/ 64 h 64"/>
                  <a:gd name="T8" fmla="*/ 173 w 173"/>
                  <a:gd name="T9" fmla="*/ 54 h 64"/>
                  <a:gd name="T10" fmla="*/ 162 w 173"/>
                  <a:gd name="T11" fmla="*/ 54 h 64"/>
                  <a:gd name="T12" fmla="*/ 159 w 173"/>
                  <a:gd name="T13" fmla="*/ 34 h 64"/>
                  <a:gd name="T14" fmla="*/ 164 w 173"/>
                  <a:gd name="T15" fmla="*/ 10 h 64"/>
                  <a:gd name="T16" fmla="*/ 173 w 173"/>
                  <a:gd name="T17" fmla="*/ 10 h 64"/>
                  <a:gd name="T18" fmla="*/ 173 w 173"/>
                  <a:gd name="T19" fmla="*/ 0 h 64"/>
                  <a:gd name="T20" fmla="*/ 12 w 173"/>
                  <a:gd name="T21" fmla="*/ 0 h 64"/>
                  <a:gd name="T22" fmla="*/ 0 w 173"/>
                  <a:gd name="T23" fmla="*/ 12 h 64"/>
                  <a:gd name="T24" fmla="*/ 150 w 173"/>
                  <a:gd name="T25" fmla="*/ 21 h 64"/>
                  <a:gd name="T26" fmla="*/ 149 w 173"/>
                  <a:gd name="T27" fmla="*/ 30 h 64"/>
                  <a:gd name="T28" fmla="*/ 25 w 173"/>
                  <a:gd name="T29" fmla="*/ 30 h 64"/>
                  <a:gd name="T30" fmla="*/ 25 w 173"/>
                  <a:gd name="T31" fmla="*/ 34 h 64"/>
                  <a:gd name="T32" fmla="*/ 149 w 173"/>
                  <a:gd name="T33" fmla="*/ 34 h 64"/>
                  <a:gd name="T34" fmla="*/ 150 w 173"/>
                  <a:gd name="T35" fmla="*/ 43 h 64"/>
                  <a:gd name="T36" fmla="*/ 26 w 173"/>
                  <a:gd name="T37" fmla="*/ 43 h 64"/>
                  <a:gd name="T38" fmla="*/ 26 w 173"/>
                  <a:gd name="T39" fmla="*/ 47 h 64"/>
                  <a:gd name="T40" fmla="*/ 150 w 173"/>
                  <a:gd name="T41" fmla="*/ 47 h 64"/>
                  <a:gd name="T42" fmla="*/ 152 w 173"/>
                  <a:gd name="T43" fmla="*/ 54 h 64"/>
                  <a:gd name="T44" fmla="*/ 12 w 173"/>
                  <a:gd name="T45" fmla="*/ 54 h 64"/>
                  <a:gd name="T46" fmla="*/ 10 w 173"/>
                  <a:gd name="T47" fmla="*/ 52 h 64"/>
                  <a:gd name="T48" fmla="*/ 10 w 173"/>
                  <a:gd name="T49" fmla="*/ 12 h 64"/>
                  <a:gd name="T50" fmla="*/ 12 w 173"/>
                  <a:gd name="T51" fmla="*/ 10 h 64"/>
                  <a:gd name="T52" fmla="*/ 153 w 173"/>
                  <a:gd name="T53" fmla="*/ 10 h 64"/>
                  <a:gd name="T54" fmla="*/ 151 w 173"/>
                  <a:gd name="T55" fmla="*/ 17 h 64"/>
                  <a:gd name="T56" fmla="*/ 26 w 173"/>
                  <a:gd name="T57" fmla="*/ 17 h 64"/>
                  <a:gd name="T58" fmla="*/ 26 w 173"/>
                  <a:gd name="T59" fmla="*/ 21 h 64"/>
                  <a:gd name="T60" fmla="*/ 150 w 173"/>
                  <a:gd name="T61"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3" h="64">
                    <a:moveTo>
                      <a:pt x="0" y="12"/>
                    </a:moveTo>
                    <a:cubicBezTo>
                      <a:pt x="0" y="52"/>
                      <a:pt x="0" y="52"/>
                      <a:pt x="0" y="52"/>
                    </a:cubicBezTo>
                    <a:cubicBezTo>
                      <a:pt x="0" y="59"/>
                      <a:pt x="6" y="64"/>
                      <a:pt x="12" y="64"/>
                    </a:cubicBezTo>
                    <a:cubicBezTo>
                      <a:pt x="173" y="64"/>
                      <a:pt x="173" y="64"/>
                      <a:pt x="173" y="64"/>
                    </a:cubicBezTo>
                    <a:cubicBezTo>
                      <a:pt x="173" y="54"/>
                      <a:pt x="173" y="54"/>
                      <a:pt x="173" y="54"/>
                    </a:cubicBezTo>
                    <a:cubicBezTo>
                      <a:pt x="162" y="54"/>
                      <a:pt x="162" y="54"/>
                      <a:pt x="162" y="54"/>
                    </a:cubicBezTo>
                    <a:cubicBezTo>
                      <a:pt x="161" y="50"/>
                      <a:pt x="159" y="43"/>
                      <a:pt x="159" y="34"/>
                    </a:cubicBezTo>
                    <a:cubicBezTo>
                      <a:pt x="159" y="23"/>
                      <a:pt x="162" y="15"/>
                      <a:pt x="164" y="10"/>
                    </a:cubicBezTo>
                    <a:cubicBezTo>
                      <a:pt x="173" y="10"/>
                      <a:pt x="173" y="10"/>
                      <a:pt x="173" y="10"/>
                    </a:cubicBezTo>
                    <a:cubicBezTo>
                      <a:pt x="173" y="0"/>
                      <a:pt x="173" y="0"/>
                      <a:pt x="173" y="0"/>
                    </a:cubicBezTo>
                    <a:cubicBezTo>
                      <a:pt x="12" y="0"/>
                      <a:pt x="12" y="0"/>
                      <a:pt x="12" y="0"/>
                    </a:cubicBezTo>
                    <a:cubicBezTo>
                      <a:pt x="6" y="0"/>
                      <a:pt x="0" y="5"/>
                      <a:pt x="0" y="12"/>
                    </a:cubicBezTo>
                    <a:close/>
                    <a:moveTo>
                      <a:pt x="150" y="21"/>
                    </a:moveTo>
                    <a:cubicBezTo>
                      <a:pt x="150" y="24"/>
                      <a:pt x="149" y="27"/>
                      <a:pt x="149" y="30"/>
                    </a:cubicBezTo>
                    <a:cubicBezTo>
                      <a:pt x="25" y="30"/>
                      <a:pt x="25" y="30"/>
                      <a:pt x="25" y="30"/>
                    </a:cubicBezTo>
                    <a:cubicBezTo>
                      <a:pt x="25" y="34"/>
                      <a:pt x="25" y="34"/>
                      <a:pt x="25" y="34"/>
                    </a:cubicBezTo>
                    <a:cubicBezTo>
                      <a:pt x="149" y="34"/>
                      <a:pt x="149" y="34"/>
                      <a:pt x="149" y="34"/>
                    </a:cubicBezTo>
                    <a:cubicBezTo>
                      <a:pt x="149" y="37"/>
                      <a:pt x="149" y="40"/>
                      <a:pt x="150" y="43"/>
                    </a:cubicBezTo>
                    <a:cubicBezTo>
                      <a:pt x="26" y="43"/>
                      <a:pt x="26" y="43"/>
                      <a:pt x="26" y="43"/>
                    </a:cubicBezTo>
                    <a:cubicBezTo>
                      <a:pt x="26" y="47"/>
                      <a:pt x="26" y="47"/>
                      <a:pt x="26" y="47"/>
                    </a:cubicBezTo>
                    <a:cubicBezTo>
                      <a:pt x="150" y="47"/>
                      <a:pt x="150" y="47"/>
                      <a:pt x="150" y="47"/>
                    </a:cubicBezTo>
                    <a:cubicBezTo>
                      <a:pt x="151" y="50"/>
                      <a:pt x="151" y="52"/>
                      <a:pt x="152" y="54"/>
                    </a:cubicBezTo>
                    <a:cubicBezTo>
                      <a:pt x="12" y="54"/>
                      <a:pt x="12" y="54"/>
                      <a:pt x="12" y="54"/>
                    </a:cubicBezTo>
                    <a:cubicBezTo>
                      <a:pt x="11" y="54"/>
                      <a:pt x="10" y="53"/>
                      <a:pt x="10" y="52"/>
                    </a:cubicBezTo>
                    <a:cubicBezTo>
                      <a:pt x="10" y="12"/>
                      <a:pt x="10" y="12"/>
                      <a:pt x="10" y="12"/>
                    </a:cubicBezTo>
                    <a:cubicBezTo>
                      <a:pt x="10" y="11"/>
                      <a:pt x="11" y="10"/>
                      <a:pt x="12" y="10"/>
                    </a:cubicBezTo>
                    <a:cubicBezTo>
                      <a:pt x="153" y="10"/>
                      <a:pt x="153" y="10"/>
                      <a:pt x="153" y="10"/>
                    </a:cubicBezTo>
                    <a:cubicBezTo>
                      <a:pt x="152" y="12"/>
                      <a:pt x="152" y="14"/>
                      <a:pt x="151" y="17"/>
                    </a:cubicBezTo>
                    <a:cubicBezTo>
                      <a:pt x="26" y="17"/>
                      <a:pt x="26" y="17"/>
                      <a:pt x="26" y="17"/>
                    </a:cubicBezTo>
                    <a:cubicBezTo>
                      <a:pt x="26" y="21"/>
                      <a:pt x="26" y="21"/>
                      <a:pt x="26" y="21"/>
                    </a:cubicBezTo>
                    <a:lnTo>
                      <a:pt x="150" y="21"/>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37" name="Freeform 75"/>
              <p:cNvSpPr>
                <a:spLocks noEditPoints="1"/>
              </p:cNvSpPr>
              <p:nvPr/>
            </p:nvSpPr>
            <p:spPr bwMode="auto">
              <a:xfrm>
                <a:off x="3472139" y="2808028"/>
                <a:ext cx="652942" cy="243837"/>
              </a:xfrm>
              <a:custGeom>
                <a:avLst/>
                <a:gdLst>
                  <a:gd name="T0" fmla="*/ 12 w 173"/>
                  <a:gd name="T1" fmla="*/ 65 h 65"/>
                  <a:gd name="T2" fmla="*/ 173 w 173"/>
                  <a:gd name="T3" fmla="*/ 65 h 65"/>
                  <a:gd name="T4" fmla="*/ 173 w 173"/>
                  <a:gd name="T5" fmla="*/ 55 h 65"/>
                  <a:gd name="T6" fmla="*/ 162 w 173"/>
                  <a:gd name="T7" fmla="*/ 55 h 65"/>
                  <a:gd name="T8" fmla="*/ 159 w 173"/>
                  <a:gd name="T9" fmla="*/ 35 h 65"/>
                  <a:gd name="T10" fmla="*/ 164 w 173"/>
                  <a:gd name="T11" fmla="*/ 10 h 65"/>
                  <a:gd name="T12" fmla="*/ 173 w 173"/>
                  <a:gd name="T13" fmla="*/ 10 h 65"/>
                  <a:gd name="T14" fmla="*/ 173 w 173"/>
                  <a:gd name="T15" fmla="*/ 0 h 65"/>
                  <a:gd name="T16" fmla="*/ 12 w 173"/>
                  <a:gd name="T17" fmla="*/ 0 h 65"/>
                  <a:gd name="T18" fmla="*/ 0 w 173"/>
                  <a:gd name="T19" fmla="*/ 12 h 65"/>
                  <a:gd name="T20" fmla="*/ 0 w 173"/>
                  <a:gd name="T21" fmla="*/ 53 h 65"/>
                  <a:gd name="T22" fmla="*/ 12 w 173"/>
                  <a:gd name="T23" fmla="*/ 65 h 65"/>
                  <a:gd name="T24" fmla="*/ 10 w 173"/>
                  <a:gd name="T25" fmla="*/ 12 h 65"/>
                  <a:gd name="T26" fmla="*/ 12 w 173"/>
                  <a:gd name="T27" fmla="*/ 10 h 65"/>
                  <a:gd name="T28" fmla="*/ 153 w 173"/>
                  <a:gd name="T29" fmla="*/ 10 h 65"/>
                  <a:gd name="T30" fmla="*/ 151 w 173"/>
                  <a:gd name="T31" fmla="*/ 17 h 65"/>
                  <a:gd name="T32" fmla="*/ 26 w 173"/>
                  <a:gd name="T33" fmla="*/ 17 h 65"/>
                  <a:gd name="T34" fmla="*/ 26 w 173"/>
                  <a:gd name="T35" fmla="*/ 22 h 65"/>
                  <a:gd name="T36" fmla="*/ 150 w 173"/>
                  <a:gd name="T37" fmla="*/ 22 h 65"/>
                  <a:gd name="T38" fmla="*/ 149 w 173"/>
                  <a:gd name="T39" fmla="*/ 30 h 65"/>
                  <a:gd name="T40" fmla="*/ 25 w 173"/>
                  <a:gd name="T41" fmla="*/ 30 h 65"/>
                  <a:gd name="T42" fmla="*/ 25 w 173"/>
                  <a:gd name="T43" fmla="*/ 35 h 65"/>
                  <a:gd name="T44" fmla="*/ 149 w 173"/>
                  <a:gd name="T45" fmla="*/ 35 h 65"/>
                  <a:gd name="T46" fmla="*/ 150 w 173"/>
                  <a:gd name="T47" fmla="*/ 43 h 65"/>
                  <a:gd name="T48" fmla="*/ 26 w 173"/>
                  <a:gd name="T49" fmla="*/ 43 h 65"/>
                  <a:gd name="T50" fmla="*/ 26 w 173"/>
                  <a:gd name="T51" fmla="*/ 48 h 65"/>
                  <a:gd name="T52" fmla="*/ 150 w 173"/>
                  <a:gd name="T53" fmla="*/ 48 h 65"/>
                  <a:gd name="T54" fmla="*/ 152 w 173"/>
                  <a:gd name="T55" fmla="*/ 55 h 65"/>
                  <a:gd name="T56" fmla="*/ 12 w 173"/>
                  <a:gd name="T57" fmla="*/ 55 h 65"/>
                  <a:gd name="T58" fmla="*/ 10 w 173"/>
                  <a:gd name="T59" fmla="*/ 53 h 65"/>
                  <a:gd name="T60" fmla="*/ 10 w 173"/>
                  <a:gd name="T61" fmla="*/ 1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3" h="65">
                    <a:moveTo>
                      <a:pt x="12" y="65"/>
                    </a:moveTo>
                    <a:cubicBezTo>
                      <a:pt x="173" y="65"/>
                      <a:pt x="173" y="65"/>
                      <a:pt x="173" y="65"/>
                    </a:cubicBezTo>
                    <a:cubicBezTo>
                      <a:pt x="173" y="55"/>
                      <a:pt x="173" y="55"/>
                      <a:pt x="173" y="55"/>
                    </a:cubicBezTo>
                    <a:cubicBezTo>
                      <a:pt x="162" y="55"/>
                      <a:pt x="162" y="55"/>
                      <a:pt x="162" y="55"/>
                    </a:cubicBezTo>
                    <a:cubicBezTo>
                      <a:pt x="161" y="50"/>
                      <a:pt x="159" y="43"/>
                      <a:pt x="159" y="35"/>
                    </a:cubicBezTo>
                    <a:cubicBezTo>
                      <a:pt x="159" y="23"/>
                      <a:pt x="162" y="15"/>
                      <a:pt x="164" y="10"/>
                    </a:cubicBezTo>
                    <a:cubicBezTo>
                      <a:pt x="173" y="10"/>
                      <a:pt x="173" y="10"/>
                      <a:pt x="173" y="10"/>
                    </a:cubicBezTo>
                    <a:cubicBezTo>
                      <a:pt x="173" y="0"/>
                      <a:pt x="173" y="0"/>
                      <a:pt x="173" y="0"/>
                    </a:cubicBezTo>
                    <a:cubicBezTo>
                      <a:pt x="12" y="0"/>
                      <a:pt x="12" y="0"/>
                      <a:pt x="12" y="0"/>
                    </a:cubicBezTo>
                    <a:cubicBezTo>
                      <a:pt x="6" y="0"/>
                      <a:pt x="0" y="6"/>
                      <a:pt x="0" y="12"/>
                    </a:cubicBezTo>
                    <a:cubicBezTo>
                      <a:pt x="0" y="53"/>
                      <a:pt x="0" y="53"/>
                      <a:pt x="0" y="53"/>
                    </a:cubicBezTo>
                    <a:cubicBezTo>
                      <a:pt x="0" y="59"/>
                      <a:pt x="6" y="65"/>
                      <a:pt x="12" y="65"/>
                    </a:cubicBezTo>
                    <a:close/>
                    <a:moveTo>
                      <a:pt x="10" y="12"/>
                    </a:moveTo>
                    <a:cubicBezTo>
                      <a:pt x="10" y="11"/>
                      <a:pt x="11" y="10"/>
                      <a:pt x="12" y="10"/>
                    </a:cubicBezTo>
                    <a:cubicBezTo>
                      <a:pt x="153" y="10"/>
                      <a:pt x="153" y="10"/>
                      <a:pt x="153" y="10"/>
                    </a:cubicBezTo>
                    <a:cubicBezTo>
                      <a:pt x="152" y="13"/>
                      <a:pt x="152" y="15"/>
                      <a:pt x="151" y="17"/>
                    </a:cubicBezTo>
                    <a:cubicBezTo>
                      <a:pt x="26" y="17"/>
                      <a:pt x="26" y="17"/>
                      <a:pt x="26" y="17"/>
                    </a:cubicBezTo>
                    <a:cubicBezTo>
                      <a:pt x="26" y="22"/>
                      <a:pt x="26" y="22"/>
                      <a:pt x="26" y="22"/>
                    </a:cubicBezTo>
                    <a:cubicBezTo>
                      <a:pt x="150" y="22"/>
                      <a:pt x="150" y="22"/>
                      <a:pt x="150" y="22"/>
                    </a:cubicBezTo>
                    <a:cubicBezTo>
                      <a:pt x="150" y="25"/>
                      <a:pt x="149" y="27"/>
                      <a:pt x="149" y="30"/>
                    </a:cubicBezTo>
                    <a:cubicBezTo>
                      <a:pt x="25" y="30"/>
                      <a:pt x="25" y="30"/>
                      <a:pt x="25" y="30"/>
                    </a:cubicBezTo>
                    <a:cubicBezTo>
                      <a:pt x="25" y="35"/>
                      <a:pt x="25" y="35"/>
                      <a:pt x="25" y="35"/>
                    </a:cubicBezTo>
                    <a:cubicBezTo>
                      <a:pt x="149" y="35"/>
                      <a:pt x="149" y="35"/>
                      <a:pt x="149" y="35"/>
                    </a:cubicBezTo>
                    <a:cubicBezTo>
                      <a:pt x="149" y="38"/>
                      <a:pt x="149" y="41"/>
                      <a:pt x="150" y="43"/>
                    </a:cubicBezTo>
                    <a:cubicBezTo>
                      <a:pt x="26" y="43"/>
                      <a:pt x="26" y="43"/>
                      <a:pt x="26" y="43"/>
                    </a:cubicBezTo>
                    <a:cubicBezTo>
                      <a:pt x="26" y="48"/>
                      <a:pt x="26" y="48"/>
                      <a:pt x="26" y="48"/>
                    </a:cubicBezTo>
                    <a:cubicBezTo>
                      <a:pt x="150" y="48"/>
                      <a:pt x="150" y="48"/>
                      <a:pt x="150" y="48"/>
                    </a:cubicBezTo>
                    <a:cubicBezTo>
                      <a:pt x="151" y="50"/>
                      <a:pt x="151" y="53"/>
                      <a:pt x="152" y="55"/>
                    </a:cubicBezTo>
                    <a:cubicBezTo>
                      <a:pt x="12" y="55"/>
                      <a:pt x="12" y="55"/>
                      <a:pt x="12" y="55"/>
                    </a:cubicBezTo>
                    <a:cubicBezTo>
                      <a:pt x="11" y="55"/>
                      <a:pt x="10" y="54"/>
                      <a:pt x="10" y="53"/>
                    </a:cubicBezTo>
                    <a:lnTo>
                      <a:pt x="10" y="12"/>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38" name="Freeform 76"/>
              <p:cNvSpPr>
                <a:spLocks noEditPoints="1"/>
              </p:cNvSpPr>
              <p:nvPr/>
            </p:nvSpPr>
            <p:spPr bwMode="auto">
              <a:xfrm>
                <a:off x="3192308" y="2750833"/>
                <a:ext cx="279831" cy="587012"/>
              </a:xfrm>
              <a:custGeom>
                <a:avLst/>
                <a:gdLst>
                  <a:gd name="T0" fmla="*/ 65 w 75"/>
                  <a:gd name="T1" fmla="*/ 16 h 156"/>
                  <a:gd name="T2" fmla="*/ 48 w 75"/>
                  <a:gd name="T3" fmla="*/ 16 h 156"/>
                  <a:gd name="T4" fmla="*/ 27 w 75"/>
                  <a:gd name="T5" fmla="*/ 9 h 156"/>
                  <a:gd name="T6" fmla="*/ 28 w 75"/>
                  <a:gd name="T7" fmla="*/ 2 h 156"/>
                  <a:gd name="T8" fmla="*/ 19 w 75"/>
                  <a:gd name="T9" fmla="*/ 0 h 156"/>
                  <a:gd name="T10" fmla="*/ 1 w 75"/>
                  <a:gd name="T11" fmla="*/ 139 h 156"/>
                  <a:gd name="T12" fmla="*/ 10 w 75"/>
                  <a:gd name="T13" fmla="*/ 150 h 156"/>
                  <a:gd name="T14" fmla="*/ 45 w 75"/>
                  <a:gd name="T15" fmla="*/ 155 h 156"/>
                  <a:gd name="T16" fmla="*/ 57 w 75"/>
                  <a:gd name="T17" fmla="*/ 146 h 156"/>
                  <a:gd name="T18" fmla="*/ 75 w 75"/>
                  <a:gd name="T19" fmla="*/ 8 h 156"/>
                  <a:gd name="T20" fmla="*/ 67 w 75"/>
                  <a:gd name="T21" fmla="*/ 7 h 156"/>
                  <a:gd name="T22" fmla="*/ 65 w 75"/>
                  <a:gd name="T23" fmla="*/ 16 h 156"/>
                  <a:gd name="T24" fmla="*/ 48 w 75"/>
                  <a:gd name="T25" fmla="*/ 145 h 156"/>
                  <a:gd name="T26" fmla="*/ 46 w 75"/>
                  <a:gd name="T27" fmla="*/ 146 h 156"/>
                  <a:gd name="T28" fmla="*/ 11 w 75"/>
                  <a:gd name="T29" fmla="*/ 142 h 156"/>
                  <a:gd name="T30" fmla="*/ 10 w 75"/>
                  <a:gd name="T31" fmla="*/ 140 h 156"/>
                  <a:gd name="T32" fmla="*/ 26 w 75"/>
                  <a:gd name="T33" fmla="*/ 18 h 156"/>
                  <a:gd name="T34" fmla="*/ 32 w 75"/>
                  <a:gd name="T35" fmla="*/ 21 h 156"/>
                  <a:gd name="T36" fmla="*/ 17 w 75"/>
                  <a:gd name="T37" fmla="*/ 129 h 156"/>
                  <a:gd name="T38" fmla="*/ 21 w 75"/>
                  <a:gd name="T39" fmla="*/ 129 h 156"/>
                  <a:gd name="T40" fmla="*/ 35 w 75"/>
                  <a:gd name="T41" fmla="*/ 22 h 156"/>
                  <a:gd name="T42" fmla="*/ 43 w 75"/>
                  <a:gd name="T43" fmla="*/ 24 h 156"/>
                  <a:gd name="T44" fmla="*/ 28 w 75"/>
                  <a:gd name="T45" fmla="*/ 131 h 156"/>
                  <a:gd name="T46" fmla="*/ 32 w 75"/>
                  <a:gd name="T47" fmla="*/ 131 h 156"/>
                  <a:gd name="T48" fmla="*/ 47 w 75"/>
                  <a:gd name="T49" fmla="*/ 25 h 156"/>
                  <a:gd name="T50" fmla="*/ 54 w 75"/>
                  <a:gd name="T51" fmla="*/ 25 h 156"/>
                  <a:gd name="T52" fmla="*/ 40 w 75"/>
                  <a:gd name="T53" fmla="*/ 132 h 156"/>
                  <a:gd name="T54" fmla="*/ 43 w 75"/>
                  <a:gd name="T55" fmla="*/ 132 h 156"/>
                  <a:gd name="T56" fmla="*/ 58 w 75"/>
                  <a:gd name="T57" fmla="*/ 25 h 156"/>
                  <a:gd name="T58" fmla="*/ 64 w 75"/>
                  <a:gd name="T59" fmla="*/ 25 h 156"/>
                  <a:gd name="T60" fmla="*/ 48 w 75"/>
                  <a:gd name="T61" fmla="*/ 145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5" h="156">
                    <a:moveTo>
                      <a:pt x="65" y="16"/>
                    </a:moveTo>
                    <a:cubicBezTo>
                      <a:pt x="61" y="17"/>
                      <a:pt x="55" y="17"/>
                      <a:pt x="48" y="16"/>
                    </a:cubicBezTo>
                    <a:cubicBezTo>
                      <a:pt x="38" y="15"/>
                      <a:pt x="31" y="11"/>
                      <a:pt x="27" y="9"/>
                    </a:cubicBezTo>
                    <a:cubicBezTo>
                      <a:pt x="28" y="2"/>
                      <a:pt x="28" y="2"/>
                      <a:pt x="28" y="2"/>
                    </a:cubicBezTo>
                    <a:cubicBezTo>
                      <a:pt x="19" y="0"/>
                      <a:pt x="19" y="0"/>
                      <a:pt x="19" y="0"/>
                    </a:cubicBezTo>
                    <a:cubicBezTo>
                      <a:pt x="1" y="139"/>
                      <a:pt x="1" y="139"/>
                      <a:pt x="1" y="139"/>
                    </a:cubicBezTo>
                    <a:cubicBezTo>
                      <a:pt x="0" y="144"/>
                      <a:pt x="4" y="150"/>
                      <a:pt x="10" y="150"/>
                    </a:cubicBezTo>
                    <a:cubicBezTo>
                      <a:pt x="45" y="155"/>
                      <a:pt x="45" y="155"/>
                      <a:pt x="45" y="155"/>
                    </a:cubicBezTo>
                    <a:cubicBezTo>
                      <a:pt x="51" y="156"/>
                      <a:pt x="56" y="152"/>
                      <a:pt x="57" y="146"/>
                    </a:cubicBezTo>
                    <a:cubicBezTo>
                      <a:pt x="75" y="8"/>
                      <a:pt x="75" y="8"/>
                      <a:pt x="75" y="8"/>
                    </a:cubicBezTo>
                    <a:cubicBezTo>
                      <a:pt x="67" y="7"/>
                      <a:pt x="67" y="7"/>
                      <a:pt x="67" y="7"/>
                    </a:cubicBezTo>
                    <a:lnTo>
                      <a:pt x="65" y="16"/>
                    </a:lnTo>
                    <a:close/>
                    <a:moveTo>
                      <a:pt x="48" y="145"/>
                    </a:moveTo>
                    <a:cubicBezTo>
                      <a:pt x="48" y="146"/>
                      <a:pt x="47" y="147"/>
                      <a:pt x="46" y="146"/>
                    </a:cubicBezTo>
                    <a:cubicBezTo>
                      <a:pt x="11" y="142"/>
                      <a:pt x="11" y="142"/>
                      <a:pt x="11" y="142"/>
                    </a:cubicBezTo>
                    <a:cubicBezTo>
                      <a:pt x="10" y="142"/>
                      <a:pt x="10" y="141"/>
                      <a:pt x="10" y="140"/>
                    </a:cubicBezTo>
                    <a:cubicBezTo>
                      <a:pt x="26" y="18"/>
                      <a:pt x="26" y="18"/>
                      <a:pt x="26" y="18"/>
                    </a:cubicBezTo>
                    <a:cubicBezTo>
                      <a:pt x="28" y="19"/>
                      <a:pt x="30" y="20"/>
                      <a:pt x="32" y="21"/>
                    </a:cubicBezTo>
                    <a:cubicBezTo>
                      <a:pt x="17" y="129"/>
                      <a:pt x="17" y="129"/>
                      <a:pt x="17" y="129"/>
                    </a:cubicBezTo>
                    <a:cubicBezTo>
                      <a:pt x="21" y="129"/>
                      <a:pt x="21" y="129"/>
                      <a:pt x="21" y="129"/>
                    </a:cubicBezTo>
                    <a:cubicBezTo>
                      <a:pt x="35" y="22"/>
                      <a:pt x="35" y="22"/>
                      <a:pt x="35" y="22"/>
                    </a:cubicBezTo>
                    <a:cubicBezTo>
                      <a:pt x="38" y="23"/>
                      <a:pt x="40" y="23"/>
                      <a:pt x="43" y="24"/>
                    </a:cubicBezTo>
                    <a:cubicBezTo>
                      <a:pt x="28" y="131"/>
                      <a:pt x="28" y="131"/>
                      <a:pt x="28" y="131"/>
                    </a:cubicBezTo>
                    <a:cubicBezTo>
                      <a:pt x="32" y="131"/>
                      <a:pt x="32" y="131"/>
                      <a:pt x="32" y="131"/>
                    </a:cubicBezTo>
                    <a:cubicBezTo>
                      <a:pt x="47" y="25"/>
                      <a:pt x="47" y="25"/>
                      <a:pt x="47" y="25"/>
                    </a:cubicBezTo>
                    <a:cubicBezTo>
                      <a:pt x="49" y="25"/>
                      <a:pt x="51" y="25"/>
                      <a:pt x="54" y="25"/>
                    </a:cubicBezTo>
                    <a:cubicBezTo>
                      <a:pt x="40" y="132"/>
                      <a:pt x="40" y="132"/>
                      <a:pt x="40" y="132"/>
                    </a:cubicBezTo>
                    <a:cubicBezTo>
                      <a:pt x="43" y="132"/>
                      <a:pt x="43" y="132"/>
                      <a:pt x="43" y="132"/>
                    </a:cubicBezTo>
                    <a:cubicBezTo>
                      <a:pt x="58" y="25"/>
                      <a:pt x="58" y="25"/>
                      <a:pt x="58" y="25"/>
                    </a:cubicBezTo>
                    <a:cubicBezTo>
                      <a:pt x="60" y="25"/>
                      <a:pt x="62" y="25"/>
                      <a:pt x="64" y="25"/>
                    </a:cubicBezTo>
                    <a:lnTo>
                      <a:pt x="48" y="145"/>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39" name="Rectangle 77"/>
              <p:cNvSpPr>
                <a:spLocks noChangeArrowheads="1"/>
              </p:cNvSpPr>
              <p:nvPr/>
            </p:nvSpPr>
            <p:spPr bwMode="auto">
              <a:xfrm>
                <a:off x="3664712" y="2570214"/>
                <a:ext cx="541610" cy="42145"/>
              </a:xfrm>
              <a:prstGeom prst="rect">
                <a:avLst/>
              </a:prstGeom>
              <a:solidFill>
                <a:srgbClr val="244C89"/>
              </a:solidFill>
              <a:ln>
                <a:no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40" name="Freeform 78"/>
              <p:cNvSpPr/>
              <p:nvPr/>
            </p:nvSpPr>
            <p:spPr bwMode="auto">
              <a:xfrm>
                <a:off x="4146143" y="2621388"/>
                <a:ext cx="57171" cy="219755"/>
              </a:xfrm>
              <a:custGeom>
                <a:avLst/>
                <a:gdLst>
                  <a:gd name="T0" fmla="*/ 10 w 15"/>
                  <a:gd name="T1" fmla="*/ 0 h 58"/>
                  <a:gd name="T2" fmla="*/ 5 w 15"/>
                  <a:gd name="T3" fmla="*/ 0 h 58"/>
                  <a:gd name="T4" fmla="*/ 5 w 15"/>
                  <a:gd name="T5" fmla="*/ 38 h 58"/>
                  <a:gd name="T6" fmla="*/ 0 w 15"/>
                  <a:gd name="T7" fmla="*/ 50 h 58"/>
                  <a:gd name="T8" fmla="*/ 7 w 15"/>
                  <a:gd name="T9" fmla="*/ 58 h 58"/>
                  <a:gd name="T10" fmla="*/ 15 w 15"/>
                  <a:gd name="T11" fmla="*/ 50 h 58"/>
                  <a:gd name="T12" fmla="*/ 10 w 15"/>
                  <a:gd name="T13" fmla="*/ 38 h 58"/>
                  <a:gd name="T14" fmla="*/ 10 w 15"/>
                  <a:gd name="T15" fmla="*/ 0 h 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58">
                    <a:moveTo>
                      <a:pt x="10" y="0"/>
                    </a:moveTo>
                    <a:cubicBezTo>
                      <a:pt x="5" y="0"/>
                      <a:pt x="5" y="0"/>
                      <a:pt x="5" y="0"/>
                    </a:cubicBezTo>
                    <a:cubicBezTo>
                      <a:pt x="5" y="38"/>
                      <a:pt x="5" y="38"/>
                      <a:pt x="5" y="38"/>
                    </a:cubicBezTo>
                    <a:cubicBezTo>
                      <a:pt x="2" y="41"/>
                      <a:pt x="0" y="47"/>
                      <a:pt x="0" y="50"/>
                    </a:cubicBezTo>
                    <a:cubicBezTo>
                      <a:pt x="0" y="54"/>
                      <a:pt x="3" y="58"/>
                      <a:pt x="7" y="58"/>
                    </a:cubicBezTo>
                    <a:cubicBezTo>
                      <a:pt x="11" y="58"/>
                      <a:pt x="15" y="54"/>
                      <a:pt x="15" y="50"/>
                    </a:cubicBezTo>
                    <a:cubicBezTo>
                      <a:pt x="15" y="47"/>
                      <a:pt x="13" y="41"/>
                      <a:pt x="10" y="38"/>
                    </a:cubicBezTo>
                    <a:lnTo>
                      <a:pt x="10" y="0"/>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42" name="Rectangle 79"/>
              <p:cNvSpPr>
                <a:spLocks noChangeArrowheads="1"/>
              </p:cNvSpPr>
              <p:nvPr/>
            </p:nvSpPr>
            <p:spPr bwMode="auto">
              <a:xfrm>
                <a:off x="3721883" y="2630420"/>
                <a:ext cx="418242" cy="159546"/>
              </a:xfrm>
              <a:prstGeom prst="rect">
                <a:avLst/>
              </a:prstGeom>
              <a:solidFill>
                <a:srgbClr val="244C89"/>
              </a:solidFill>
              <a:ln>
                <a:no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grpSp>
        <p:cxnSp>
          <p:nvCxnSpPr>
            <p:cNvPr id="9" name="直接连接符 8"/>
            <p:cNvCxnSpPr/>
            <p:nvPr/>
          </p:nvCxnSpPr>
          <p:spPr>
            <a:xfrm>
              <a:off x="2613968" y="4028610"/>
              <a:ext cx="586432" cy="0"/>
            </a:xfrm>
            <a:prstGeom prst="line">
              <a:avLst/>
            </a:prstGeom>
            <a:ln w="38100">
              <a:solidFill>
                <a:srgbClr val="244C89"/>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4830573" y="2007927"/>
            <a:ext cx="2619669" cy="3846585"/>
            <a:chOff x="4736414" y="1765832"/>
            <a:chExt cx="2935782" cy="4310749"/>
          </a:xfrm>
        </p:grpSpPr>
        <p:grpSp>
          <p:nvGrpSpPr>
            <p:cNvPr id="13" name="组合 12"/>
            <p:cNvGrpSpPr/>
            <p:nvPr/>
          </p:nvGrpSpPr>
          <p:grpSpPr>
            <a:xfrm>
              <a:off x="4736414" y="1765832"/>
              <a:ext cx="2935782" cy="4310749"/>
              <a:chOff x="4711700" y="1802903"/>
              <a:chExt cx="2935782" cy="4310749"/>
            </a:xfrm>
          </p:grpSpPr>
          <p:sp>
            <p:nvSpPr>
              <p:cNvPr id="45" name="Rectangle 24"/>
              <p:cNvSpPr>
                <a:spLocks noChangeArrowheads="1"/>
              </p:cNvSpPr>
              <p:nvPr/>
            </p:nvSpPr>
            <p:spPr bwMode="auto">
              <a:xfrm>
                <a:off x="4711700" y="1802903"/>
                <a:ext cx="2935782" cy="4310749"/>
              </a:xfrm>
              <a:prstGeom prst="rect">
                <a:avLst/>
              </a:prstGeom>
              <a:solidFill>
                <a:schemeClr val="bg1"/>
              </a:solidFill>
              <a:ln>
                <a:noFill/>
              </a:ln>
              <a:effectLst>
                <a:innerShdw blurRad="76200">
                  <a:prstClr val="black"/>
                </a:innerShdw>
              </a:effectLst>
            </p:spPr>
            <p:txBody>
              <a:bodyPr/>
              <a:lstStyle/>
              <a:p>
                <a:pPr>
                  <a:lnSpc>
                    <a:spcPct val="120000"/>
                  </a:lnSpc>
                </a:pPr>
                <a:endParaRPr lang="zh-CN" altLang="zh-CN"/>
              </a:p>
            </p:txBody>
          </p:sp>
          <p:sp>
            <p:nvSpPr>
              <p:cNvPr id="54" name="Freeform 25"/>
              <p:cNvSpPr/>
              <p:nvPr/>
            </p:nvSpPr>
            <p:spPr bwMode="auto">
              <a:xfrm>
                <a:off x="4711700" y="1802903"/>
                <a:ext cx="1139938" cy="1334560"/>
              </a:xfrm>
              <a:custGeom>
                <a:avLst/>
                <a:gdLst>
                  <a:gd name="T0" fmla="*/ 64 w 64"/>
                  <a:gd name="T1" fmla="*/ 21 h 75"/>
                  <a:gd name="T2" fmla="*/ 59 w 64"/>
                  <a:gd name="T3" fmla="*/ 0 h 75"/>
                  <a:gd name="T4" fmla="*/ 0 w 64"/>
                  <a:gd name="T5" fmla="*/ 0 h 75"/>
                  <a:gd name="T6" fmla="*/ 0 w 64"/>
                  <a:gd name="T7" fmla="*/ 74 h 75"/>
                  <a:gd name="T8" fmla="*/ 10 w 64"/>
                  <a:gd name="T9" fmla="*/ 75 h 75"/>
                  <a:gd name="T10" fmla="*/ 64 w 64"/>
                  <a:gd name="T11" fmla="*/ 21 h 75"/>
                </a:gdLst>
                <a:ahLst/>
                <a:cxnLst>
                  <a:cxn ang="0">
                    <a:pos x="T0" y="T1"/>
                  </a:cxn>
                  <a:cxn ang="0">
                    <a:pos x="T2" y="T3"/>
                  </a:cxn>
                  <a:cxn ang="0">
                    <a:pos x="T4" y="T5"/>
                  </a:cxn>
                  <a:cxn ang="0">
                    <a:pos x="T6" y="T7"/>
                  </a:cxn>
                  <a:cxn ang="0">
                    <a:pos x="T8" y="T9"/>
                  </a:cxn>
                  <a:cxn ang="0">
                    <a:pos x="T10" y="T11"/>
                  </a:cxn>
                </a:cxnLst>
                <a:rect l="0" t="0" r="r" b="b"/>
                <a:pathLst>
                  <a:path w="64" h="75">
                    <a:moveTo>
                      <a:pt x="64" y="21"/>
                    </a:moveTo>
                    <a:cubicBezTo>
                      <a:pt x="64" y="14"/>
                      <a:pt x="62" y="7"/>
                      <a:pt x="59" y="0"/>
                    </a:cubicBezTo>
                    <a:cubicBezTo>
                      <a:pt x="0" y="0"/>
                      <a:pt x="0" y="0"/>
                      <a:pt x="0" y="0"/>
                    </a:cubicBezTo>
                    <a:cubicBezTo>
                      <a:pt x="0" y="74"/>
                      <a:pt x="0" y="74"/>
                      <a:pt x="0" y="74"/>
                    </a:cubicBezTo>
                    <a:cubicBezTo>
                      <a:pt x="3" y="75"/>
                      <a:pt x="7" y="75"/>
                      <a:pt x="10" y="75"/>
                    </a:cubicBezTo>
                    <a:cubicBezTo>
                      <a:pt x="40" y="75"/>
                      <a:pt x="64" y="51"/>
                      <a:pt x="64" y="21"/>
                    </a:cubicBezTo>
                    <a:close/>
                  </a:path>
                </a:pathLst>
              </a:custGeom>
              <a:solidFill>
                <a:srgbClr val="244C89"/>
              </a:solidFill>
              <a:ln>
                <a:noFill/>
              </a:ln>
              <a:effectLst>
                <a:outerShdw blurRad="38100" dist="38100" dir="2700000" algn="tl" rotWithShape="0">
                  <a:prstClr val="black">
                    <a:alpha val="43000"/>
                  </a:prstClr>
                </a:outerShdw>
              </a:effectLst>
            </p:spPr>
            <p:txBody>
              <a:bodyPr/>
              <a:lstStyle/>
              <a:p>
                <a:pPr fontAlgn="auto">
                  <a:lnSpc>
                    <a:spcPct val="120000"/>
                  </a:lnSpc>
                  <a:defRPr/>
                </a:pPr>
                <a:endParaRPr lang="en-US">
                  <a:latin typeface="+mn-lt"/>
                  <a:cs typeface="+mn-cs"/>
                </a:endParaRPr>
              </a:p>
            </p:txBody>
          </p:sp>
          <p:sp>
            <p:nvSpPr>
              <p:cNvPr id="55" name="TextBox 18"/>
              <p:cNvSpPr txBox="1"/>
              <p:nvPr/>
            </p:nvSpPr>
            <p:spPr>
              <a:xfrm>
                <a:off x="4933709" y="2045551"/>
                <a:ext cx="945313" cy="785689"/>
              </a:xfrm>
              <a:prstGeom prst="rect">
                <a:avLst/>
              </a:prstGeom>
              <a:noFill/>
            </p:spPr>
            <p:txBody>
              <a:bodyPr>
                <a:spAutoFit/>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fontAlgn="base">
                  <a:spcBef>
                    <a:spcPct val="0"/>
                  </a:spcBef>
                  <a:spcAft>
                    <a:spcPct val="0"/>
                  </a:spcAft>
                  <a:defRPr>
                    <a:solidFill>
                      <a:schemeClr val="tx1"/>
                    </a:solidFill>
                    <a:latin typeface="Rockwell" panose="02060603020205020403" pitchFamily="18" charset="0"/>
                  </a:defRPr>
                </a:lvl6pPr>
                <a:lvl7pPr marL="2971800" indent="-228600" fontAlgn="base">
                  <a:spcBef>
                    <a:spcPct val="0"/>
                  </a:spcBef>
                  <a:spcAft>
                    <a:spcPct val="0"/>
                  </a:spcAft>
                  <a:defRPr>
                    <a:solidFill>
                      <a:schemeClr val="tx1"/>
                    </a:solidFill>
                    <a:latin typeface="Rockwell" panose="02060603020205020403" pitchFamily="18" charset="0"/>
                  </a:defRPr>
                </a:lvl7pPr>
                <a:lvl8pPr marL="3429000" indent="-228600" fontAlgn="base">
                  <a:spcBef>
                    <a:spcPct val="0"/>
                  </a:spcBef>
                  <a:spcAft>
                    <a:spcPct val="0"/>
                  </a:spcAft>
                  <a:defRPr>
                    <a:solidFill>
                      <a:schemeClr val="tx1"/>
                    </a:solidFill>
                    <a:latin typeface="Rockwell" panose="02060603020205020403" pitchFamily="18" charset="0"/>
                  </a:defRPr>
                </a:lvl8pPr>
                <a:lvl9pPr marL="3886200" indent="-228600" fontAlgn="base">
                  <a:spcBef>
                    <a:spcPct val="0"/>
                  </a:spcBef>
                  <a:spcAft>
                    <a:spcPct val="0"/>
                  </a:spcAft>
                  <a:defRPr>
                    <a:solidFill>
                      <a:schemeClr val="tx1"/>
                    </a:solidFill>
                    <a:latin typeface="Rockwell" panose="02060603020205020403" pitchFamily="18" charset="0"/>
                  </a:defRPr>
                </a:lvl9pPr>
              </a:lstStyle>
              <a:p>
                <a:pPr>
                  <a:lnSpc>
                    <a:spcPct val="120000"/>
                  </a:lnSpc>
                </a:pPr>
                <a:r>
                  <a:rPr lang="en-US" altLang="zh-CN" sz="3600" dirty="0">
                    <a:solidFill>
                      <a:schemeClr val="bg1"/>
                    </a:solidFill>
                    <a:latin typeface="思源黑体" panose="020B0500000000000000" pitchFamily="34" charset="-122"/>
                    <a:ea typeface="思源黑体" panose="020B0500000000000000" pitchFamily="34" charset="-122"/>
                  </a:rPr>
                  <a:t>02</a:t>
                </a:r>
                <a:endParaRPr lang="en-US" altLang="zh-CN" sz="3600" dirty="0">
                  <a:solidFill>
                    <a:schemeClr val="bg1"/>
                  </a:solidFill>
                  <a:latin typeface="思源黑体" panose="020B0500000000000000" pitchFamily="34" charset="-122"/>
                  <a:ea typeface="思源黑体" panose="020B0500000000000000" pitchFamily="34" charset="-122"/>
                </a:endParaRPr>
              </a:p>
            </p:txBody>
          </p:sp>
          <p:cxnSp>
            <p:nvCxnSpPr>
              <p:cNvPr id="59" name="直接连接符 58"/>
              <p:cNvCxnSpPr/>
              <p:nvPr/>
            </p:nvCxnSpPr>
            <p:spPr>
              <a:xfrm>
                <a:off x="5851638" y="4028610"/>
                <a:ext cx="586432" cy="0"/>
              </a:xfrm>
              <a:prstGeom prst="line">
                <a:avLst/>
              </a:prstGeom>
              <a:ln w="38100">
                <a:solidFill>
                  <a:srgbClr val="244C89"/>
                </a:solidFill>
              </a:ln>
            </p:spPr>
            <p:style>
              <a:lnRef idx="1">
                <a:schemeClr val="accent1"/>
              </a:lnRef>
              <a:fillRef idx="0">
                <a:schemeClr val="accent1"/>
              </a:fillRef>
              <a:effectRef idx="0">
                <a:schemeClr val="accent1"/>
              </a:effectRef>
              <a:fontRef idx="minor">
                <a:schemeClr val="tx1"/>
              </a:fontRef>
            </p:style>
          </p:cxnSp>
        </p:grpSp>
        <p:grpSp>
          <p:nvGrpSpPr>
            <p:cNvPr id="80" name="组合 221"/>
            <p:cNvGrpSpPr/>
            <p:nvPr/>
          </p:nvGrpSpPr>
          <p:grpSpPr bwMode="auto">
            <a:xfrm>
              <a:off x="6629100" y="2256464"/>
              <a:ext cx="640086" cy="420193"/>
              <a:chOff x="165605" y="4160117"/>
              <a:chExt cx="962026" cy="631825"/>
            </a:xfrm>
            <a:solidFill>
              <a:srgbClr val="0B2C4F"/>
            </a:solidFill>
          </p:grpSpPr>
          <p:sp>
            <p:nvSpPr>
              <p:cNvPr id="81" name="Freeform 113"/>
              <p:cNvSpPr/>
              <p:nvPr/>
            </p:nvSpPr>
            <p:spPr bwMode="auto">
              <a:xfrm>
                <a:off x="171329" y="4674430"/>
                <a:ext cx="956844" cy="117404"/>
              </a:xfrm>
              <a:custGeom>
                <a:avLst/>
                <a:gdLst>
                  <a:gd name="T0" fmla="*/ 145 w 255"/>
                  <a:gd name="T1" fmla="*/ 26 h 31"/>
                  <a:gd name="T2" fmla="*/ 145 w 255"/>
                  <a:gd name="T3" fmla="*/ 22 h 31"/>
                  <a:gd name="T4" fmla="*/ 253 w 255"/>
                  <a:gd name="T5" fmla="*/ 22 h 31"/>
                  <a:gd name="T6" fmla="*/ 251 w 255"/>
                  <a:gd name="T7" fmla="*/ 17 h 31"/>
                  <a:gd name="T8" fmla="*/ 157 w 255"/>
                  <a:gd name="T9" fmla="*/ 17 h 31"/>
                  <a:gd name="T10" fmla="*/ 157 w 255"/>
                  <a:gd name="T11" fmla="*/ 12 h 31"/>
                  <a:gd name="T12" fmla="*/ 248 w 255"/>
                  <a:gd name="T13" fmla="*/ 12 h 31"/>
                  <a:gd name="T14" fmla="*/ 193 w 255"/>
                  <a:gd name="T15" fmla="*/ 2 h 31"/>
                  <a:gd name="T16" fmla="*/ 136 w 255"/>
                  <a:gd name="T17" fmla="*/ 13 h 31"/>
                  <a:gd name="T18" fmla="*/ 136 w 255"/>
                  <a:gd name="T19" fmla="*/ 17 h 31"/>
                  <a:gd name="T20" fmla="*/ 127 w 255"/>
                  <a:gd name="T21" fmla="*/ 17 h 31"/>
                  <a:gd name="T22" fmla="*/ 119 w 255"/>
                  <a:gd name="T23" fmla="*/ 17 h 31"/>
                  <a:gd name="T24" fmla="*/ 119 w 255"/>
                  <a:gd name="T25" fmla="*/ 14 h 31"/>
                  <a:gd name="T26" fmla="*/ 61 w 255"/>
                  <a:gd name="T27" fmla="*/ 0 h 31"/>
                  <a:gd name="T28" fmla="*/ 6 w 255"/>
                  <a:gd name="T29" fmla="*/ 10 h 31"/>
                  <a:gd name="T30" fmla="*/ 97 w 255"/>
                  <a:gd name="T31" fmla="*/ 10 h 31"/>
                  <a:gd name="T32" fmla="*/ 97 w 255"/>
                  <a:gd name="T33" fmla="*/ 14 h 31"/>
                  <a:gd name="T34" fmla="*/ 2 w 255"/>
                  <a:gd name="T35" fmla="*/ 14 h 31"/>
                  <a:gd name="T36" fmla="*/ 2 w 255"/>
                  <a:gd name="T37" fmla="*/ 19 h 31"/>
                  <a:gd name="T38" fmla="*/ 109 w 255"/>
                  <a:gd name="T39" fmla="*/ 19 h 31"/>
                  <a:gd name="T40" fmla="*/ 109 w 255"/>
                  <a:gd name="T41" fmla="*/ 24 h 31"/>
                  <a:gd name="T42" fmla="*/ 1 w 255"/>
                  <a:gd name="T43" fmla="*/ 24 h 31"/>
                  <a:gd name="T44" fmla="*/ 0 w 255"/>
                  <a:gd name="T45" fmla="*/ 31 h 31"/>
                  <a:gd name="T46" fmla="*/ 255 w 255"/>
                  <a:gd name="T47" fmla="*/ 31 h 31"/>
                  <a:gd name="T48" fmla="*/ 254 w 255"/>
                  <a:gd name="T49" fmla="*/ 26 h 31"/>
                  <a:gd name="T50" fmla="*/ 145 w 255"/>
                  <a:gd name="T51" fmla="*/ 26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55" h="31">
                    <a:moveTo>
                      <a:pt x="145" y="26"/>
                    </a:moveTo>
                    <a:cubicBezTo>
                      <a:pt x="145" y="22"/>
                      <a:pt x="145" y="22"/>
                      <a:pt x="145" y="22"/>
                    </a:cubicBezTo>
                    <a:cubicBezTo>
                      <a:pt x="253" y="22"/>
                      <a:pt x="253" y="22"/>
                      <a:pt x="253" y="22"/>
                    </a:cubicBezTo>
                    <a:cubicBezTo>
                      <a:pt x="251" y="17"/>
                      <a:pt x="251" y="17"/>
                      <a:pt x="251" y="17"/>
                    </a:cubicBezTo>
                    <a:cubicBezTo>
                      <a:pt x="157" y="17"/>
                      <a:pt x="157" y="17"/>
                      <a:pt x="157" y="17"/>
                    </a:cubicBezTo>
                    <a:cubicBezTo>
                      <a:pt x="157" y="12"/>
                      <a:pt x="157" y="12"/>
                      <a:pt x="157" y="12"/>
                    </a:cubicBezTo>
                    <a:cubicBezTo>
                      <a:pt x="248" y="12"/>
                      <a:pt x="248" y="12"/>
                      <a:pt x="248" y="12"/>
                    </a:cubicBezTo>
                    <a:cubicBezTo>
                      <a:pt x="242" y="8"/>
                      <a:pt x="223" y="2"/>
                      <a:pt x="193" y="2"/>
                    </a:cubicBezTo>
                    <a:cubicBezTo>
                      <a:pt x="163" y="2"/>
                      <a:pt x="142" y="8"/>
                      <a:pt x="136" y="13"/>
                    </a:cubicBezTo>
                    <a:cubicBezTo>
                      <a:pt x="136" y="17"/>
                      <a:pt x="136" y="17"/>
                      <a:pt x="136" y="17"/>
                    </a:cubicBezTo>
                    <a:cubicBezTo>
                      <a:pt x="127" y="17"/>
                      <a:pt x="127" y="17"/>
                      <a:pt x="127" y="17"/>
                    </a:cubicBezTo>
                    <a:cubicBezTo>
                      <a:pt x="119" y="17"/>
                      <a:pt x="119" y="17"/>
                      <a:pt x="119" y="17"/>
                    </a:cubicBezTo>
                    <a:cubicBezTo>
                      <a:pt x="119" y="14"/>
                      <a:pt x="119" y="14"/>
                      <a:pt x="119" y="14"/>
                    </a:cubicBezTo>
                    <a:cubicBezTo>
                      <a:pt x="119" y="9"/>
                      <a:pt x="99" y="0"/>
                      <a:pt x="61" y="0"/>
                    </a:cubicBezTo>
                    <a:cubicBezTo>
                      <a:pt x="33" y="0"/>
                      <a:pt x="14" y="5"/>
                      <a:pt x="6" y="10"/>
                    </a:cubicBezTo>
                    <a:cubicBezTo>
                      <a:pt x="97" y="10"/>
                      <a:pt x="97" y="10"/>
                      <a:pt x="97" y="10"/>
                    </a:cubicBezTo>
                    <a:cubicBezTo>
                      <a:pt x="97" y="14"/>
                      <a:pt x="97" y="14"/>
                      <a:pt x="97" y="14"/>
                    </a:cubicBezTo>
                    <a:cubicBezTo>
                      <a:pt x="2" y="14"/>
                      <a:pt x="2" y="14"/>
                      <a:pt x="2" y="14"/>
                    </a:cubicBezTo>
                    <a:cubicBezTo>
                      <a:pt x="2" y="19"/>
                      <a:pt x="2" y="19"/>
                      <a:pt x="2" y="19"/>
                    </a:cubicBezTo>
                    <a:cubicBezTo>
                      <a:pt x="109" y="19"/>
                      <a:pt x="109" y="19"/>
                      <a:pt x="109" y="19"/>
                    </a:cubicBezTo>
                    <a:cubicBezTo>
                      <a:pt x="109" y="24"/>
                      <a:pt x="109" y="24"/>
                      <a:pt x="109" y="24"/>
                    </a:cubicBezTo>
                    <a:cubicBezTo>
                      <a:pt x="1" y="24"/>
                      <a:pt x="1" y="24"/>
                      <a:pt x="1" y="24"/>
                    </a:cubicBezTo>
                    <a:cubicBezTo>
                      <a:pt x="0" y="31"/>
                      <a:pt x="0" y="31"/>
                      <a:pt x="0" y="31"/>
                    </a:cubicBezTo>
                    <a:cubicBezTo>
                      <a:pt x="255" y="31"/>
                      <a:pt x="255" y="31"/>
                      <a:pt x="255" y="31"/>
                    </a:cubicBezTo>
                    <a:cubicBezTo>
                      <a:pt x="254" y="26"/>
                      <a:pt x="254" y="26"/>
                      <a:pt x="254" y="26"/>
                    </a:cubicBezTo>
                    <a:lnTo>
                      <a:pt x="145" y="26"/>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82" name="Freeform 114"/>
              <p:cNvSpPr>
                <a:spLocks noEditPoints="1"/>
              </p:cNvSpPr>
              <p:nvPr/>
            </p:nvSpPr>
            <p:spPr bwMode="auto">
              <a:xfrm>
                <a:off x="165311" y="4159666"/>
                <a:ext cx="466385" cy="568950"/>
              </a:xfrm>
              <a:custGeom>
                <a:avLst/>
                <a:gdLst>
                  <a:gd name="T0" fmla="*/ 62 w 124"/>
                  <a:gd name="T1" fmla="*/ 134 h 151"/>
                  <a:gd name="T2" fmla="*/ 124 w 124"/>
                  <a:gd name="T3" fmla="*/ 151 h 151"/>
                  <a:gd name="T4" fmla="*/ 124 w 124"/>
                  <a:gd name="T5" fmla="*/ 151 h 151"/>
                  <a:gd name="T6" fmla="*/ 124 w 124"/>
                  <a:gd name="T7" fmla="*/ 17 h 151"/>
                  <a:gd name="T8" fmla="*/ 124 w 124"/>
                  <a:gd name="T9" fmla="*/ 17 h 151"/>
                  <a:gd name="T10" fmla="*/ 62 w 124"/>
                  <a:gd name="T11" fmla="*/ 0 h 151"/>
                  <a:gd name="T12" fmla="*/ 1 w 124"/>
                  <a:gd name="T13" fmla="*/ 17 h 151"/>
                  <a:gd name="T14" fmla="*/ 0 w 124"/>
                  <a:gd name="T15" fmla="*/ 17 h 151"/>
                  <a:gd name="T16" fmla="*/ 0 w 124"/>
                  <a:gd name="T17" fmla="*/ 149 h 151"/>
                  <a:gd name="T18" fmla="*/ 62 w 124"/>
                  <a:gd name="T19" fmla="*/ 134 h 151"/>
                  <a:gd name="T20" fmla="*/ 111 w 124"/>
                  <a:gd name="T21" fmla="*/ 75 h 151"/>
                  <a:gd name="T22" fmla="*/ 61 w 124"/>
                  <a:gd name="T23" fmla="*/ 67 h 151"/>
                  <a:gd name="T24" fmla="*/ 12 w 124"/>
                  <a:gd name="T25" fmla="*/ 75 h 151"/>
                  <a:gd name="T26" fmla="*/ 12 w 124"/>
                  <a:gd name="T27" fmla="*/ 69 h 151"/>
                  <a:gd name="T28" fmla="*/ 61 w 124"/>
                  <a:gd name="T29" fmla="*/ 61 h 151"/>
                  <a:gd name="T30" fmla="*/ 111 w 124"/>
                  <a:gd name="T31" fmla="*/ 69 h 151"/>
                  <a:gd name="T32" fmla="*/ 111 w 124"/>
                  <a:gd name="T33" fmla="*/ 75 h 151"/>
                  <a:gd name="T34" fmla="*/ 12 w 124"/>
                  <a:gd name="T35" fmla="*/ 31 h 151"/>
                  <a:gd name="T36" fmla="*/ 61 w 124"/>
                  <a:gd name="T37" fmla="*/ 23 h 151"/>
                  <a:gd name="T38" fmla="*/ 111 w 124"/>
                  <a:gd name="T39" fmla="*/ 31 h 151"/>
                  <a:gd name="T40" fmla="*/ 111 w 124"/>
                  <a:gd name="T41" fmla="*/ 37 h 151"/>
                  <a:gd name="T42" fmla="*/ 61 w 124"/>
                  <a:gd name="T43" fmla="*/ 29 h 151"/>
                  <a:gd name="T44" fmla="*/ 12 w 124"/>
                  <a:gd name="T45" fmla="*/ 37 h 151"/>
                  <a:gd name="T46" fmla="*/ 12 w 124"/>
                  <a:gd name="T47" fmla="*/ 31 h 151"/>
                  <a:gd name="T48" fmla="*/ 12 w 124"/>
                  <a:gd name="T49" fmla="*/ 50 h 151"/>
                  <a:gd name="T50" fmla="*/ 61 w 124"/>
                  <a:gd name="T51" fmla="*/ 43 h 151"/>
                  <a:gd name="T52" fmla="*/ 111 w 124"/>
                  <a:gd name="T53" fmla="*/ 50 h 151"/>
                  <a:gd name="T54" fmla="*/ 111 w 124"/>
                  <a:gd name="T55" fmla="*/ 56 h 151"/>
                  <a:gd name="T56" fmla="*/ 61 w 124"/>
                  <a:gd name="T57" fmla="*/ 49 h 151"/>
                  <a:gd name="T58" fmla="*/ 12 w 124"/>
                  <a:gd name="T59" fmla="*/ 56 h 151"/>
                  <a:gd name="T60" fmla="*/ 12 w 124"/>
                  <a:gd name="T61" fmla="*/ 50 h 151"/>
                  <a:gd name="T62" fmla="*/ 12 w 124"/>
                  <a:gd name="T63" fmla="*/ 88 h 151"/>
                  <a:gd name="T64" fmla="*/ 61 w 124"/>
                  <a:gd name="T65" fmla="*/ 80 h 151"/>
                  <a:gd name="T66" fmla="*/ 111 w 124"/>
                  <a:gd name="T67" fmla="*/ 88 h 151"/>
                  <a:gd name="T68" fmla="*/ 111 w 124"/>
                  <a:gd name="T69" fmla="*/ 94 h 151"/>
                  <a:gd name="T70" fmla="*/ 61 w 124"/>
                  <a:gd name="T71" fmla="*/ 87 h 151"/>
                  <a:gd name="T72" fmla="*/ 12 w 124"/>
                  <a:gd name="T73" fmla="*/ 94 h 151"/>
                  <a:gd name="T74" fmla="*/ 12 w 124"/>
                  <a:gd name="T75" fmla="*/ 88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51">
                    <a:moveTo>
                      <a:pt x="62" y="134"/>
                    </a:moveTo>
                    <a:cubicBezTo>
                      <a:pt x="96" y="134"/>
                      <a:pt x="124" y="141"/>
                      <a:pt x="124" y="151"/>
                    </a:cubicBezTo>
                    <a:cubicBezTo>
                      <a:pt x="124" y="151"/>
                      <a:pt x="124" y="151"/>
                      <a:pt x="124" y="151"/>
                    </a:cubicBezTo>
                    <a:cubicBezTo>
                      <a:pt x="124" y="17"/>
                      <a:pt x="124" y="17"/>
                      <a:pt x="124" y="17"/>
                    </a:cubicBezTo>
                    <a:cubicBezTo>
                      <a:pt x="124" y="17"/>
                      <a:pt x="124" y="17"/>
                      <a:pt x="124" y="17"/>
                    </a:cubicBezTo>
                    <a:cubicBezTo>
                      <a:pt x="122" y="8"/>
                      <a:pt x="95" y="0"/>
                      <a:pt x="62" y="0"/>
                    </a:cubicBezTo>
                    <a:cubicBezTo>
                      <a:pt x="29" y="0"/>
                      <a:pt x="2" y="8"/>
                      <a:pt x="1" y="17"/>
                    </a:cubicBezTo>
                    <a:cubicBezTo>
                      <a:pt x="0" y="17"/>
                      <a:pt x="0" y="17"/>
                      <a:pt x="0" y="17"/>
                    </a:cubicBezTo>
                    <a:cubicBezTo>
                      <a:pt x="0" y="149"/>
                      <a:pt x="0" y="149"/>
                      <a:pt x="0" y="149"/>
                    </a:cubicBezTo>
                    <a:cubicBezTo>
                      <a:pt x="4" y="140"/>
                      <a:pt x="30" y="134"/>
                      <a:pt x="62" y="134"/>
                    </a:cubicBezTo>
                    <a:close/>
                    <a:moveTo>
                      <a:pt x="111" y="75"/>
                    </a:moveTo>
                    <a:cubicBezTo>
                      <a:pt x="103" y="71"/>
                      <a:pt x="86" y="67"/>
                      <a:pt x="61" y="67"/>
                    </a:cubicBezTo>
                    <a:cubicBezTo>
                      <a:pt x="37" y="67"/>
                      <a:pt x="20" y="71"/>
                      <a:pt x="12" y="75"/>
                    </a:cubicBezTo>
                    <a:cubicBezTo>
                      <a:pt x="12" y="69"/>
                      <a:pt x="12" y="69"/>
                      <a:pt x="12" y="69"/>
                    </a:cubicBezTo>
                    <a:cubicBezTo>
                      <a:pt x="17" y="66"/>
                      <a:pt x="35" y="61"/>
                      <a:pt x="61" y="61"/>
                    </a:cubicBezTo>
                    <a:cubicBezTo>
                      <a:pt x="88" y="61"/>
                      <a:pt x="105" y="66"/>
                      <a:pt x="111" y="69"/>
                    </a:cubicBezTo>
                    <a:lnTo>
                      <a:pt x="111" y="75"/>
                    </a:lnTo>
                    <a:close/>
                    <a:moveTo>
                      <a:pt x="12" y="31"/>
                    </a:moveTo>
                    <a:cubicBezTo>
                      <a:pt x="17" y="28"/>
                      <a:pt x="35" y="23"/>
                      <a:pt x="61" y="23"/>
                    </a:cubicBezTo>
                    <a:cubicBezTo>
                      <a:pt x="88" y="23"/>
                      <a:pt x="105" y="28"/>
                      <a:pt x="111" y="31"/>
                    </a:cubicBezTo>
                    <a:cubicBezTo>
                      <a:pt x="111" y="37"/>
                      <a:pt x="111" y="37"/>
                      <a:pt x="111" y="37"/>
                    </a:cubicBezTo>
                    <a:cubicBezTo>
                      <a:pt x="103" y="33"/>
                      <a:pt x="86" y="29"/>
                      <a:pt x="61" y="29"/>
                    </a:cubicBezTo>
                    <a:cubicBezTo>
                      <a:pt x="37" y="29"/>
                      <a:pt x="20" y="33"/>
                      <a:pt x="12" y="37"/>
                    </a:cubicBezTo>
                    <a:lnTo>
                      <a:pt x="12" y="31"/>
                    </a:lnTo>
                    <a:close/>
                    <a:moveTo>
                      <a:pt x="12" y="50"/>
                    </a:moveTo>
                    <a:cubicBezTo>
                      <a:pt x="17" y="48"/>
                      <a:pt x="34" y="43"/>
                      <a:pt x="61" y="43"/>
                    </a:cubicBezTo>
                    <a:cubicBezTo>
                      <a:pt x="88" y="43"/>
                      <a:pt x="105" y="48"/>
                      <a:pt x="111" y="50"/>
                    </a:cubicBezTo>
                    <a:cubicBezTo>
                      <a:pt x="111" y="56"/>
                      <a:pt x="111" y="56"/>
                      <a:pt x="111" y="56"/>
                    </a:cubicBezTo>
                    <a:cubicBezTo>
                      <a:pt x="103" y="53"/>
                      <a:pt x="86" y="49"/>
                      <a:pt x="61" y="49"/>
                    </a:cubicBezTo>
                    <a:cubicBezTo>
                      <a:pt x="37" y="49"/>
                      <a:pt x="20" y="53"/>
                      <a:pt x="12" y="56"/>
                    </a:cubicBezTo>
                    <a:lnTo>
                      <a:pt x="12" y="50"/>
                    </a:lnTo>
                    <a:close/>
                    <a:moveTo>
                      <a:pt x="12" y="88"/>
                    </a:moveTo>
                    <a:cubicBezTo>
                      <a:pt x="17" y="85"/>
                      <a:pt x="34" y="80"/>
                      <a:pt x="61" y="80"/>
                    </a:cubicBezTo>
                    <a:cubicBezTo>
                      <a:pt x="88" y="80"/>
                      <a:pt x="105" y="85"/>
                      <a:pt x="111" y="88"/>
                    </a:cubicBezTo>
                    <a:cubicBezTo>
                      <a:pt x="111" y="94"/>
                      <a:pt x="111" y="94"/>
                      <a:pt x="111" y="94"/>
                    </a:cubicBezTo>
                    <a:cubicBezTo>
                      <a:pt x="103" y="91"/>
                      <a:pt x="86" y="87"/>
                      <a:pt x="61" y="87"/>
                    </a:cubicBezTo>
                    <a:cubicBezTo>
                      <a:pt x="37" y="87"/>
                      <a:pt x="20" y="91"/>
                      <a:pt x="12" y="94"/>
                    </a:cubicBezTo>
                    <a:lnTo>
                      <a:pt x="12" y="88"/>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83" name="Freeform 115"/>
              <p:cNvSpPr/>
              <p:nvPr/>
            </p:nvSpPr>
            <p:spPr bwMode="auto">
              <a:xfrm>
                <a:off x="926573" y="4237934"/>
                <a:ext cx="132394" cy="135464"/>
              </a:xfrm>
              <a:custGeom>
                <a:avLst/>
                <a:gdLst>
                  <a:gd name="T0" fmla="*/ 35 w 35"/>
                  <a:gd name="T1" fmla="*/ 36 h 36"/>
                  <a:gd name="T2" fmla="*/ 35 w 35"/>
                  <a:gd name="T3" fmla="*/ 6 h 36"/>
                  <a:gd name="T4" fmla="*/ 0 w 35"/>
                  <a:gd name="T5" fmla="*/ 0 h 36"/>
                  <a:gd name="T6" fmla="*/ 0 w 35"/>
                  <a:gd name="T7" fmla="*/ 31 h 36"/>
                  <a:gd name="T8" fmla="*/ 35 w 35"/>
                  <a:gd name="T9" fmla="*/ 36 h 36"/>
                </a:gdLst>
                <a:ahLst/>
                <a:cxnLst>
                  <a:cxn ang="0">
                    <a:pos x="T0" y="T1"/>
                  </a:cxn>
                  <a:cxn ang="0">
                    <a:pos x="T2" y="T3"/>
                  </a:cxn>
                  <a:cxn ang="0">
                    <a:pos x="T4" y="T5"/>
                  </a:cxn>
                  <a:cxn ang="0">
                    <a:pos x="T6" y="T7"/>
                  </a:cxn>
                  <a:cxn ang="0">
                    <a:pos x="T8" y="T9"/>
                  </a:cxn>
                </a:cxnLst>
                <a:rect l="0" t="0" r="r" b="b"/>
                <a:pathLst>
                  <a:path w="35" h="36">
                    <a:moveTo>
                      <a:pt x="35" y="36"/>
                    </a:moveTo>
                    <a:cubicBezTo>
                      <a:pt x="35" y="6"/>
                      <a:pt x="35" y="6"/>
                      <a:pt x="35" y="6"/>
                    </a:cubicBezTo>
                    <a:cubicBezTo>
                      <a:pt x="29" y="4"/>
                      <a:pt x="17" y="1"/>
                      <a:pt x="0" y="0"/>
                    </a:cubicBezTo>
                    <a:cubicBezTo>
                      <a:pt x="0" y="31"/>
                      <a:pt x="0" y="31"/>
                      <a:pt x="0" y="31"/>
                    </a:cubicBezTo>
                    <a:cubicBezTo>
                      <a:pt x="15" y="32"/>
                      <a:pt x="26" y="34"/>
                      <a:pt x="35" y="36"/>
                    </a:cubicBez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84" name="Freeform 116"/>
              <p:cNvSpPr>
                <a:spLocks noEditPoints="1"/>
              </p:cNvSpPr>
              <p:nvPr/>
            </p:nvSpPr>
            <p:spPr bwMode="auto">
              <a:xfrm>
                <a:off x="661786" y="4168696"/>
                <a:ext cx="466387" cy="568952"/>
              </a:xfrm>
              <a:custGeom>
                <a:avLst/>
                <a:gdLst>
                  <a:gd name="T0" fmla="*/ 124 w 124"/>
                  <a:gd name="T1" fmla="*/ 17 h 151"/>
                  <a:gd name="T2" fmla="*/ 62 w 124"/>
                  <a:gd name="T3" fmla="*/ 0 h 151"/>
                  <a:gd name="T4" fmla="*/ 1 w 124"/>
                  <a:gd name="T5" fmla="*/ 17 h 151"/>
                  <a:gd name="T6" fmla="*/ 0 w 124"/>
                  <a:gd name="T7" fmla="*/ 17 h 151"/>
                  <a:gd name="T8" fmla="*/ 0 w 124"/>
                  <a:gd name="T9" fmla="*/ 148 h 151"/>
                  <a:gd name="T10" fmla="*/ 62 w 124"/>
                  <a:gd name="T11" fmla="*/ 133 h 151"/>
                  <a:gd name="T12" fmla="*/ 124 w 124"/>
                  <a:gd name="T13" fmla="*/ 151 h 151"/>
                  <a:gd name="T14" fmla="*/ 124 w 124"/>
                  <a:gd name="T15" fmla="*/ 151 h 151"/>
                  <a:gd name="T16" fmla="*/ 124 w 124"/>
                  <a:gd name="T17" fmla="*/ 17 h 151"/>
                  <a:gd name="T18" fmla="*/ 112 w 124"/>
                  <a:gd name="T19" fmla="*/ 76 h 151"/>
                  <a:gd name="T20" fmla="*/ 112 w 124"/>
                  <a:gd name="T21" fmla="*/ 82 h 151"/>
                  <a:gd name="T22" fmla="*/ 62 w 124"/>
                  <a:gd name="T23" fmla="*/ 74 h 151"/>
                  <a:gd name="T24" fmla="*/ 13 w 124"/>
                  <a:gd name="T25" fmla="*/ 82 h 151"/>
                  <a:gd name="T26" fmla="*/ 13 w 124"/>
                  <a:gd name="T27" fmla="*/ 76 h 151"/>
                  <a:gd name="T28" fmla="*/ 62 w 124"/>
                  <a:gd name="T29" fmla="*/ 68 h 151"/>
                  <a:gd name="T30" fmla="*/ 112 w 124"/>
                  <a:gd name="T31" fmla="*/ 76 h 151"/>
                  <a:gd name="T32" fmla="*/ 13 w 124"/>
                  <a:gd name="T33" fmla="*/ 30 h 151"/>
                  <a:gd name="T34" fmla="*/ 55 w 124"/>
                  <a:gd name="T35" fmla="*/ 22 h 151"/>
                  <a:gd name="T36" fmla="*/ 55 w 124"/>
                  <a:gd name="T37" fmla="*/ 28 h 151"/>
                  <a:gd name="T38" fmla="*/ 13 w 124"/>
                  <a:gd name="T39" fmla="*/ 36 h 151"/>
                  <a:gd name="T40" fmla="*/ 13 w 124"/>
                  <a:gd name="T41" fmla="*/ 30 h 151"/>
                  <a:gd name="T42" fmla="*/ 13 w 124"/>
                  <a:gd name="T43" fmla="*/ 49 h 151"/>
                  <a:gd name="T44" fmla="*/ 55 w 124"/>
                  <a:gd name="T45" fmla="*/ 42 h 151"/>
                  <a:gd name="T46" fmla="*/ 55 w 124"/>
                  <a:gd name="T47" fmla="*/ 48 h 151"/>
                  <a:gd name="T48" fmla="*/ 13 w 124"/>
                  <a:gd name="T49" fmla="*/ 55 h 151"/>
                  <a:gd name="T50" fmla="*/ 13 w 124"/>
                  <a:gd name="T51" fmla="*/ 49 h 151"/>
                  <a:gd name="T52" fmla="*/ 112 w 124"/>
                  <a:gd name="T53" fmla="*/ 119 h 151"/>
                  <a:gd name="T54" fmla="*/ 62 w 124"/>
                  <a:gd name="T55" fmla="*/ 112 h 151"/>
                  <a:gd name="T56" fmla="*/ 13 w 124"/>
                  <a:gd name="T57" fmla="*/ 119 h 151"/>
                  <a:gd name="T58" fmla="*/ 13 w 124"/>
                  <a:gd name="T59" fmla="*/ 114 h 151"/>
                  <a:gd name="T60" fmla="*/ 62 w 124"/>
                  <a:gd name="T61" fmla="*/ 106 h 151"/>
                  <a:gd name="T62" fmla="*/ 112 w 124"/>
                  <a:gd name="T63" fmla="*/ 114 h 151"/>
                  <a:gd name="T64" fmla="*/ 112 w 124"/>
                  <a:gd name="T65" fmla="*/ 119 h 151"/>
                  <a:gd name="T66" fmla="*/ 112 w 124"/>
                  <a:gd name="T67" fmla="*/ 100 h 151"/>
                  <a:gd name="T68" fmla="*/ 62 w 124"/>
                  <a:gd name="T69" fmla="*/ 92 h 151"/>
                  <a:gd name="T70" fmla="*/ 13 w 124"/>
                  <a:gd name="T71" fmla="*/ 100 h 151"/>
                  <a:gd name="T72" fmla="*/ 13 w 124"/>
                  <a:gd name="T73" fmla="*/ 94 h 151"/>
                  <a:gd name="T74" fmla="*/ 62 w 124"/>
                  <a:gd name="T75" fmla="*/ 86 h 151"/>
                  <a:gd name="T76" fmla="*/ 112 w 124"/>
                  <a:gd name="T77" fmla="*/ 94 h 151"/>
                  <a:gd name="T78" fmla="*/ 112 w 124"/>
                  <a:gd name="T79" fmla="*/ 100 h 151"/>
                  <a:gd name="T80" fmla="*/ 112 w 124"/>
                  <a:gd name="T81" fmla="*/ 65 h 151"/>
                  <a:gd name="T82" fmla="*/ 65 w 124"/>
                  <a:gd name="T83" fmla="*/ 57 h 151"/>
                  <a:gd name="T84" fmla="*/ 65 w 124"/>
                  <a:gd name="T85" fmla="*/ 12 h 151"/>
                  <a:gd name="T86" fmla="*/ 112 w 124"/>
                  <a:gd name="T87" fmla="*/ 21 h 151"/>
                  <a:gd name="T88" fmla="*/ 112 w 124"/>
                  <a:gd name="T89" fmla="*/ 65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4" h="151">
                    <a:moveTo>
                      <a:pt x="124" y="17"/>
                    </a:moveTo>
                    <a:cubicBezTo>
                      <a:pt x="123" y="7"/>
                      <a:pt x="96" y="0"/>
                      <a:pt x="62" y="0"/>
                    </a:cubicBezTo>
                    <a:cubicBezTo>
                      <a:pt x="29" y="0"/>
                      <a:pt x="2" y="7"/>
                      <a:pt x="1" y="17"/>
                    </a:cubicBezTo>
                    <a:cubicBezTo>
                      <a:pt x="0" y="17"/>
                      <a:pt x="0" y="17"/>
                      <a:pt x="0" y="17"/>
                    </a:cubicBezTo>
                    <a:cubicBezTo>
                      <a:pt x="0" y="148"/>
                      <a:pt x="0" y="148"/>
                      <a:pt x="0" y="148"/>
                    </a:cubicBezTo>
                    <a:cubicBezTo>
                      <a:pt x="4" y="140"/>
                      <a:pt x="30" y="133"/>
                      <a:pt x="62" y="133"/>
                    </a:cubicBezTo>
                    <a:cubicBezTo>
                      <a:pt x="96" y="133"/>
                      <a:pt x="124" y="141"/>
                      <a:pt x="124" y="151"/>
                    </a:cubicBezTo>
                    <a:cubicBezTo>
                      <a:pt x="124" y="151"/>
                      <a:pt x="124" y="151"/>
                      <a:pt x="124" y="151"/>
                    </a:cubicBezTo>
                    <a:cubicBezTo>
                      <a:pt x="124" y="17"/>
                      <a:pt x="124" y="17"/>
                      <a:pt x="124" y="17"/>
                    </a:cubicBezTo>
                    <a:close/>
                    <a:moveTo>
                      <a:pt x="112" y="76"/>
                    </a:moveTo>
                    <a:cubicBezTo>
                      <a:pt x="112" y="82"/>
                      <a:pt x="112" y="82"/>
                      <a:pt x="112" y="82"/>
                    </a:cubicBezTo>
                    <a:cubicBezTo>
                      <a:pt x="104" y="78"/>
                      <a:pt x="87" y="74"/>
                      <a:pt x="62" y="74"/>
                    </a:cubicBezTo>
                    <a:cubicBezTo>
                      <a:pt x="38" y="74"/>
                      <a:pt x="21" y="78"/>
                      <a:pt x="13" y="82"/>
                    </a:cubicBezTo>
                    <a:cubicBezTo>
                      <a:pt x="13" y="76"/>
                      <a:pt x="13" y="76"/>
                      <a:pt x="13" y="76"/>
                    </a:cubicBezTo>
                    <a:cubicBezTo>
                      <a:pt x="18" y="73"/>
                      <a:pt x="35" y="68"/>
                      <a:pt x="62" y="68"/>
                    </a:cubicBezTo>
                    <a:cubicBezTo>
                      <a:pt x="89" y="68"/>
                      <a:pt x="106" y="73"/>
                      <a:pt x="112" y="76"/>
                    </a:cubicBezTo>
                    <a:close/>
                    <a:moveTo>
                      <a:pt x="13" y="30"/>
                    </a:moveTo>
                    <a:cubicBezTo>
                      <a:pt x="18" y="27"/>
                      <a:pt x="32" y="23"/>
                      <a:pt x="55" y="22"/>
                    </a:cubicBezTo>
                    <a:cubicBezTo>
                      <a:pt x="55" y="28"/>
                      <a:pt x="55" y="28"/>
                      <a:pt x="55" y="28"/>
                    </a:cubicBezTo>
                    <a:cubicBezTo>
                      <a:pt x="34" y="29"/>
                      <a:pt x="20" y="33"/>
                      <a:pt x="13" y="36"/>
                    </a:cubicBezTo>
                    <a:lnTo>
                      <a:pt x="13" y="30"/>
                    </a:lnTo>
                    <a:close/>
                    <a:moveTo>
                      <a:pt x="13" y="49"/>
                    </a:moveTo>
                    <a:cubicBezTo>
                      <a:pt x="18" y="47"/>
                      <a:pt x="32" y="42"/>
                      <a:pt x="55" y="42"/>
                    </a:cubicBezTo>
                    <a:cubicBezTo>
                      <a:pt x="55" y="48"/>
                      <a:pt x="55" y="48"/>
                      <a:pt x="55" y="48"/>
                    </a:cubicBezTo>
                    <a:cubicBezTo>
                      <a:pt x="34" y="49"/>
                      <a:pt x="20" y="52"/>
                      <a:pt x="13" y="55"/>
                    </a:cubicBezTo>
                    <a:lnTo>
                      <a:pt x="13" y="49"/>
                    </a:lnTo>
                    <a:close/>
                    <a:moveTo>
                      <a:pt x="112" y="119"/>
                    </a:moveTo>
                    <a:cubicBezTo>
                      <a:pt x="104" y="116"/>
                      <a:pt x="87" y="112"/>
                      <a:pt x="62" y="112"/>
                    </a:cubicBezTo>
                    <a:cubicBezTo>
                      <a:pt x="38" y="112"/>
                      <a:pt x="21" y="116"/>
                      <a:pt x="13" y="119"/>
                    </a:cubicBezTo>
                    <a:cubicBezTo>
                      <a:pt x="13" y="114"/>
                      <a:pt x="13" y="114"/>
                      <a:pt x="13" y="114"/>
                    </a:cubicBezTo>
                    <a:cubicBezTo>
                      <a:pt x="18" y="111"/>
                      <a:pt x="35" y="106"/>
                      <a:pt x="62" y="106"/>
                    </a:cubicBezTo>
                    <a:cubicBezTo>
                      <a:pt x="89" y="106"/>
                      <a:pt x="106" y="111"/>
                      <a:pt x="112" y="114"/>
                    </a:cubicBezTo>
                    <a:lnTo>
                      <a:pt x="112" y="119"/>
                    </a:lnTo>
                    <a:close/>
                    <a:moveTo>
                      <a:pt x="112" y="100"/>
                    </a:moveTo>
                    <a:cubicBezTo>
                      <a:pt x="104" y="97"/>
                      <a:pt x="87" y="92"/>
                      <a:pt x="62" y="92"/>
                    </a:cubicBezTo>
                    <a:cubicBezTo>
                      <a:pt x="38" y="92"/>
                      <a:pt x="21" y="97"/>
                      <a:pt x="13" y="100"/>
                    </a:cubicBezTo>
                    <a:cubicBezTo>
                      <a:pt x="13" y="94"/>
                      <a:pt x="13" y="94"/>
                      <a:pt x="13" y="94"/>
                    </a:cubicBezTo>
                    <a:cubicBezTo>
                      <a:pt x="18" y="91"/>
                      <a:pt x="36" y="86"/>
                      <a:pt x="62" y="86"/>
                    </a:cubicBezTo>
                    <a:cubicBezTo>
                      <a:pt x="89" y="86"/>
                      <a:pt x="106" y="91"/>
                      <a:pt x="112" y="94"/>
                    </a:cubicBezTo>
                    <a:lnTo>
                      <a:pt x="112" y="100"/>
                    </a:lnTo>
                    <a:close/>
                    <a:moveTo>
                      <a:pt x="112" y="65"/>
                    </a:moveTo>
                    <a:cubicBezTo>
                      <a:pt x="106" y="62"/>
                      <a:pt x="90" y="57"/>
                      <a:pt x="65" y="57"/>
                    </a:cubicBezTo>
                    <a:cubicBezTo>
                      <a:pt x="65" y="12"/>
                      <a:pt x="65" y="12"/>
                      <a:pt x="65" y="12"/>
                    </a:cubicBezTo>
                    <a:cubicBezTo>
                      <a:pt x="90" y="13"/>
                      <a:pt x="107" y="18"/>
                      <a:pt x="112" y="21"/>
                    </a:cubicBezTo>
                    <a:lnTo>
                      <a:pt x="112" y="65"/>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grpSp>
      </p:grpSp>
      <p:grpSp>
        <p:nvGrpSpPr>
          <p:cNvPr id="14" name="组合 13"/>
          <p:cNvGrpSpPr/>
          <p:nvPr/>
        </p:nvGrpSpPr>
        <p:grpSpPr>
          <a:xfrm>
            <a:off x="8039622" y="2007927"/>
            <a:ext cx="2619669" cy="3846585"/>
            <a:chOff x="8163192" y="1765832"/>
            <a:chExt cx="2935782" cy="4310749"/>
          </a:xfrm>
        </p:grpSpPr>
        <p:grpSp>
          <p:nvGrpSpPr>
            <p:cNvPr id="12" name="组合 11"/>
            <p:cNvGrpSpPr/>
            <p:nvPr/>
          </p:nvGrpSpPr>
          <p:grpSpPr>
            <a:xfrm>
              <a:off x="8163192" y="1765832"/>
              <a:ext cx="2935782" cy="4310749"/>
              <a:chOff x="8150835" y="1802903"/>
              <a:chExt cx="2935782" cy="4310749"/>
            </a:xfrm>
          </p:grpSpPr>
          <p:sp>
            <p:nvSpPr>
              <p:cNvPr id="67" name="Rectangle 24"/>
              <p:cNvSpPr>
                <a:spLocks noChangeArrowheads="1"/>
              </p:cNvSpPr>
              <p:nvPr/>
            </p:nvSpPr>
            <p:spPr bwMode="auto">
              <a:xfrm>
                <a:off x="8150835" y="1802903"/>
                <a:ext cx="2935782" cy="4310749"/>
              </a:xfrm>
              <a:prstGeom prst="rect">
                <a:avLst/>
              </a:prstGeom>
              <a:solidFill>
                <a:schemeClr val="bg1"/>
              </a:solidFill>
              <a:ln>
                <a:noFill/>
              </a:ln>
              <a:effectLst>
                <a:innerShdw blurRad="76200">
                  <a:prstClr val="black"/>
                </a:innerShdw>
              </a:effectLst>
            </p:spPr>
            <p:txBody>
              <a:bodyPr/>
              <a:lstStyle/>
              <a:p>
                <a:pPr>
                  <a:lnSpc>
                    <a:spcPct val="120000"/>
                  </a:lnSpc>
                </a:pPr>
                <a:endParaRPr lang="zh-CN" altLang="zh-CN"/>
              </a:p>
            </p:txBody>
          </p:sp>
          <p:sp>
            <p:nvSpPr>
              <p:cNvPr id="68" name="Freeform 25"/>
              <p:cNvSpPr/>
              <p:nvPr/>
            </p:nvSpPr>
            <p:spPr bwMode="auto">
              <a:xfrm>
                <a:off x="8150835" y="1802903"/>
                <a:ext cx="1139938" cy="1334560"/>
              </a:xfrm>
              <a:custGeom>
                <a:avLst/>
                <a:gdLst>
                  <a:gd name="T0" fmla="*/ 64 w 64"/>
                  <a:gd name="T1" fmla="*/ 21 h 75"/>
                  <a:gd name="T2" fmla="*/ 59 w 64"/>
                  <a:gd name="T3" fmla="*/ 0 h 75"/>
                  <a:gd name="T4" fmla="*/ 0 w 64"/>
                  <a:gd name="T5" fmla="*/ 0 h 75"/>
                  <a:gd name="T6" fmla="*/ 0 w 64"/>
                  <a:gd name="T7" fmla="*/ 74 h 75"/>
                  <a:gd name="T8" fmla="*/ 10 w 64"/>
                  <a:gd name="T9" fmla="*/ 75 h 75"/>
                  <a:gd name="T10" fmla="*/ 64 w 64"/>
                  <a:gd name="T11" fmla="*/ 21 h 75"/>
                </a:gdLst>
                <a:ahLst/>
                <a:cxnLst>
                  <a:cxn ang="0">
                    <a:pos x="T0" y="T1"/>
                  </a:cxn>
                  <a:cxn ang="0">
                    <a:pos x="T2" y="T3"/>
                  </a:cxn>
                  <a:cxn ang="0">
                    <a:pos x="T4" y="T5"/>
                  </a:cxn>
                  <a:cxn ang="0">
                    <a:pos x="T6" y="T7"/>
                  </a:cxn>
                  <a:cxn ang="0">
                    <a:pos x="T8" y="T9"/>
                  </a:cxn>
                  <a:cxn ang="0">
                    <a:pos x="T10" y="T11"/>
                  </a:cxn>
                </a:cxnLst>
                <a:rect l="0" t="0" r="r" b="b"/>
                <a:pathLst>
                  <a:path w="64" h="75">
                    <a:moveTo>
                      <a:pt x="64" y="21"/>
                    </a:moveTo>
                    <a:cubicBezTo>
                      <a:pt x="64" y="14"/>
                      <a:pt x="62" y="7"/>
                      <a:pt x="59" y="0"/>
                    </a:cubicBezTo>
                    <a:cubicBezTo>
                      <a:pt x="0" y="0"/>
                      <a:pt x="0" y="0"/>
                      <a:pt x="0" y="0"/>
                    </a:cubicBezTo>
                    <a:cubicBezTo>
                      <a:pt x="0" y="74"/>
                      <a:pt x="0" y="74"/>
                      <a:pt x="0" y="74"/>
                    </a:cubicBezTo>
                    <a:cubicBezTo>
                      <a:pt x="3" y="75"/>
                      <a:pt x="7" y="75"/>
                      <a:pt x="10" y="75"/>
                    </a:cubicBezTo>
                    <a:cubicBezTo>
                      <a:pt x="40" y="75"/>
                      <a:pt x="64" y="51"/>
                      <a:pt x="64" y="21"/>
                    </a:cubicBezTo>
                    <a:close/>
                  </a:path>
                </a:pathLst>
              </a:custGeom>
              <a:solidFill>
                <a:srgbClr val="244C89"/>
              </a:solidFill>
              <a:ln>
                <a:noFill/>
              </a:ln>
              <a:effectLst>
                <a:outerShdw blurRad="38100" dist="38100" dir="2700000" algn="tl" rotWithShape="0">
                  <a:prstClr val="black">
                    <a:alpha val="43000"/>
                  </a:prstClr>
                </a:outerShdw>
              </a:effectLst>
            </p:spPr>
            <p:txBody>
              <a:bodyPr/>
              <a:lstStyle/>
              <a:p>
                <a:pPr fontAlgn="auto">
                  <a:lnSpc>
                    <a:spcPct val="120000"/>
                  </a:lnSpc>
                  <a:defRPr/>
                </a:pPr>
                <a:endParaRPr lang="en-US">
                  <a:latin typeface="+mn-lt"/>
                  <a:cs typeface="+mn-cs"/>
                </a:endParaRPr>
              </a:p>
            </p:txBody>
          </p:sp>
          <p:sp>
            <p:nvSpPr>
              <p:cNvPr id="69" name="TextBox 18"/>
              <p:cNvSpPr txBox="1"/>
              <p:nvPr/>
            </p:nvSpPr>
            <p:spPr>
              <a:xfrm>
                <a:off x="8372844" y="2045551"/>
                <a:ext cx="945313" cy="785689"/>
              </a:xfrm>
              <a:prstGeom prst="rect">
                <a:avLst/>
              </a:prstGeom>
              <a:noFill/>
            </p:spPr>
            <p:txBody>
              <a:bodyPr>
                <a:spAutoFit/>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fontAlgn="base">
                  <a:spcBef>
                    <a:spcPct val="0"/>
                  </a:spcBef>
                  <a:spcAft>
                    <a:spcPct val="0"/>
                  </a:spcAft>
                  <a:defRPr>
                    <a:solidFill>
                      <a:schemeClr val="tx1"/>
                    </a:solidFill>
                    <a:latin typeface="Rockwell" panose="02060603020205020403" pitchFamily="18" charset="0"/>
                  </a:defRPr>
                </a:lvl6pPr>
                <a:lvl7pPr marL="2971800" indent="-228600" fontAlgn="base">
                  <a:spcBef>
                    <a:spcPct val="0"/>
                  </a:spcBef>
                  <a:spcAft>
                    <a:spcPct val="0"/>
                  </a:spcAft>
                  <a:defRPr>
                    <a:solidFill>
                      <a:schemeClr val="tx1"/>
                    </a:solidFill>
                    <a:latin typeface="Rockwell" panose="02060603020205020403" pitchFamily="18" charset="0"/>
                  </a:defRPr>
                </a:lvl7pPr>
                <a:lvl8pPr marL="3429000" indent="-228600" fontAlgn="base">
                  <a:spcBef>
                    <a:spcPct val="0"/>
                  </a:spcBef>
                  <a:spcAft>
                    <a:spcPct val="0"/>
                  </a:spcAft>
                  <a:defRPr>
                    <a:solidFill>
                      <a:schemeClr val="tx1"/>
                    </a:solidFill>
                    <a:latin typeface="Rockwell" panose="02060603020205020403" pitchFamily="18" charset="0"/>
                  </a:defRPr>
                </a:lvl8pPr>
                <a:lvl9pPr marL="3886200" indent="-228600" fontAlgn="base">
                  <a:spcBef>
                    <a:spcPct val="0"/>
                  </a:spcBef>
                  <a:spcAft>
                    <a:spcPct val="0"/>
                  </a:spcAft>
                  <a:defRPr>
                    <a:solidFill>
                      <a:schemeClr val="tx1"/>
                    </a:solidFill>
                    <a:latin typeface="Rockwell" panose="02060603020205020403" pitchFamily="18" charset="0"/>
                  </a:defRPr>
                </a:lvl9pPr>
              </a:lstStyle>
              <a:p>
                <a:pPr>
                  <a:lnSpc>
                    <a:spcPct val="120000"/>
                  </a:lnSpc>
                </a:pPr>
                <a:r>
                  <a:rPr lang="en-US" altLang="zh-CN" sz="3600" dirty="0">
                    <a:solidFill>
                      <a:schemeClr val="bg1"/>
                    </a:solidFill>
                    <a:latin typeface="思源黑体" panose="020B0500000000000000" pitchFamily="34" charset="-122"/>
                    <a:ea typeface="思源黑体" panose="020B0500000000000000" pitchFamily="34" charset="-122"/>
                  </a:rPr>
                  <a:t>03</a:t>
                </a:r>
                <a:endParaRPr lang="en-US" altLang="zh-CN" sz="3600" dirty="0">
                  <a:solidFill>
                    <a:schemeClr val="bg1"/>
                  </a:solidFill>
                  <a:latin typeface="思源黑体" panose="020B0500000000000000" pitchFamily="34" charset="-122"/>
                  <a:ea typeface="思源黑体" panose="020B0500000000000000" pitchFamily="34" charset="-122"/>
                </a:endParaRPr>
              </a:p>
            </p:txBody>
          </p:sp>
          <p:cxnSp>
            <p:nvCxnSpPr>
              <p:cNvPr id="73" name="直接连接符 72"/>
              <p:cNvCxnSpPr/>
              <p:nvPr/>
            </p:nvCxnSpPr>
            <p:spPr>
              <a:xfrm>
                <a:off x="9290773" y="4028610"/>
                <a:ext cx="586432" cy="0"/>
              </a:xfrm>
              <a:prstGeom prst="line">
                <a:avLst/>
              </a:prstGeom>
              <a:ln w="38100">
                <a:solidFill>
                  <a:srgbClr val="244C89"/>
                </a:solidFill>
              </a:ln>
            </p:spPr>
            <p:style>
              <a:lnRef idx="1">
                <a:schemeClr val="accent1"/>
              </a:lnRef>
              <a:fillRef idx="0">
                <a:schemeClr val="accent1"/>
              </a:fillRef>
              <a:effectRef idx="0">
                <a:schemeClr val="accent1"/>
              </a:effectRef>
              <a:fontRef idx="minor">
                <a:schemeClr val="tx1"/>
              </a:fontRef>
            </p:style>
          </p:cxnSp>
        </p:grpSp>
        <p:grpSp>
          <p:nvGrpSpPr>
            <p:cNvPr id="85" name="组合 84"/>
            <p:cNvGrpSpPr/>
            <p:nvPr/>
          </p:nvGrpSpPr>
          <p:grpSpPr>
            <a:xfrm>
              <a:off x="10308271" y="2256164"/>
              <a:ext cx="528026" cy="493514"/>
              <a:chOff x="7132549" y="4412456"/>
              <a:chExt cx="485775" cy="454025"/>
            </a:xfrm>
            <a:solidFill>
              <a:srgbClr val="0B2C4F"/>
            </a:solidFill>
          </p:grpSpPr>
          <p:sp>
            <p:nvSpPr>
              <p:cNvPr id="86" name="Rectangle 18"/>
              <p:cNvSpPr>
                <a:spLocks noChangeArrowheads="1"/>
              </p:cNvSpPr>
              <p:nvPr/>
            </p:nvSpPr>
            <p:spPr bwMode="auto">
              <a:xfrm>
                <a:off x="7199224" y="4525168"/>
                <a:ext cx="236538" cy="22225"/>
              </a:xfrm>
              <a:prstGeom prst="rect">
                <a:avLst/>
              </a:pr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87" name="Rectangle 19"/>
              <p:cNvSpPr>
                <a:spLocks noChangeArrowheads="1"/>
              </p:cNvSpPr>
              <p:nvPr/>
            </p:nvSpPr>
            <p:spPr bwMode="auto">
              <a:xfrm>
                <a:off x="7497674" y="4706143"/>
                <a:ext cx="0" cy="1588"/>
              </a:xfrm>
              <a:prstGeom prst="rect">
                <a:avLst/>
              </a:prstGeom>
              <a:grp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88" name="Freeform 20"/>
              <p:cNvSpPr>
                <a:spLocks noEditPoints="1"/>
              </p:cNvSpPr>
              <p:nvPr/>
            </p:nvSpPr>
            <p:spPr bwMode="auto">
              <a:xfrm>
                <a:off x="7132549" y="4412456"/>
                <a:ext cx="365125" cy="425450"/>
              </a:xfrm>
              <a:custGeom>
                <a:avLst/>
                <a:gdLst>
                  <a:gd name="T0" fmla="*/ 158 w 184"/>
                  <a:gd name="T1" fmla="*/ 186 h 213"/>
                  <a:gd name="T2" fmla="*/ 151 w 184"/>
                  <a:gd name="T3" fmla="*/ 190 h 213"/>
                  <a:gd name="T4" fmla="*/ 122 w 184"/>
                  <a:gd name="T5" fmla="*/ 196 h 213"/>
                  <a:gd name="T6" fmla="*/ 85 w 184"/>
                  <a:gd name="T7" fmla="*/ 184 h 213"/>
                  <a:gd name="T8" fmla="*/ 22 w 184"/>
                  <a:gd name="T9" fmla="*/ 184 h 213"/>
                  <a:gd name="T10" fmla="*/ 18 w 184"/>
                  <a:gd name="T11" fmla="*/ 181 h 213"/>
                  <a:gd name="T12" fmla="*/ 18 w 184"/>
                  <a:gd name="T13" fmla="*/ 21 h 213"/>
                  <a:gd name="T14" fmla="*/ 22 w 184"/>
                  <a:gd name="T15" fmla="*/ 17 h 213"/>
                  <a:gd name="T16" fmla="*/ 163 w 184"/>
                  <a:gd name="T17" fmla="*/ 17 h 213"/>
                  <a:gd name="T18" fmla="*/ 166 w 184"/>
                  <a:gd name="T19" fmla="*/ 21 h 213"/>
                  <a:gd name="T20" fmla="*/ 166 w 184"/>
                  <a:gd name="T21" fmla="*/ 85 h 213"/>
                  <a:gd name="T22" fmla="*/ 179 w 184"/>
                  <a:gd name="T23" fmla="*/ 102 h 213"/>
                  <a:gd name="T24" fmla="*/ 184 w 184"/>
                  <a:gd name="T25" fmla="*/ 116 h 213"/>
                  <a:gd name="T26" fmla="*/ 184 w 184"/>
                  <a:gd name="T27" fmla="*/ 21 h 213"/>
                  <a:gd name="T28" fmla="*/ 163 w 184"/>
                  <a:gd name="T29" fmla="*/ 0 h 213"/>
                  <a:gd name="T30" fmla="*/ 22 w 184"/>
                  <a:gd name="T31" fmla="*/ 0 h 213"/>
                  <a:gd name="T32" fmla="*/ 0 w 184"/>
                  <a:gd name="T33" fmla="*/ 21 h 213"/>
                  <a:gd name="T34" fmla="*/ 0 w 184"/>
                  <a:gd name="T35" fmla="*/ 192 h 213"/>
                  <a:gd name="T36" fmla="*/ 22 w 184"/>
                  <a:gd name="T37" fmla="*/ 213 h 213"/>
                  <a:gd name="T38" fmla="*/ 163 w 184"/>
                  <a:gd name="T39" fmla="*/ 213 h 213"/>
                  <a:gd name="T40" fmla="*/ 181 w 184"/>
                  <a:gd name="T41" fmla="*/ 203 h 213"/>
                  <a:gd name="T42" fmla="*/ 158 w 184"/>
                  <a:gd name="T43" fmla="*/ 186 h 213"/>
                  <a:gd name="T44" fmla="*/ 92 w 184"/>
                  <a:gd name="T45" fmla="*/ 206 h 213"/>
                  <a:gd name="T46" fmla="*/ 84 w 184"/>
                  <a:gd name="T47" fmla="*/ 199 h 213"/>
                  <a:gd name="T48" fmla="*/ 92 w 184"/>
                  <a:gd name="T49" fmla="*/ 191 h 213"/>
                  <a:gd name="T50" fmla="*/ 100 w 184"/>
                  <a:gd name="T51" fmla="*/ 199 h 213"/>
                  <a:gd name="T52" fmla="*/ 92 w 184"/>
                  <a:gd name="T53" fmla="*/ 206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4" h="213">
                    <a:moveTo>
                      <a:pt x="158" y="186"/>
                    </a:moveTo>
                    <a:cubicBezTo>
                      <a:pt x="155" y="187"/>
                      <a:pt x="153" y="189"/>
                      <a:pt x="151" y="190"/>
                    </a:cubicBezTo>
                    <a:cubicBezTo>
                      <a:pt x="142" y="194"/>
                      <a:pt x="132" y="196"/>
                      <a:pt x="122" y="196"/>
                    </a:cubicBezTo>
                    <a:cubicBezTo>
                      <a:pt x="109" y="196"/>
                      <a:pt x="96" y="192"/>
                      <a:pt x="85" y="184"/>
                    </a:cubicBezTo>
                    <a:cubicBezTo>
                      <a:pt x="22" y="184"/>
                      <a:pt x="22" y="184"/>
                      <a:pt x="22" y="184"/>
                    </a:cubicBezTo>
                    <a:cubicBezTo>
                      <a:pt x="20" y="184"/>
                      <a:pt x="18" y="183"/>
                      <a:pt x="18" y="181"/>
                    </a:cubicBezTo>
                    <a:cubicBezTo>
                      <a:pt x="18" y="21"/>
                      <a:pt x="18" y="21"/>
                      <a:pt x="18" y="21"/>
                    </a:cubicBezTo>
                    <a:cubicBezTo>
                      <a:pt x="18" y="19"/>
                      <a:pt x="20" y="17"/>
                      <a:pt x="22" y="17"/>
                    </a:cubicBezTo>
                    <a:cubicBezTo>
                      <a:pt x="163" y="17"/>
                      <a:pt x="163" y="17"/>
                      <a:pt x="163" y="17"/>
                    </a:cubicBezTo>
                    <a:cubicBezTo>
                      <a:pt x="165" y="17"/>
                      <a:pt x="166" y="19"/>
                      <a:pt x="166" y="21"/>
                    </a:cubicBezTo>
                    <a:cubicBezTo>
                      <a:pt x="166" y="85"/>
                      <a:pt x="166" y="85"/>
                      <a:pt x="166" y="85"/>
                    </a:cubicBezTo>
                    <a:cubicBezTo>
                      <a:pt x="171" y="90"/>
                      <a:pt x="175" y="95"/>
                      <a:pt x="179" y="102"/>
                    </a:cubicBezTo>
                    <a:cubicBezTo>
                      <a:pt x="181" y="107"/>
                      <a:pt x="183" y="111"/>
                      <a:pt x="184" y="116"/>
                    </a:cubicBezTo>
                    <a:cubicBezTo>
                      <a:pt x="184" y="21"/>
                      <a:pt x="184" y="21"/>
                      <a:pt x="184" y="21"/>
                    </a:cubicBezTo>
                    <a:cubicBezTo>
                      <a:pt x="184" y="9"/>
                      <a:pt x="175" y="0"/>
                      <a:pt x="163" y="0"/>
                    </a:cubicBezTo>
                    <a:cubicBezTo>
                      <a:pt x="22" y="0"/>
                      <a:pt x="22" y="0"/>
                      <a:pt x="22" y="0"/>
                    </a:cubicBezTo>
                    <a:cubicBezTo>
                      <a:pt x="10" y="0"/>
                      <a:pt x="0" y="9"/>
                      <a:pt x="0" y="21"/>
                    </a:cubicBezTo>
                    <a:cubicBezTo>
                      <a:pt x="0" y="192"/>
                      <a:pt x="0" y="192"/>
                      <a:pt x="0" y="192"/>
                    </a:cubicBezTo>
                    <a:cubicBezTo>
                      <a:pt x="0" y="204"/>
                      <a:pt x="10" y="213"/>
                      <a:pt x="22" y="213"/>
                    </a:cubicBezTo>
                    <a:cubicBezTo>
                      <a:pt x="163" y="213"/>
                      <a:pt x="163" y="213"/>
                      <a:pt x="163" y="213"/>
                    </a:cubicBezTo>
                    <a:cubicBezTo>
                      <a:pt x="171" y="213"/>
                      <a:pt x="177" y="209"/>
                      <a:pt x="181" y="203"/>
                    </a:cubicBezTo>
                    <a:cubicBezTo>
                      <a:pt x="158" y="186"/>
                      <a:pt x="158" y="186"/>
                      <a:pt x="158" y="186"/>
                    </a:cubicBezTo>
                    <a:close/>
                    <a:moveTo>
                      <a:pt x="92" y="206"/>
                    </a:moveTo>
                    <a:cubicBezTo>
                      <a:pt x="88" y="206"/>
                      <a:pt x="84" y="203"/>
                      <a:pt x="84" y="199"/>
                    </a:cubicBezTo>
                    <a:cubicBezTo>
                      <a:pt x="84" y="194"/>
                      <a:pt x="88" y="191"/>
                      <a:pt x="92" y="191"/>
                    </a:cubicBezTo>
                    <a:cubicBezTo>
                      <a:pt x="96" y="191"/>
                      <a:pt x="100" y="194"/>
                      <a:pt x="100" y="199"/>
                    </a:cubicBezTo>
                    <a:cubicBezTo>
                      <a:pt x="100" y="203"/>
                      <a:pt x="96" y="206"/>
                      <a:pt x="92" y="206"/>
                    </a:cubicBez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89" name="Freeform 21"/>
              <p:cNvSpPr/>
              <p:nvPr/>
            </p:nvSpPr>
            <p:spPr bwMode="auto">
              <a:xfrm>
                <a:off x="7302412" y="4683918"/>
                <a:ext cx="130175" cy="22225"/>
              </a:xfrm>
              <a:custGeom>
                <a:avLst/>
                <a:gdLst>
                  <a:gd name="T0" fmla="*/ 3 w 65"/>
                  <a:gd name="T1" fmla="*/ 10 h 11"/>
                  <a:gd name="T2" fmla="*/ 4 w 65"/>
                  <a:gd name="T3" fmla="*/ 11 h 11"/>
                  <a:gd name="T4" fmla="*/ 65 w 65"/>
                  <a:gd name="T5" fmla="*/ 11 h 11"/>
                  <a:gd name="T6" fmla="*/ 65 w 65"/>
                  <a:gd name="T7" fmla="*/ 0 h 11"/>
                  <a:gd name="T8" fmla="*/ 0 w 65"/>
                  <a:gd name="T9" fmla="*/ 0 h 11"/>
                  <a:gd name="T10" fmla="*/ 3 w 65"/>
                  <a:gd name="T11" fmla="*/ 10 h 11"/>
                </a:gdLst>
                <a:ahLst/>
                <a:cxnLst>
                  <a:cxn ang="0">
                    <a:pos x="T0" y="T1"/>
                  </a:cxn>
                  <a:cxn ang="0">
                    <a:pos x="T2" y="T3"/>
                  </a:cxn>
                  <a:cxn ang="0">
                    <a:pos x="T4" y="T5"/>
                  </a:cxn>
                  <a:cxn ang="0">
                    <a:pos x="T6" y="T7"/>
                  </a:cxn>
                  <a:cxn ang="0">
                    <a:pos x="T8" y="T9"/>
                  </a:cxn>
                  <a:cxn ang="0">
                    <a:pos x="T10" y="T11"/>
                  </a:cxn>
                </a:cxnLst>
                <a:rect l="0" t="0" r="r" b="b"/>
                <a:pathLst>
                  <a:path w="65" h="11">
                    <a:moveTo>
                      <a:pt x="3" y="10"/>
                    </a:moveTo>
                    <a:cubicBezTo>
                      <a:pt x="4" y="11"/>
                      <a:pt x="4" y="11"/>
                      <a:pt x="4" y="11"/>
                    </a:cubicBezTo>
                    <a:cubicBezTo>
                      <a:pt x="65" y="11"/>
                      <a:pt x="65" y="11"/>
                      <a:pt x="65" y="11"/>
                    </a:cubicBezTo>
                    <a:cubicBezTo>
                      <a:pt x="65" y="0"/>
                      <a:pt x="65" y="0"/>
                      <a:pt x="65" y="0"/>
                    </a:cubicBezTo>
                    <a:cubicBezTo>
                      <a:pt x="0" y="0"/>
                      <a:pt x="0" y="0"/>
                      <a:pt x="0" y="0"/>
                    </a:cubicBezTo>
                    <a:cubicBezTo>
                      <a:pt x="1" y="3"/>
                      <a:pt x="2" y="7"/>
                      <a:pt x="3" y="10"/>
                    </a:cubicBez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90" name="Freeform 22"/>
              <p:cNvSpPr/>
              <p:nvPr/>
            </p:nvSpPr>
            <p:spPr bwMode="auto">
              <a:xfrm>
                <a:off x="7196049" y="4683918"/>
                <a:ext cx="52388" cy="22225"/>
              </a:xfrm>
              <a:custGeom>
                <a:avLst/>
                <a:gdLst>
                  <a:gd name="T0" fmla="*/ 0 w 27"/>
                  <a:gd name="T1" fmla="*/ 0 h 11"/>
                  <a:gd name="T2" fmla="*/ 0 w 27"/>
                  <a:gd name="T3" fmla="*/ 11 h 11"/>
                  <a:gd name="T4" fmla="*/ 27 w 27"/>
                  <a:gd name="T5" fmla="*/ 11 h 11"/>
                  <a:gd name="T6" fmla="*/ 25 w 27"/>
                  <a:gd name="T7" fmla="*/ 0 h 11"/>
                  <a:gd name="T8" fmla="*/ 0 w 27"/>
                  <a:gd name="T9" fmla="*/ 0 h 11"/>
                </a:gdLst>
                <a:ahLst/>
                <a:cxnLst>
                  <a:cxn ang="0">
                    <a:pos x="T0" y="T1"/>
                  </a:cxn>
                  <a:cxn ang="0">
                    <a:pos x="T2" y="T3"/>
                  </a:cxn>
                  <a:cxn ang="0">
                    <a:pos x="T4" y="T5"/>
                  </a:cxn>
                  <a:cxn ang="0">
                    <a:pos x="T6" y="T7"/>
                  </a:cxn>
                  <a:cxn ang="0">
                    <a:pos x="T8" y="T9"/>
                  </a:cxn>
                </a:cxnLst>
                <a:rect l="0" t="0" r="r" b="b"/>
                <a:pathLst>
                  <a:path w="27" h="11">
                    <a:moveTo>
                      <a:pt x="0" y="0"/>
                    </a:moveTo>
                    <a:cubicBezTo>
                      <a:pt x="0" y="11"/>
                      <a:pt x="0" y="11"/>
                      <a:pt x="0" y="11"/>
                    </a:cubicBezTo>
                    <a:cubicBezTo>
                      <a:pt x="27" y="11"/>
                      <a:pt x="27" y="11"/>
                      <a:pt x="27" y="11"/>
                    </a:cubicBezTo>
                    <a:cubicBezTo>
                      <a:pt x="26" y="7"/>
                      <a:pt x="25" y="4"/>
                      <a:pt x="25" y="0"/>
                    </a:cubicBezTo>
                    <a:lnTo>
                      <a:pt x="0" y="0"/>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91" name="Freeform 23"/>
              <p:cNvSpPr/>
              <p:nvPr/>
            </p:nvSpPr>
            <p:spPr bwMode="auto">
              <a:xfrm>
                <a:off x="7302412" y="4629943"/>
                <a:ext cx="131762" cy="25400"/>
              </a:xfrm>
              <a:custGeom>
                <a:avLst/>
                <a:gdLst>
                  <a:gd name="T0" fmla="*/ 5 w 66"/>
                  <a:gd name="T1" fmla="*/ 0 h 12"/>
                  <a:gd name="T2" fmla="*/ 1 w 66"/>
                  <a:gd name="T3" fmla="*/ 9 h 12"/>
                  <a:gd name="T4" fmla="*/ 0 w 66"/>
                  <a:gd name="T5" fmla="*/ 12 h 12"/>
                  <a:gd name="T6" fmla="*/ 66 w 66"/>
                  <a:gd name="T7" fmla="*/ 12 h 12"/>
                  <a:gd name="T8" fmla="*/ 66 w 66"/>
                  <a:gd name="T9" fmla="*/ 5 h 12"/>
                  <a:gd name="T10" fmla="*/ 63 w 66"/>
                  <a:gd name="T11" fmla="*/ 0 h 12"/>
                  <a:gd name="T12" fmla="*/ 5 w 66"/>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66" h="12">
                    <a:moveTo>
                      <a:pt x="5" y="0"/>
                    </a:moveTo>
                    <a:cubicBezTo>
                      <a:pt x="3" y="3"/>
                      <a:pt x="2" y="6"/>
                      <a:pt x="1" y="9"/>
                    </a:cubicBezTo>
                    <a:cubicBezTo>
                      <a:pt x="1" y="10"/>
                      <a:pt x="1" y="11"/>
                      <a:pt x="0" y="12"/>
                    </a:cubicBezTo>
                    <a:cubicBezTo>
                      <a:pt x="66" y="12"/>
                      <a:pt x="66" y="12"/>
                      <a:pt x="66" y="12"/>
                    </a:cubicBezTo>
                    <a:cubicBezTo>
                      <a:pt x="66" y="5"/>
                      <a:pt x="66" y="5"/>
                      <a:pt x="66" y="5"/>
                    </a:cubicBezTo>
                    <a:cubicBezTo>
                      <a:pt x="65" y="4"/>
                      <a:pt x="64" y="2"/>
                      <a:pt x="63" y="0"/>
                    </a:cubicBezTo>
                    <a:lnTo>
                      <a:pt x="5" y="0"/>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92" name="Freeform 24"/>
              <p:cNvSpPr/>
              <p:nvPr/>
            </p:nvSpPr>
            <p:spPr bwMode="auto">
              <a:xfrm>
                <a:off x="7197637" y="4629943"/>
                <a:ext cx="50800" cy="25400"/>
              </a:xfrm>
              <a:custGeom>
                <a:avLst/>
                <a:gdLst>
                  <a:gd name="T0" fmla="*/ 0 w 26"/>
                  <a:gd name="T1" fmla="*/ 0 h 12"/>
                  <a:gd name="T2" fmla="*/ 0 w 26"/>
                  <a:gd name="T3" fmla="*/ 12 h 12"/>
                  <a:gd name="T4" fmla="*/ 24 w 26"/>
                  <a:gd name="T5" fmla="*/ 12 h 12"/>
                  <a:gd name="T6" fmla="*/ 26 w 26"/>
                  <a:gd name="T7" fmla="*/ 0 h 12"/>
                  <a:gd name="T8" fmla="*/ 0 w 26"/>
                  <a:gd name="T9" fmla="*/ 0 h 12"/>
                </a:gdLst>
                <a:ahLst/>
                <a:cxnLst>
                  <a:cxn ang="0">
                    <a:pos x="T0" y="T1"/>
                  </a:cxn>
                  <a:cxn ang="0">
                    <a:pos x="T2" y="T3"/>
                  </a:cxn>
                  <a:cxn ang="0">
                    <a:pos x="T4" y="T5"/>
                  </a:cxn>
                  <a:cxn ang="0">
                    <a:pos x="T6" y="T7"/>
                  </a:cxn>
                  <a:cxn ang="0">
                    <a:pos x="T8" y="T9"/>
                  </a:cxn>
                </a:cxnLst>
                <a:rect l="0" t="0" r="r" b="b"/>
                <a:pathLst>
                  <a:path w="26" h="12">
                    <a:moveTo>
                      <a:pt x="0" y="0"/>
                    </a:moveTo>
                    <a:cubicBezTo>
                      <a:pt x="0" y="12"/>
                      <a:pt x="0" y="12"/>
                      <a:pt x="0" y="12"/>
                    </a:cubicBezTo>
                    <a:cubicBezTo>
                      <a:pt x="24" y="12"/>
                      <a:pt x="24" y="12"/>
                      <a:pt x="24" y="12"/>
                    </a:cubicBezTo>
                    <a:cubicBezTo>
                      <a:pt x="24" y="8"/>
                      <a:pt x="25" y="4"/>
                      <a:pt x="26" y="0"/>
                    </a:cubicBezTo>
                    <a:lnTo>
                      <a:pt x="0" y="0"/>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93" name="Freeform 25"/>
              <p:cNvSpPr/>
              <p:nvPr/>
            </p:nvSpPr>
            <p:spPr bwMode="auto">
              <a:xfrm>
                <a:off x="7197637" y="4577556"/>
                <a:ext cx="85725" cy="22225"/>
              </a:xfrm>
              <a:custGeom>
                <a:avLst/>
                <a:gdLst>
                  <a:gd name="T0" fmla="*/ 43 w 43"/>
                  <a:gd name="T1" fmla="*/ 0 h 12"/>
                  <a:gd name="T2" fmla="*/ 0 w 43"/>
                  <a:gd name="T3" fmla="*/ 0 h 12"/>
                  <a:gd name="T4" fmla="*/ 0 w 43"/>
                  <a:gd name="T5" fmla="*/ 12 h 12"/>
                  <a:gd name="T6" fmla="*/ 34 w 43"/>
                  <a:gd name="T7" fmla="*/ 12 h 12"/>
                  <a:gd name="T8" fmla="*/ 43 w 43"/>
                  <a:gd name="T9" fmla="*/ 0 h 12"/>
                </a:gdLst>
                <a:ahLst/>
                <a:cxnLst>
                  <a:cxn ang="0">
                    <a:pos x="T0" y="T1"/>
                  </a:cxn>
                  <a:cxn ang="0">
                    <a:pos x="T2" y="T3"/>
                  </a:cxn>
                  <a:cxn ang="0">
                    <a:pos x="T4" y="T5"/>
                  </a:cxn>
                  <a:cxn ang="0">
                    <a:pos x="T6" y="T7"/>
                  </a:cxn>
                  <a:cxn ang="0">
                    <a:pos x="T8" y="T9"/>
                  </a:cxn>
                </a:cxnLst>
                <a:rect l="0" t="0" r="r" b="b"/>
                <a:pathLst>
                  <a:path w="43" h="12">
                    <a:moveTo>
                      <a:pt x="43" y="0"/>
                    </a:moveTo>
                    <a:cubicBezTo>
                      <a:pt x="0" y="0"/>
                      <a:pt x="0" y="0"/>
                      <a:pt x="0" y="0"/>
                    </a:cubicBezTo>
                    <a:cubicBezTo>
                      <a:pt x="0" y="12"/>
                      <a:pt x="0" y="12"/>
                      <a:pt x="0" y="12"/>
                    </a:cubicBezTo>
                    <a:cubicBezTo>
                      <a:pt x="34" y="12"/>
                      <a:pt x="34" y="12"/>
                      <a:pt x="34" y="12"/>
                    </a:cubicBezTo>
                    <a:cubicBezTo>
                      <a:pt x="36" y="8"/>
                      <a:pt x="39" y="4"/>
                      <a:pt x="43" y="0"/>
                    </a:cubicBez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94" name="Freeform 26"/>
              <p:cNvSpPr>
                <a:spLocks noEditPoints="1"/>
              </p:cNvSpPr>
              <p:nvPr/>
            </p:nvSpPr>
            <p:spPr bwMode="auto">
              <a:xfrm>
                <a:off x="7237324" y="4534693"/>
                <a:ext cx="381000" cy="331788"/>
              </a:xfrm>
              <a:custGeom>
                <a:avLst/>
                <a:gdLst>
                  <a:gd name="T0" fmla="*/ 184 w 192"/>
                  <a:gd name="T1" fmla="*/ 132 h 166"/>
                  <a:gd name="T2" fmla="*/ 129 w 192"/>
                  <a:gd name="T3" fmla="*/ 92 h 166"/>
                  <a:gd name="T4" fmla="*/ 125 w 192"/>
                  <a:gd name="T5" fmla="*/ 90 h 166"/>
                  <a:gd name="T6" fmla="*/ 121 w 192"/>
                  <a:gd name="T7" fmla="*/ 43 h 166"/>
                  <a:gd name="T8" fmla="*/ 41 w 192"/>
                  <a:gd name="T9" fmla="*/ 15 h 166"/>
                  <a:gd name="T10" fmla="*/ 15 w 192"/>
                  <a:gd name="T11" fmla="*/ 96 h 166"/>
                  <a:gd name="T12" fmla="*/ 95 w 192"/>
                  <a:gd name="T13" fmla="*/ 124 h 166"/>
                  <a:gd name="T14" fmla="*/ 105 w 192"/>
                  <a:gd name="T15" fmla="*/ 118 h 166"/>
                  <a:gd name="T16" fmla="*/ 108 w 192"/>
                  <a:gd name="T17" fmla="*/ 121 h 166"/>
                  <a:gd name="T18" fmla="*/ 163 w 192"/>
                  <a:gd name="T19" fmla="*/ 161 h 166"/>
                  <a:gd name="T20" fmla="*/ 184 w 192"/>
                  <a:gd name="T21" fmla="*/ 157 h 166"/>
                  <a:gd name="T22" fmla="*/ 188 w 192"/>
                  <a:gd name="T23" fmla="*/ 153 h 166"/>
                  <a:gd name="T24" fmla="*/ 184 w 192"/>
                  <a:gd name="T25" fmla="*/ 132 h 166"/>
                  <a:gd name="T26" fmla="*/ 87 w 192"/>
                  <a:gd name="T27" fmla="*/ 107 h 166"/>
                  <a:gd name="T28" fmla="*/ 32 w 192"/>
                  <a:gd name="T29" fmla="*/ 88 h 166"/>
                  <a:gd name="T30" fmla="*/ 49 w 192"/>
                  <a:gd name="T31" fmla="*/ 32 h 166"/>
                  <a:gd name="T32" fmla="*/ 104 w 192"/>
                  <a:gd name="T33" fmla="*/ 52 h 166"/>
                  <a:gd name="T34" fmla="*/ 87 w 192"/>
                  <a:gd name="T35" fmla="*/ 107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166">
                    <a:moveTo>
                      <a:pt x="184" y="132"/>
                    </a:moveTo>
                    <a:cubicBezTo>
                      <a:pt x="129" y="92"/>
                      <a:pt x="129" y="92"/>
                      <a:pt x="129" y="92"/>
                    </a:cubicBezTo>
                    <a:cubicBezTo>
                      <a:pt x="128" y="91"/>
                      <a:pt x="126" y="90"/>
                      <a:pt x="125" y="90"/>
                    </a:cubicBezTo>
                    <a:cubicBezTo>
                      <a:pt x="130" y="75"/>
                      <a:pt x="129" y="58"/>
                      <a:pt x="121" y="43"/>
                    </a:cubicBezTo>
                    <a:cubicBezTo>
                      <a:pt x="106" y="13"/>
                      <a:pt x="70" y="0"/>
                      <a:pt x="41" y="15"/>
                    </a:cubicBezTo>
                    <a:cubicBezTo>
                      <a:pt x="11" y="30"/>
                      <a:pt x="0" y="66"/>
                      <a:pt x="15" y="96"/>
                    </a:cubicBezTo>
                    <a:cubicBezTo>
                      <a:pt x="30" y="126"/>
                      <a:pt x="66" y="139"/>
                      <a:pt x="95" y="124"/>
                    </a:cubicBezTo>
                    <a:cubicBezTo>
                      <a:pt x="99" y="122"/>
                      <a:pt x="102" y="120"/>
                      <a:pt x="105" y="118"/>
                    </a:cubicBezTo>
                    <a:cubicBezTo>
                      <a:pt x="106" y="119"/>
                      <a:pt x="107" y="120"/>
                      <a:pt x="108" y="121"/>
                    </a:cubicBezTo>
                    <a:cubicBezTo>
                      <a:pt x="163" y="161"/>
                      <a:pt x="163" y="161"/>
                      <a:pt x="163" y="161"/>
                    </a:cubicBezTo>
                    <a:cubicBezTo>
                      <a:pt x="170" y="166"/>
                      <a:pt x="179" y="164"/>
                      <a:pt x="184" y="157"/>
                    </a:cubicBezTo>
                    <a:cubicBezTo>
                      <a:pt x="188" y="153"/>
                      <a:pt x="188" y="153"/>
                      <a:pt x="188" y="153"/>
                    </a:cubicBezTo>
                    <a:cubicBezTo>
                      <a:pt x="192" y="146"/>
                      <a:pt x="191" y="137"/>
                      <a:pt x="184" y="132"/>
                    </a:cubicBezTo>
                    <a:close/>
                    <a:moveTo>
                      <a:pt x="87" y="107"/>
                    </a:moveTo>
                    <a:cubicBezTo>
                      <a:pt x="67" y="117"/>
                      <a:pt x="42" y="108"/>
                      <a:pt x="32" y="88"/>
                    </a:cubicBezTo>
                    <a:cubicBezTo>
                      <a:pt x="22" y="67"/>
                      <a:pt x="29" y="42"/>
                      <a:pt x="49" y="32"/>
                    </a:cubicBezTo>
                    <a:cubicBezTo>
                      <a:pt x="69" y="22"/>
                      <a:pt x="94" y="31"/>
                      <a:pt x="104" y="52"/>
                    </a:cubicBezTo>
                    <a:cubicBezTo>
                      <a:pt x="114" y="72"/>
                      <a:pt x="107" y="97"/>
                      <a:pt x="87" y="107"/>
                    </a:cubicBez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grpSp>
      </p:grpSp>
      <p:sp>
        <p:nvSpPr>
          <p:cNvPr id="2" name="AutoShape 10"/>
          <p:cNvSpPr/>
          <p:nvPr/>
        </p:nvSpPr>
        <p:spPr>
          <a:xfrm>
            <a:off x="1739900" y="4178300"/>
            <a:ext cx="2387600" cy="17653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zh-CN" altLang="en-US" sz="14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项目统筹协调，</a:t>
            </a:r>
            <a:r>
              <a:rPr lang="en-US" altLang="zh-CN" sz="14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CBMBA A*</a:t>
            </a:r>
            <a:r>
              <a:rPr lang="zh-CN" altLang="en-US" sz="14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算法实现与三维适配改进，局部避障算法设计与全局</a:t>
            </a:r>
            <a:r>
              <a:rPr lang="en-US" altLang="zh-CN" sz="14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局部融合策略</a:t>
            </a:r>
            <a:r>
              <a:rPr lang="zh-CN" altLang="en-US" sz="1400"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200" dirty="0"/>
          </a:p>
        </p:txBody>
      </p:sp>
      <p:sp>
        <p:nvSpPr>
          <p:cNvPr id="3" name="AutoShape 17"/>
          <p:cNvSpPr/>
          <p:nvPr/>
        </p:nvSpPr>
        <p:spPr>
          <a:xfrm>
            <a:off x="1968500" y="3441700"/>
            <a:ext cx="1905000" cy="5588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800" b="1" i="0" u="none" strike="noStrike" dirty="0" err="1">
                <a:solidFill>
                  <a:srgbClr val="244C89"/>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负责人</a:t>
            </a:r>
            <a:r>
              <a:rPr lang="en-US" sz="1800" b="1" i="0" u="none" strike="noStrike" dirty="0">
                <a:solidFill>
                  <a:srgbClr val="244C8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800" b="1" i="0" u="none" strike="noStrike" dirty="0" err="1">
                <a:solidFill>
                  <a:srgbClr val="244C89"/>
                </a:solidFill>
                <a:latin typeface="Noto Sans SC" panose="020B0200000000000000" charset="-122"/>
                <a:ea typeface="Noto Sans SC" panose="020B0200000000000000" charset="-122"/>
                <a:cs typeface="Noto Sans SC" panose="020B0200000000000000" charset="-122"/>
                <a:sym typeface="Noto Sans SC" panose="020B0200000000000000" charset="-122"/>
              </a:rPr>
              <a:t>同学A</a:t>
            </a:r>
            <a:r>
              <a:rPr lang="en-US" sz="1800" b="1" i="0" u="none" strike="noStrike" dirty="0">
                <a:solidFill>
                  <a:srgbClr val="244C8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6" name="AutoShape 22"/>
          <p:cNvSpPr/>
          <p:nvPr/>
        </p:nvSpPr>
        <p:spPr>
          <a:xfrm>
            <a:off x="4953000" y="4178300"/>
            <a:ext cx="2387600" cy="17653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zh-CN" altLang="en-US" sz="14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公开三维城市数据获取与处理，</a:t>
            </a:r>
            <a:r>
              <a:rPr lang="en-US" altLang="zh-CN" sz="14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Blender</a:t>
            </a:r>
            <a:r>
              <a:rPr lang="zh-CN" altLang="en-US" sz="14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建筑群场景建模与优化，</a:t>
            </a:r>
            <a:r>
              <a:rPr lang="en-US" altLang="zh-CN" sz="1400" b="0" i="0" u="none" strike="noStrike" dirty="0" err="1">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Webots</a:t>
            </a:r>
            <a:r>
              <a:rPr lang="zh-CN" altLang="en-US" sz="14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场景导入与配置。</a:t>
            </a:r>
            <a:endParaRPr lang="en-US" sz="1200" dirty="0"/>
          </a:p>
        </p:txBody>
      </p:sp>
      <p:sp>
        <p:nvSpPr>
          <p:cNvPr id="8" name="AutoShape 23"/>
          <p:cNvSpPr/>
          <p:nvPr/>
        </p:nvSpPr>
        <p:spPr>
          <a:xfrm>
            <a:off x="5181600" y="3441700"/>
            <a:ext cx="1905000" cy="5588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800" b="1" i="0" u="none" strike="noStrike" dirty="0" err="1">
                <a:solidFill>
                  <a:srgbClr val="244C89"/>
                </a:solidFill>
                <a:latin typeface="Noto Sans SC" panose="020B0200000000000000" charset="-122"/>
                <a:ea typeface="Noto Sans SC" panose="020B0200000000000000" charset="-122"/>
                <a:cs typeface="Noto Sans SC" panose="020B0200000000000000" charset="-122"/>
                <a:sym typeface="Noto Sans SC" panose="020B0200000000000000" charset="-122"/>
              </a:rPr>
              <a:t>成员一</a:t>
            </a:r>
            <a:r>
              <a:rPr lang="en-US" sz="1800" b="1" i="0" u="none" strike="noStrike" dirty="0">
                <a:solidFill>
                  <a:srgbClr val="244C8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800" b="1" i="0" u="none" strike="noStrike" dirty="0" err="1">
                <a:solidFill>
                  <a:srgbClr val="244C89"/>
                </a:solidFill>
                <a:latin typeface="Noto Sans SC" panose="020B0200000000000000" charset="-122"/>
                <a:ea typeface="Noto Sans SC" panose="020B0200000000000000" charset="-122"/>
                <a:cs typeface="Noto Sans SC" panose="020B0200000000000000" charset="-122"/>
                <a:sym typeface="Noto Sans SC" panose="020B0200000000000000" charset="-122"/>
              </a:rPr>
              <a:t>同学B</a:t>
            </a:r>
            <a:r>
              <a:rPr lang="en-US" sz="1800" b="1" i="0" u="none" strike="noStrike" dirty="0">
                <a:solidFill>
                  <a:srgbClr val="244C8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6" name="AutoShape 32"/>
          <p:cNvSpPr/>
          <p:nvPr/>
        </p:nvSpPr>
        <p:spPr>
          <a:xfrm>
            <a:off x="8153400" y="4178300"/>
            <a:ext cx="2387600" cy="17653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altLang="zh-CN" sz="1400" b="0" i="0" u="none" strike="noStrike" dirty="0" err="1">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Webots</a:t>
            </a:r>
            <a:r>
              <a:rPr lang="zh-CN" altLang="en-US" sz="14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仿真环境搭建与</a:t>
            </a:r>
            <a:r>
              <a:rPr lang="en-US" altLang="zh-CN" sz="14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Python</a:t>
            </a:r>
            <a:r>
              <a:rPr lang="zh-CN" altLang="en-US" sz="14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控制接口开发，算法集成调试与性能量化评估，</a:t>
            </a:r>
            <a:r>
              <a:rPr lang="en-US" altLang="zh-CN" sz="1400" b="0" i="0" u="none" strike="noStrike" dirty="0" err="1">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AirSim</a:t>
            </a:r>
            <a:r>
              <a:rPr lang="zh-CN" altLang="en-US" sz="14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演示视频制作</a:t>
            </a:r>
            <a:r>
              <a:rPr lang="en-US" sz="14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400" dirty="0"/>
          </a:p>
        </p:txBody>
      </p:sp>
      <p:sp>
        <p:nvSpPr>
          <p:cNvPr id="17" name="AutoShape 33"/>
          <p:cNvSpPr/>
          <p:nvPr/>
        </p:nvSpPr>
        <p:spPr>
          <a:xfrm>
            <a:off x="8394700" y="3441700"/>
            <a:ext cx="1905000" cy="5588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800" b="1" i="0" u="none" strike="noStrike">
                <a:solidFill>
                  <a:srgbClr val="244C89"/>
                </a:solidFill>
                <a:latin typeface="Noto Sans SC" panose="020B0200000000000000" charset="-122"/>
                <a:ea typeface="Noto Sans SC" panose="020B0200000000000000" charset="-122"/>
                <a:cs typeface="Noto Sans SC" panose="020B0200000000000000" charset="-122"/>
                <a:sym typeface="Noto Sans SC" panose="020B0200000000000000" charset="-122"/>
              </a:rPr>
              <a:t>成员二 (同学C)</a:t>
            </a:r>
            <a:endParaRPr lang="en-US" sz="110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anim calcmode="lin" valueType="num">
                                      <p:cBhvr>
                                        <p:cTn id="8" dur="250" fill="hold"/>
                                        <p:tgtEl>
                                          <p:spTgt spid="11"/>
                                        </p:tgtEl>
                                        <p:attrNameLst>
                                          <p:attrName>ppt_x</p:attrName>
                                        </p:attrNameLst>
                                      </p:cBhvr>
                                      <p:tavLst>
                                        <p:tav tm="0">
                                          <p:val>
                                            <p:strVal val="#ppt_x"/>
                                          </p:val>
                                        </p:tav>
                                        <p:tav tm="100000">
                                          <p:val>
                                            <p:strVal val="#ppt_x"/>
                                          </p:val>
                                        </p:tav>
                                      </p:tavLst>
                                    </p:anim>
                                    <p:anim calcmode="lin" valueType="num">
                                      <p:cBhvr>
                                        <p:cTn id="9" dur="25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250"/>
                                        <p:tgtEl>
                                          <p:spTgt spid="15"/>
                                        </p:tgtEl>
                                      </p:cBhvr>
                                    </p:animEffect>
                                    <p:anim calcmode="lin" valueType="num">
                                      <p:cBhvr>
                                        <p:cTn id="13" dur="250" fill="hold"/>
                                        <p:tgtEl>
                                          <p:spTgt spid="15"/>
                                        </p:tgtEl>
                                        <p:attrNameLst>
                                          <p:attrName>ppt_x</p:attrName>
                                        </p:attrNameLst>
                                      </p:cBhvr>
                                      <p:tavLst>
                                        <p:tav tm="0">
                                          <p:val>
                                            <p:strVal val="#ppt_x"/>
                                          </p:val>
                                        </p:tav>
                                        <p:tav tm="100000">
                                          <p:val>
                                            <p:strVal val="#ppt_x"/>
                                          </p:val>
                                        </p:tav>
                                      </p:tavLst>
                                    </p:anim>
                                    <p:anim calcmode="lin" valueType="num">
                                      <p:cBhvr>
                                        <p:cTn id="14" dur="250" fill="hold"/>
                                        <p:tgtEl>
                                          <p:spTgt spid="1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250"/>
                                        <p:tgtEl>
                                          <p:spTgt spid="14"/>
                                        </p:tgtEl>
                                      </p:cBhvr>
                                    </p:animEffect>
                                    <p:anim calcmode="lin" valueType="num">
                                      <p:cBhvr>
                                        <p:cTn id="18" dur="250" fill="hold"/>
                                        <p:tgtEl>
                                          <p:spTgt spid="14"/>
                                        </p:tgtEl>
                                        <p:attrNameLst>
                                          <p:attrName>ppt_x</p:attrName>
                                        </p:attrNameLst>
                                      </p:cBhvr>
                                      <p:tavLst>
                                        <p:tav tm="0">
                                          <p:val>
                                            <p:strVal val="#ppt_x"/>
                                          </p:val>
                                        </p:tav>
                                        <p:tav tm="100000">
                                          <p:val>
                                            <p:strVal val="#ppt_x"/>
                                          </p:val>
                                        </p:tav>
                                      </p:tavLst>
                                    </p:anim>
                                    <p:anim calcmode="lin" valueType="num">
                                      <p:cBhvr>
                                        <p:cTn id="19" dur="250" fill="hold"/>
                                        <p:tgtEl>
                                          <p:spTgt spid="1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250"/>
                                        <p:tgtEl>
                                          <p:spTgt spid="2"/>
                                        </p:tgtEl>
                                      </p:cBhvr>
                                    </p:animEffect>
                                    <p:anim calcmode="lin" valueType="num">
                                      <p:cBhvr>
                                        <p:cTn id="23" dur="250" fill="hold"/>
                                        <p:tgtEl>
                                          <p:spTgt spid="2"/>
                                        </p:tgtEl>
                                        <p:attrNameLst>
                                          <p:attrName>ppt_x</p:attrName>
                                        </p:attrNameLst>
                                      </p:cBhvr>
                                      <p:tavLst>
                                        <p:tav tm="0">
                                          <p:val>
                                            <p:strVal val="#ppt_x"/>
                                          </p:val>
                                        </p:tav>
                                        <p:tav tm="100000">
                                          <p:val>
                                            <p:strVal val="#ppt_x"/>
                                          </p:val>
                                        </p:tav>
                                      </p:tavLst>
                                    </p:anim>
                                    <p:anim calcmode="lin" valueType="num">
                                      <p:cBhvr>
                                        <p:cTn id="24" dur="250" fill="hold"/>
                                        <p:tgtEl>
                                          <p:spTgt spid="2"/>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250"/>
                                        <p:tgtEl>
                                          <p:spTgt spid="3"/>
                                        </p:tgtEl>
                                      </p:cBhvr>
                                    </p:animEffect>
                                    <p:anim calcmode="lin" valueType="num">
                                      <p:cBhvr>
                                        <p:cTn id="28" dur="250" fill="hold"/>
                                        <p:tgtEl>
                                          <p:spTgt spid="3"/>
                                        </p:tgtEl>
                                        <p:attrNameLst>
                                          <p:attrName>ppt_x</p:attrName>
                                        </p:attrNameLst>
                                      </p:cBhvr>
                                      <p:tavLst>
                                        <p:tav tm="0">
                                          <p:val>
                                            <p:strVal val="#ppt_x"/>
                                          </p:val>
                                        </p:tav>
                                        <p:tav tm="100000">
                                          <p:val>
                                            <p:strVal val="#ppt_x"/>
                                          </p:val>
                                        </p:tav>
                                      </p:tavLst>
                                    </p:anim>
                                    <p:anim calcmode="lin" valueType="num">
                                      <p:cBhvr>
                                        <p:cTn id="29" dur="250" fill="hold"/>
                                        <p:tgtEl>
                                          <p:spTgt spid="3"/>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250"/>
                                        <p:tgtEl>
                                          <p:spTgt spid="6"/>
                                        </p:tgtEl>
                                      </p:cBhvr>
                                    </p:animEffect>
                                    <p:anim calcmode="lin" valueType="num">
                                      <p:cBhvr>
                                        <p:cTn id="33" dur="250" fill="hold"/>
                                        <p:tgtEl>
                                          <p:spTgt spid="6"/>
                                        </p:tgtEl>
                                        <p:attrNameLst>
                                          <p:attrName>ppt_x</p:attrName>
                                        </p:attrNameLst>
                                      </p:cBhvr>
                                      <p:tavLst>
                                        <p:tav tm="0">
                                          <p:val>
                                            <p:strVal val="#ppt_x"/>
                                          </p:val>
                                        </p:tav>
                                        <p:tav tm="100000">
                                          <p:val>
                                            <p:strVal val="#ppt_x"/>
                                          </p:val>
                                        </p:tav>
                                      </p:tavLst>
                                    </p:anim>
                                    <p:anim calcmode="lin" valueType="num">
                                      <p:cBhvr>
                                        <p:cTn id="34" dur="250" fill="hold"/>
                                        <p:tgtEl>
                                          <p:spTgt spid="6"/>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250"/>
                                        <p:tgtEl>
                                          <p:spTgt spid="8"/>
                                        </p:tgtEl>
                                      </p:cBhvr>
                                    </p:animEffect>
                                    <p:anim calcmode="lin" valueType="num">
                                      <p:cBhvr>
                                        <p:cTn id="38" dur="250" fill="hold"/>
                                        <p:tgtEl>
                                          <p:spTgt spid="8"/>
                                        </p:tgtEl>
                                        <p:attrNameLst>
                                          <p:attrName>ppt_x</p:attrName>
                                        </p:attrNameLst>
                                      </p:cBhvr>
                                      <p:tavLst>
                                        <p:tav tm="0">
                                          <p:val>
                                            <p:strVal val="#ppt_x"/>
                                          </p:val>
                                        </p:tav>
                                        <p:tav tm="100000">
                                          <p:val>
                                            <p:strVal val="#ppt_x"/>
                                          </p:val>
                                        </p:tav>
                                      </p:tavLst>
                                    </p:anim>
                                    <p:anim calcmode="lin" valueType="num">
                                      <p:cBhvr>
                                        <p:cTn id="39" dur="25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250"/>
                                        <p:tgtEl>
                                          <p:spTgt spid="16"/>
                                        </p:tgtEl>
                                      </p:cBhvr>
                                    </p:animEffect>
                                    <p:anim calcmode="lin" valueType="num">
                                      <p:cBhvr>
                                        <p:cTn id="43" dur="250" fill="hold"/>
                                        <p:tgtEl>
                                          <p:spTgt spid="16"/>
                                        </p:tgtEl>
                                        <p:attrNameLst>
                                          <p:attrName>ppt_x</p:attrName>
                                        </p:attrNameLst>
                                      </p:cBhvr>
                                      <p:tavLst>
                                        <p:tav tm="0">
                                          <p:val>
                                            <p:strVal val="#ppt_x"/>
                                          </p:val>
                                        </p:tav>
                                        <p:tav tm="100000">
                                          <p:val>
                                            <p:strVal val="#ppt_x"/>
                                          </p:val>
                                        </p:tav>
                                      </p:tavLst>
                                    </p:anim>
                                    <p:anim calcmode="lin" valueType="num">
                                      <p:cBhvr>
                                        <p:cTn id="44" dur="250" fill="hold"/>
                                        <p:tgtEl>
                                          <p:spTgt spid="16"/>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250"/>
                                        <p:tgtEl>
                                          <p:spTgt spid="17"/>
                                        </p:tgtEl>
                                      </p:cBhvr>
                                    </p:animEffect>
                                    <p:anim calcmode="lin" valueType="num">
                                      <p:cBhvr>
                                        <p:cTn id="48" dur="250" fill="hold"/>
                                        <p:tgtEl>
                                          <p:spTgt spid="17"/>
                                        </p:tgtEl>
                                        <p:attrNameLst>
                                          <p:attrName>ppt_x</p:attrName>
                                        </p:attrNameLst>
                                      </p:cBhvr>
                                      <p:tavLst>
                                        <p:tav tm="0">
                                          <p:val>
                                            <p:strVal val="#ppt_x"/>
                                          </p:val>
                                        </p:tav>
                                        <p:tav tm="100000">
                                          <p:val>
                                            <p:strVal val="#ppt_x"/>
                                          </p:val>
                                        </p:tav>
                                      </p:tavLst>
                                    </p:anim>
                                    <p:anim calcmode="lin" valueType="num">
                                      <p:cBhvr>
                                        <p:cTn id="49" dur="25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p:bldP spid="8" grpId="0"/>
      <p:bldP spid="16" grpId="0"/>
      <p:bldP spid="1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nSpc>
                <a:spcPct val="117000"/>
              </a:lnSpc>
              <a:defRPr/>
            </a:pPr>
            <a:r>
              <a:rPr lang="en-US" altLang="zh-CN" dirty="0" err="1">
                <a:latin typeface="Noto Sans SC" panose="020B0200000000000000" charset="-122"/>
                <a:ea typeface="Noto Sans SC" panose="020B0200000000000000" charset="-122"/>
                <a:cs typeface="Noto Sans SC" panose="020B0200000000000000" charset="-122"/>
                <a:sym typeface="Noto Sans SC" panose="020B0200000000000000" charset="-122"/>
              </a:rPr>
              <a:t>项目时间安排</a:t>
            </a:r>
            <a:endParaRPr lang="en-US" altLang="zh-CN" sz="1100" dirty="0"/>
          </a:p>
        </p:txBody>
      </p:sp>
      <p:sp>
        <p:nvSpPr>
          <p:cNvPr id="21" name="椭圆 54"/>
          <p:cNvSpPr/>
          <p:nvPr/>
        </p:nvSpPr>
        <p:spPr>
          <a:xfrm>
            <a:off x="3723131" y="2794965"/>
            <a:ext cx="4617000" cy="2392601"/>
          </a:xfrm>
          <a:custGeom>
            <a:avLst/>
            <a:gdLst>
              <a:gd name="connsiteX0" fmla="*/ 0 w 3439659"/>
              <a:gd name="connsiteY0" fmla="*/ 1719830 h 3439659"/>
              <a:gd name="connsiteX1" fmla="*/ 1719830 w 3439659"/>
              <a:gd name="connsiteY1" fmla="*/ 0 h 3439659"/>
              <a:gd name="connsiteX2" fmla="*/ 3439660 w 3439659"/>
              <a:gd name="connsiteY2" fmla="*/ 1719830 h 3439659"/>
              <a:gd name="connsiteX3" fmla="*/ 1719830 w 3439659"/>
              <a:gd name="connsiteY3" fmla="*/ 3439660 h 3439659"/>
              <a:gd name="connsiteX4" fmla="*/ 0 w 3439659"/>
              <a:gd name="connsiteY4" fmla="*/ 1719830 h 3439659"/>
              <a:gd name="connsiteX0-1" fmla="*/ 0 w 3487467"/>
              <a:gd name="connsiteY0-2" fmla="*/ 0 h 1719830"/>
              <a:gd name="connsiteX1-3" fmla="*/ 3439660 w 3487467"/>
              <a:gd name="connsiteY1-4" fmla="*/ 0 h 1719830"/>
              <a:gd name="connsiteX2-5" fmla="*/ 1719830 w 3487467"/>
              <a:gd name="connsiteY2-6" fmla="*/ 1719830 h 1719830"/>
              <a:gd name="connsiteX3-7" fmla="*/ 0 w 3487467"/>
              <a:gd name="connsiteY3-8" fmla="*/ 0 h 1719830"/>
              <a:gd name="connsiteX0-9" fmla="*/ 6132 w 3493599"/>
              <a:gd name="connsiteY0-10" fmla="*/ 130018 h 1849848"/>
              <a:gd name="connsiteX1-11" fmla="*/ 3445792 w 3493599"/>
              <a:gd name="connsiteY1-12" fmla="*/ 130018 h 1849848"/>
              <a:gd name="connsiteX2-13" fmla="*/ 1725962 w 3493599"/>
              <a:gd name="connsiteY2-14" fmla="*/ 1849848 h 1849848"/>
              <a:gd name="connsiteX3-15" fmla="*/ 6132 w 3493599"/>
              <a:gd name="connsiteY3-16" fmla="*/ 130018 h 1849848"/>
              <a:gd name="connsiteX0-17" fmla="*/ 6132 w 3493599"/>
              <a:gd name="connsiteY0-18" fmla="*/ 35412 h 1755242"/>
              <a:gd name="connsiteX1-19" fmla="*/ 3445792 w 3493599"/>
              <a:gd name="connsiteY1-20" fmla="*/ 35412 h 1755242"/>
              <a:gd name="connsiteX2-21" fmla="*/ 1725962 w 3493599"/>
              <a:gd name="connsiteY2-22" fmla="*/ 1755242 h 1755242"/>
              <a:gd name="connsiteX3-23" fmla="*/ 6132 w 3493599"/>
              <a:gd name="connsiteY3-24" fmla="*/ 35412 h 1755242"/>
              <a:gd name="connsiteX0-25" fmla="*/ 4377 w 3488420"/>
              <a:gd name="connsiteY0-26" fmla="*/ 11795 h 1772900"/>
              <a:gd name="connsiteX1-27" fmla="*/ 3450912 w 3488420"/>
              <a:gd name="connsiteY1-28" fmla="*/ 53046 h 1772900"/>
              <a:gd name="connsiteX2-29" fmla="*/ 1731082 w 3488420"/>
              <a:gd name="connsiteY2-30" fmla="*/ 1772876 h 1772900"/>
              <a:gd name="connsiteX3-31" fmla="*/ 4377 w 3488420"/>
              <a:gd name="connsiteY3-32" fmla="*/ 11795 h 1772900"/>
              <a:gd name="connsiteX0-33" fmla="*/ 39013 w 3522446"/>
              <a:gd name="connsiteY0-34" fmla="*/ 134148 h 1909003"/>
              <a:gd name="connsiteX1-35" fmla="*/ 3485548 w 3522446"/>
              <a:gd name="connsiteY1-36" fmla="*/ 175399 h 1909003"/>
              <a:gd name="connsiteX2-37" fmla="*/ 1738217 w 3522446"/>
              <a:gd name="connsiteY2-38" fmla="*/ 1908979 h 1909003"/>
              <a:gd name="connsiteX3-39" fmla="*/ 39013 w 3522446"/>
              <a:gd name="connsiteY3-40" fmla="*/ 134148 h 1909003"/>
              <a:gd name="connsiteX0-41" fmla="*/ 55067 w 3553265"/>
              <a:gd name="connsiteY0-42" fmla="*/ 134148 h 1909002"/>
              <a:gd name="connsiteX1-43" fmla="*/ 3501602 w 3553265"/>
              <a:gd name="connsiteY1-44" fmla="*/ 175399 h 1909002"/>
              <a:gd name="connsiteX2-45" fmla="*/ 1754271 w 3553265"/>
              <a:gd name="connsiteY2-46" fmla="*/ 1908979 h 1909002"/>
              <a:gd name="connsiteX3-47" fmla="*/ 55067 w 3553265"/>
              <a:gd name="connsiteY3-48" fmla="*/ 134148 h 1909002"/>
              <a:gd name="connsiteX0-49" fmla="*/ 39426 w 3502160"/>
              <a:gd name="connsiteY0-50" fmla="*/ 134148 h 1909003"/>
              <a:gd name="connsiteX1-51" fmla="*/ 3465335 w 3502160"/>
              <a:gd name="connsiteY1-52" fmla="*/ 175399 h 1909003"/>
              <a:gd name="connsiteX2-53" fmla="*/ 1718004 w 3502160"/>
              <a:gd name="connsiteY2-54" fmla="*/ 1908979 h 1909003"/>
              <a:gd name="connsiteX3-55" fmla="*/ 39426 w 3502160"/>
              <a:gd name="connsiteY3-56" fmla="*/ 134148 h 1909003"/>
              <a:gd name="connsiteX0-57" fmla="*/ 8999 w 3471733"/>
              <a:gd name="connsiteY0-58" fmla="*/ 21578 h 1796433"/>
              <a:gd name="connsiteX1-59" fmla="*/ 3434908 w 3471733"/>
              <a:gd name="connsiteY1-60" fmla="*/ 62829 h 1796433"/>
              <a:gd name="connsiteX2-61" fmla="*/ 1687577 w 3471733"/>
              <a:gd name="connsiteY2-62" fmla="*/ 1796409 h 1796433"/>
              <a:gd name="connsiteX3-63" fmla="*/ 8999 w 3471733"/>
              <a:gd name="connsiteY3-64" fmla="*/ 21578 h 1796433"/>
              <a:gd name="connsiteX0-65" fmla="*/ 39425 w 3502159"/>
              <a:gd name="connsiteY0-66" fmla="*/ 135675 h 1931154"/>
              <a:gd name="connsiteX1-67" fmla="*/ 3465334 w 3502159"/>
              <a:gd name="connsiteY1-68" fmla="*/ 176926 h 1931154"/>
              <a:gd name="connsiteX2-69" fmla="*/ 1718003 w 3502159"/>
              <a:gd name="connsiteY2-70" fmla="*/ 1931131 h 1931154"/>
              <a:gd name="connsiteX3-71" fmla="*/ 39425 w 3502159"/>
              <a:gd name="connsiteY3-72" fmla="*/ 135675 h 1931154"/>
              <a:gd name="connsiteX0-73" fmla="*/ 7276 w 3470010"/>
              <a:gd name="connsiteY0-74" fmla="*/ 26065 h 1821544"/>
              <a:gd name="connsiteX1-75" fmla="*/ 3433185 w 3470010"/>
              <a:gd name="connsiteY1-76" fmla="*/ 67316 h 1821544"/>
              <a:gd name="connsiteX2-77" fmla="*/ 1685854 w 3470010"/>
              <a:gd name="connsiteY2-78" fmla="*/ 1821521 h 1821544"/>
              <a:gd name="connsiteX3-79" fmla="*/ 7276 w 3470010"/>
              <a:gd name="connsiteY3-80" fmla="*/ 26065 h 1821544"/>
              <a:gd name="connsiteX0-81" fmla="*/ 12669 w 3492943"/>
              <a:gd name="connsiteY0-82" fmla="*/ 26065 h 1822469"/>
              <a:gd name="connsiteX1-83" fmla="*/ 3438578 w 3492943"/>
              <a:gd name="connsiteY1-84" fmla="*/ 67316 h 1822469"/>
              <a:gd name="connsiteX2-85" fmla="*/ 1691247 w 3492943"/>
              <a:gd name="connsiteY2-86" fmla="*/ 1821521 h 1822469"/>
              <a:gd name="connsiteX3-87" fmla="*/ 12669 w 3492943"/>
              <a:gd name="connsiteY3-88" fmla="*/ 26065 h 1822469"/>
              <a:gd name="connsiteX0-89" fmla="*/ 48756 w 3529030"/>
              <a:gd name="connsiteY0-90" fmla="*/ 3139 h 1799516"/>
              <a:gd name="connsiteX1-91" fmla="*/ 3474665 w 3529030"/>
              <a:gd name="connsiteY1-92" fmla="*/ 44390 h 1799516"/>
              <a:gd name="connsiteX2-93" fmla="*/ 1727334 w 3529030"/>
              <a:gd name="connsiteY2-94" fmla="*/ 1798595 h 1799516"/>
              <a:gd name="connsiteX3-95" fmla="*/ 48756 w 3529030"/>
              <a:gd name="connsiteY3-96" fmla="*/ 3139 h 1799516"/>
              <a:gd name="connsiteX0-97" fmla="*/ 48756 w 3529030"/>
              <a:gd name="connsiteY0-98" fmla="*/ 5796 h 1802173"/>
              <a:gd name="connsiteX1-99" fmla="*/ 3474665 w 3529030"/>
              <a:gd name="connsiteY1-100" fmla="*/ 47047 h 1802173"/>
              <a:gd name="connsiteX2-101" fmla="*/ 1727334 w 3529030"/>
              <a:gd name="connsiteY2-102" fmla="*/ 1801252 h 1802173"/>
              <a:gd name="connsiteX3-103" fmla="*/ 48756 w 3529030"/>
              <a:gd name="connsiteY3-104" fmla="*/ 5796 h 1802173"/>
              <a:gd name="connsiteX0-105" fmla="*/ 48756 w 3477652"/>
              <a:gd name="connsiteY0-106" fmla="*/ 5796 h 1802173"/>
              <a:gd name="connsiteX1-107" fmla="*/ 3474665 w 3477652"/>
              <a:gd name="connsiteY1-108" fmla="*/ 47047 h 1802173"/>
              <a:gd name="connsiteX2-109" fmla="*/ 1727334 w 3477652"/>
              <a:gd name="connsiteY2-110" fmla="*/ 1801252 h 1802173"/>
              <a:gd name="connsiteX3-111" fmla="*/ 48756 w 3477652"/>
              <a:gd name="connsiteY3-112" fmla="*/ 5796 h 1802173"/>
            </a:gdLst>
            <a:ahLst/>
            <a:cxnLst>
              <a:cxn ang="0">
                <a:pos x="connsiteX0-1" y="connsiteY0-2"/>
              </a:cxn>
              <a:cxn ang="0">
                <a:pos x="connsiteX1-3" y="connsiteY1-4"/>
              </a:cxn>
              <a:cxn ang="0">
                <a:pos x="connsiteX2-5" y="connsiteY2-6"/>
              </a:cxn>
              <a:cxn ang="0">
                <a:pos x="connsiteX3-7" y="connsiteY3-8"/>
              </a:cxn>
            </a:cxnLst>
            <a:rect l="l" t="t" r="r" b="b"/>
            <a:pathLst>
              <a:path w="3477652" h="1802173">
                <a:moveTo>
                  <a:pt x="48756" y="5796"/>
                </a:moveTo>
                <a:cubicBezTo>
                  <a:pt x="305602" y="15937"/>
                  <a:pt x="3181151" y="-33335"/>
                  <a:pt x="3474665" y="47047"/>
                </a:cubicBezTo>
                <a:cubicBezTo>
                  <a:pt x="3527547" y="271809"/>
                  <a:pt x="2875835" y="1753126"/>
                  <a:pt x="1727334" y="1801252"/>
                </a:cubicBezTo>
                <a:cubicBezTo>
                  <a:pt x="578833" y="1849378"/>
                  <a:pt x="-208090" y="-4345"/>
                  <a:pt x="48756" y="5796"/>
                </a:cubicBezTo>
                <a:close/>
              </a:path>
            </a:pathLst>
          </a:cu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prstClr val="white"/>
              </a:solidFill>
              <a:latin typeface="思源黑体" panose="020B0500000000000000" pitchFamily="34" charset="-122"/>
              <a:ea typeface="思源黑体" panose="020B0500000000000000" pitchFamily="34" charset="-122"/>
            </a:endParaRPr>
          </a:p>
        </p:txBody>
      </p:sp>
      <p:sp>
        <p:nvSpPr>
          <p:cNvPr id="22" name="TextBox 1"/>
          <p:cNvSpPr txBox="1"/>
          <p:nvPr/>
        </p:nvSpPr>
        <p:spPr>
          <a:xfrm>
            <a:off x="1014622" y="2279491"/>
            <a:ext cx="2463744" cy="382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19989" tIns="0" rIns="119989" bIns="0" rtlCol="0" anchor="t">
            <a:noAutofit/>
          </a:bodyPr>
          <a:lstStyle>
            <a:defPPr>
              <a:defRPr lang="zh-CN"/>
            </a:defPPr>
            <a:lvl1pPr marL="285750" indent="-285750">
              <a:lnSpc>
                <a:spcPct val="120000"/>
              </a:lnSpc>
              <a:buClr>
                <a:schemeClr val="accent1"/>
              </a:buClr>
              <a:buFont typeface="Wingdings" panose="05000000000000000000" pitchFamily="2" charset="2"/>
              <a:buChar char="n"/>
              <a:defRPr sz="1200" b="1">
                <a:solidFill>
                  <a:schemeClr val="bg1">
                    <a:lumMod val="50000"/>
                  </a:schemeClr>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gn="just">
              <a:buClr>
                <a:srgbClr val="0B2C4F"/>
              </a:buClr>
              <a:buNone/>
            </a:pPr>
            <a:r>
              <a:rPr lang="zh-CN" altLang="en-US" sz="1800" dirty="0">
                <a:solidFill>
                  <a:srgbClr val="313D51"/>
                </a:solidFill>
                <a:latin typeface="思源黑体" panose="020B0500000000000000" pitchFamily="34" charset="-122"/>
                <a:ea typeface="思源黑体" panose="020B0500000000000000" pitchFamily="34" charset="-122"/>
              </a:rPr>
              <a:t>文献调研与技术学习</a:t>
            </a:r>
            <a:endParaRPr lang="zh-CN" altLang="en-US" sz="1800" dirty="0">
              <a:solidFill>
                <a:srgbClr val="313D51"/>
              </a:solidFill>
              <a:latin typeface="思源黑体" panose="020B0500000000000000" pitchFamily="34" charset="-122"/>
              <a:ea typeface="思源黑体" panose="020B0500000000000000" pitchFamily="34" charset="-122"/>
            </a:endParaRPr>
          </a:p>
        </p:txBody>
      </p:sp>
      <p:cxnSp>
        <p:nvCxnSpPr>
          <p:cNvPr id="35" name="直接连接符 34"/>
          <p:cNvCxnSpPr/>
          <p:nvPr/>
        </p:nvCxnSpPr>
        <p:spPr>
          <a:xfrm flipV="1">
            <a:off x="4012227" y="2789677"/>
            <a:ext cx="1990299" cy="139976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V="1">
            <a:off x="5171021" y="2789678"/>
            <a:ext cx="831504" cy="23624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flipV="1">
            <a:off x="6002530" y="2789711"/>
            <a:ext cx="890263" cy="22797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flipV="1">
            <a:off x="6002526" y="2789677"/>
            <a:ext cx="1945282" cy="139976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椭圆 38"/>
          <p:cNvSpPr/>
          <p:nvPr/>
        </p:nvSpPr>
        <p:spPr>
          <a:xfrm>
            <a:off x="3747506" y="3661289"/>
            <a:ext cx="876404" cy="876404"/>
          </a:xfrm>
          <a:prstGeom prst="ellipse">
            <a:avLst/>
          </a:prstGeom>
          <a:solidFill>
            <a:srgbClr val="244C89"/>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000" dirty="0">
                <a:solidFill>
                  <a:prstClr val="white"/>
                </a:solidFill>
                <a:latin typeface="Impact" panose="020B0806030902050204" pitchFamily="34" charset="0"/>
                <a:ea typeface="思源黑体" panose="020B0500000000000000" pitchFamily="34" charset="-122"/>
              </a:rPr>
              <a:t>02</a:t>
            </a:r>
            <a:endParaRPr lang="zh-CN" altLang="en-US" sz="2000" dirty="0">
              <a:solidFill>
                <a:prstClr val="white"/>
              </a:solidFill>
              <a:latin typeface="Impact" panose="020B0806030902050204" pitchFamily="34" charset="0"/>
              <a:ea typeface="思源黑体" panose="020B0500000000000000" pitchFamily="34" charset="-122"/>
            </a:endParaRPr>
          </a:p>
        </p:txBody>
      </p:sp>
      <p:sp>
        <p:nvSpPr>
          <p:cNvPr id="40" name="椭圆 39"/>
          <p:cNvSpPr/>
          <p:nvPr/>
        </p:nvSpPr>
        <p:spPr>
          <a:xfrm>
            <a:off x="4785026" y="4631195"/>
            <a:ext cx="876404" cy="876404"/>
          </a:xfrm>
          <a:prstGeom prst="ellipse">
            <a:avLst/>
          </a:prstGeom>
          <a:solidFill>
            <a:srgbClr val="244C89"/>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000" dirty="0">
                <a:solidFill>
                  <a:prstClr val="white"/>
                </a:solidFill>
                <a:latin typeface="Impact" panose="020B0806030902050204" pitchFamily="34" charset="0"/>
                <a:ea typeface="思源黑体" panose="020B0500000000000000" pitchFamily="34" charset="-122"/>
              </a:rPr>
              <a:t>03</a:t>
            </a:r>
            <a:endParaRPr lang="zh-CN" altLang="en-US" sz="2000" dirty="0">
              <a:solidFill>
                <a:prstClr val="white"/>
              </a:solidFill>
              <a:latin typeface="Impact" panose="020B0806030902050204" pitchFamily="34" charset="0"/>
              <a:ea typeface="思源黑体" panose="020B0500000000000000" pitchFamily="34" charset="-122"/>
            </a:endParaRPr>
          </a:p>
        </p:txBody>
      </p:sp>
      <p:sp>
        <p:nvSpPr>
          <p:cNvPr id="41" name="椭圆 40"/>
          <p:cNvSpPr/>
          <p:nvPr/>
        </p:nvSpPr>
        <p:spPr>
          <a:xfrm>
            <a:off x="6447658" y="4586402"/>
            <a:ext cx="876404" cy="876404"/>
          </a:xfrm>
          <a:prstGeom prst="ellipse">
            <a:avLst/>
          </a:prstGeom>
          <a:solidFill>
            <a:srgbClr val="244C89"/>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000" dirty="0">
                <a:solidFill>
                  <a:prstClr val="white"/>
                </a:solidFill>
                <a:latin typeface="Impact" panose="020B0806030902050204" pitchFamily="34" charset="0"/>
                <a:ea typeface="思源黑体" panose="020B0500000000000000" pitchFamily="34" charset="-122"/>
              </a:rPr>
              <a:t>04</a:t>
            </a:r>
            <a:endParaRPr lang="zh-CN" altLang="en-US" sz="2000" dirty="0">
              <a:solidFill>
                <a:prstClr val="white"/>
              </a:solidFill>
              <a:latin typeface="Impact" panose="020B0806030902050204" pitchFamily="34" charset="0"/>
              <a:ea typeface="思源黑体" panose="020B0500000000000000" pitchFamily="34" charset="-122"/>
            </a:endParaRPr>
          </a:p>
        </p:txBody>
      </p:sp>
      <p:sp>
        <p:nvSpPr>
          <p:cNvPr id="42" name="椭圆 41"/>
          <p:cNvSpPr/>
          <p:nvPr/>
        </p:nvSpPr>
        <p:spPr>
          <a:xfrm>
            <a:off x="7447943" y="3532697"/>
            <a:ext cx="876404" cy="876404"/>
          </a:xfrm>
          <a:prstGeom prst="ellipse">
            <a:avLst/>
          </a:prstGeom>
          <a:solidFill>
            <a:srgbClr val="244C89"/>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000" dirty="0">
                <a:solidFill>
                  <a:prstClr val="white"/>
                </a:solidFill>
                <a:latin typeface="Impact" panose="020B0806030902050204" pitchFamily="34" charset="0"/>
                <a:ea typeface="思源黑体" panose="020B0500000000000000" pitchFamily="34" charset="-122"/>
              </a:rPr>
              <a:t>05</a:t>
            </a:r>
            <a:endParaRPr lang="zh-CN" altLang="en-US" sz="2000" dirty="0">
              <a:solidFill>
                <a:prstClr val="white"/>
              </a:solidFill>
              <a:latin typeface="Impact" panose="020B0806030902050204" pitchFamily="34" charset="0"/>
              <a:ea typeface="思源黑体" panose="020B0500000000000000" pitchFamily="34" charset="-122"/>
            </a:endParaRPr>
          </a:p>
        </p:txBody>
      </p:sp>
      <p:sp>
        <p:nvSpPr>
          <p:cNvPr id="43" name="椭圆 42"/>
          <p:cNvSpPr/>
          <p:nvPr/>
        </p:nvSpPr>
        <p:spPr>
          <a:xfrm>
            <a:off x="7844203" y="2380701"/>
            <a:ext cx="876404" cy="876404"/>
          </a:xfrm>
          <a:prstGeom prst="ellipse">
            <a:avLst/>
          </a:prstGeom>
          <a:solidFill>
            <a:srgbClr val="244C89"/>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000" dirty="0">
                <a:solidFill>
                  <a:prstClr val="white"/>
                </a:solidFill>
                <a:latin typeface="Impact" panose="020B0806030902050204" pitchFamily="34" charset="0"/>
                <a:ea typeface="思源黑体" panose="020B0500000000000000" pitchFamily="34" charset="-122"/>
              </a:rPr>
              <a:t>06</a:t>
            </a:r>
            <a:endParaRPr lang="zh-CN" altLang="en-US" sz="2000" dirty="0">
              <a:solidFill>
                <a:prstClr val="white"/>
              </a:solidFill>
              <a:latin typeface="Impact" panose="020B0806030902050204" pitchFamily="34" charset="0"/>
              <a:ea typeface="思源黑体" panose="020B0500000000000000" pitchFamily="34" charset="-122"/>
            </a:endParaRPr>
          </a:p>
        </p:txBody>
      </p:sp>
      <p:sp>
        <p:nvSpPr>
          <p:cNvPr id="44" name="椭圆 43"/>
          <p:cNvSpPr/>
          <p:nvPr/>
        </p:nvSpPr>
        <p:spPr>
          <a:xfrm>
            <a:off x="3374820" y="2365562"/>
            <a:ext cx="876404" cy="876404"/>
          </a:xfrm>
          <a:prstGeom prst="ellipse">
            <a:avLst/>
          </a:prstGeom>
          <a:solidFill>
            <a:srgbClr val="244C89"/>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000" dirty="0">
                <a:solidFill>
                  <a:prstClr val="white"/>
                </a:solidFill>
                <a:latin typeface="Impact" panose="020B0806030902050204" pitchFamily="34" charset="0"/>
                <a:ea typeface="思源黑体" panose="020B0500000000000000" pitchFamily="34" charset="-122"/>
              </a:rPr>
              <a:t>01</a:t>
            </a:r>
            <a:endParaRPr lang="zh-CN" altLang="en-US" sz="2000" dirty="0">
              <a:solidFill>
                <a:prstClr val="white"/>
              </a:solidFill>
              <a:latin typeface="Impact" panose="020B0806030902050204" pitchFamily="34" charset="0"/>
              <a:ea typeface="思源黑体" panose="020B0500000000000000" pitchFamily="34" charset="-122"/>
            </a:endParaRPr>
          </a:p>
        </p:txBody>
      </p:sp>
      <p:sp>
        <p:nvSpPr>
          <p:cNvPr id="45" name="TextBox 34"/>
          <p:cNvSpPr txBox="1"/>
          <p:nvPr/>
        </p:nvSpPr>
        <p:spPr>
          <a:xfrm>
            <a:off x="1109452" y="2616021"/>
            <a:ext cx="2265368" cy="959943"/>
          </a:xfrm>
          <a:prstGeom prst="rect">
            <a:avLst/>
          </a:prstGeom>
          <a:noFill/>
        </p:spPr>
        <p:txBody>
          <a:bodyPr wrap="square" rtlCol="0">
            <a:spAutoFit/>
          </a:bodyPr>
          <a:lstStyle/>
          <a:p>
            <a:pPr algn="just">
              <a:lnSpc>
                <a:spcPct val="120000"/>
              </a:lnSpc>
              <a:defRPr/>
            </a:pP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2026.06–2026.07</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a:p>
            <a:pPr>
              <a:lnSpc>
                <a:spcPct val="120000"/>
              </a:lnSpc>
              <a:defRPr/>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研读 </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CBMBA A*</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、人工势场法及 </a:t>
            </a:r>
            <a:r>
              <a:rPr lang="en-US" altLang="zh-CN" sz="1200" dirty="0" err="1">
                <a:solidFill>
                  <a:schemeClr val="tx1">
                    <a:lumMod val="65000"/>
                    <a:lumOff val="35000"/>
                  </a:schemeClr>
                </a:solidFill>
                <a:latin typeface="思源黑体" panose="020B0500000000000000" pitchFamily="34" charset="-122"/>
                <a:ea typeface="思源黑体" panose="020B0500000000000000" pitchFamily="34" charset="-122"/>
              </a:rPr>
              <a:t>Webots</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a:t>
            </a:r>
            <a:r>
              <a:rPr lang="en-US" altLang="zh-CN" sz="1200" dirty="0" err="1">
                <a:solidFill>
                  <a:schemeClr val="tx1">
                    <a:lumMod val="65000"/>
                    <a:lumOff val="35000"/>
                  </a:schemeClr>
                </a:solidFill>
                <a:latin typeface="思源黑体" panose="020B0500000000000000" pitchFamily="34" charset="-122"/>
                <a:ea typeface="思源黑体" panose="020B0500000000000000" pitchFamily="34" charset="-122"/>
              </a:rPr>
              <a:t>AirSim</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 </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文档，完成文献综述初稿</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46" name="TextBox 35"/>
          <p:cNvSpPr txBox="1"/>
          <p:nvPr/>
        </p:nvSpPr>
        <p:spPr>
          <a:xfrm>
            <a:off x="1167142" y="3720713"/>
            <a:ext cx="2408414" cy="382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19989" tIns="0" rIns="119989" bIns="0" rtlCol="0" anchor="t">
            <a:noAutofit/>
          </a:bodyPr>
          <a:lstStyle>
            <a:defPPr>
              <a:defRPr lang="zh-CN"/>
            </a:defPPr>
            <a:lvl1pPr marL="285750" indent="-285750">
              <a:lnSpc>
                <a:spcPct val="120000"/>
              </a:lnSpc>
              <a:buClr>
                <a:schemeClr val="accent1"/>
              </a:buClr>
              <a:buFont typeface="Wingdings" panose="05000000000000000000" pitchFamily="2" charset="2"/>
              <a:buChar char="n"/>
              <a:defRPr sz="1400" b="1">
                <a:solidFill>
                  <a:schemeClr val="bg1">
                    <a:lumMod val="50000"/>
                  </a:schemeClr>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gn="r">
              <a:buClr>
                <a:srgbClr val="0B2C4F"/>
              </a:buClr>
              <a:buNone/>
            </a:pPr>
            <a:r>
              <a:rPr lang="zh-CN" altLang="en-US" sz="1800" dirty="0">
                <a:solidFill>
                  <a:srgbClr val="313D51"/>
                </a:solidFill>
                <a:latin typeface="思源黑体" panose="020B0500000000000000" pitchFamily="34" charset="-122"/>
                <a:ea typeface="思源黑体" panose="020B0500000000000000" pitchFamily="34" charset="-122"/>
              </a:rPr>
              <a:t>三维场景建模与验证	</a:t>
            </a:r>
            <a:endParaRPr lang="zh-CN" altLang="en-US" sz="1800" dirty="0">
              <a:solidFill>
                <a:srgbClr val="313D51"/>
              </a:solidFill>
              <a:latin typeface="思源黑体" panose="020B0500000000000000" pitchFamily="34" charset="-122"/>
              <a:ea typeface="思源黑体" panose="020B0500000000000000" pitchFamily="34" charset="-122"/>
            </a:endParaRPr>
          </a:p>
        </p:txBody>
      </p:sp>
      <p:sp>
        <p:nvSpPr>
          <p:cNvPr id="47" name="TextBox 36"/>
          <p:cNvSpPr txBox="1"/>
          <p:nvPr/>
        </p:nvSpPr>
        <p:spPr>
          <a:xfrm>
            <a:off x="1377911" y="3989205"/>
            <a:ext cx="2730333" cy="959943"/>
          </a:xfrm>
          <a:prstGeom prst="rect">
            <a:avLst/>
          </a:prstGeom>
          <a:noFill/>
        </p:spPr>
        <p:txBody>
          <a:bodyPr wrap="square" rtlCol="0">
            <a:spAutoFit/>
          </a:bodyPr>
          <a:lstStyle/>
          <a:p>
            <a:pPr>
              <a:lnSpc>
                <a:spcPct val="120000"/>
              </a:lnSpc>
              <a:defRPr/>
            </a:pP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2026.08–2026.10</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a:p>
            <a:pPr>
              <a:lnSpc>
                <a:spcPct val="120000"/>
              </a:lnSpc>
              <a:defRPr/>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从 </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OpenStreetMap </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获取建筑数据，</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Blender </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建模优化，导入 </a:t>
            </a:r>
            <a:r>
              <a:rPr lang="en-US" altLang="zh-CN" sz="1200" dirty="0" err="1">
                <a:solidFill>
                  <a:schemeClr val="tx1">
                    <a:lumMod val="65000"/>
                    <a:lumOff val="35000"/>
                  </a:schemeClr>
                </a:solidFill>
                <a:latin typeface="思源黑体" panose="020B0500000000000000" pitchFamily="34" charset="-122"/>
                <a:ea typeface="思源黑体" panose="020B0500000000000000" pitchFamily="34" charset="-122"/>
              </a:rPr>
              <a:t>Webots</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 </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验证场景可用性的</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48" name="TextBox 37"/>
          <p:cNvSpPr txBox="1"/>
          <p:nvPr/>
        </p:nvSpPr>
        <p:spPr>
          <a:xfrm>
            <a:off x="2009418" y="5030298"/>
            <a:ext cx="2730334" cy="2797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19989" tIns="0" rIns="119989" bIns="0" rtlCol="0" anchor="t">
            <a:noAutofit/>
          </a:bodyPr>
          <a:lstStyle>
            <a:defPPr>
              <a:defRPr lang="zh-CN"/>
            </a:defPPr>
            <a:lvl1pPr marL="285750" indent="-285750">
              <a:lnSpc>
                <a:spcPct val="120000"/>
              </a:lnSpc>
              <a:buClr>
                <a:schemeClr val="accent1"/>
              </a:buClr>
              <a:buFont typeface="Wingdings" panose="05000000000000000000" pitchFamily="2" charset="2"/>
              <a:buChar char="n"/>
              <a:defRPr sz="1400" b="1">
                <a:solidFill>
                  <a:schemeClr val="bg1">
                    <a:lumMod val="50000"/>
                  </a:schemeClr>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gn="r">
              <a:buClr>
                <a:srgbClr val="0B2C4F"/>
              </a:buClr>
              <a:buNone/>
            </a:pPr>
            <a:r>
              <a:rPr lang="zh-CN" altLang="en-US" sz="1800" dirty="0">
                <a:solidFill>
                  <a:srgbClr val="313D51"/>
                </a:solidFill>
                <a:latin typeface="思源黑体" panose="020B0500000000000000" pitchFamily="34" charset="-122"/>
                <a:ea typeface="思源黑体" panose="020B0500000000000000" pitchFamily="34" charset="-122"/>
              </a:rPr>
              <a:t>全局路径规划模块开发</a:t>
            </a:r>
            <a:endParaRPr lang="zh-CN" altLang="en-US" sz="1800" dirty="0">
              <a:solidFill>
                <a:srgbClr val="313D51"/>
              </a:solidFill>
              <a:latin typeface="思源黑体" panose="020B0500000000000000" pitchFamily="34" charset="-122"/>
              <a:ea typeface="思源黑体" panose="020B0500000000000000" pitchFamily="34" charset="-122"/>
            </a:endParaRPr>
          </a:p>
        </p:txBody>
      </p:sp>
      <p:sp>
        <p:nvSpPr>
          <p:cNvPr id="49" name="TextBox 38"/>
          <p:cNvSpPr txBox="1"/>
          <p:nvPr/>
        </p:nvSpPr>
        <p:spPr>
          <a:xfrm>
            <a:off x="2301351" y="5310062"/>
            <a:ext cx="2346643" cy="959943"/>
          </a:xfrm>
          <a:prstGeom prst="rect">
            <a:avLst/>
          </a:prstGeom>
          <a:noFill/>
        </p:spPr>
        <p:txBody>
          <a:bodyPr wrap="square" rtlCol="0">
            <a:spAutoFit/>
          </a:bodyPr>
          <a:lstStyle/>
          <a:p>
            <a:pPr>
              <a:lnSpc>
                <a:spcPct val="120000"/>
              </a:lnSpc>
              <a:defRPr/>
            </a:pP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2026.10–2026.12</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a:p>
            <a:pPr>
              <a:lnSpc>
                <a:spcPct val="120000"/>
              </a:lnSpc>
              <a:defRPr/>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实现 </a:t>
            </a:r>
            <a:r>
              <a:rPr lang="en-US" altLang="zh-CN" sz="1200" dirty="0" err="1">
                <a:solidFill>
                  <a:schemeClr val="tx1">
                    <a:lumMod val="65000"/>
                    <a:lumOff val="35000"/>
                  </a:schemeClr>
                </a:solidFill>
                <a:latin typeface="思源黑体" panose="020B0500000000000000" pitchFamily="34" charset="-122"/>
                <a:ea typeface="思源黑体" panose="020B0500000000000000" pitchFamily="34" charset="-122"/>
              </a:rPr>
              <a:t>OctoMap</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 </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八叉树地图，完成 </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CBMBA A * </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算法三维适配与核心代码编写</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50" name="TextBox 39"/>
          <p:cNvSpPr txBox="1"/>
          <p:nvPr/>
        </p:nvSpPr>
        <p:spPr>
          <a:xfrm>
            <a:off x="7337921" y="4927707"/>
            <a:ext cx="3137617" cy="382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19989" tIns="0" rIns="119989" bIns="0" rtlCol="0" anchor="t">
            <a:noAutofit/>
          </a:bodyPr>
          <a:lstStyle>
            <a:defPPr>
              <a:defRPr lang="zh-CN"/>
            </a:defPPr>
            <a:lvl1pPr marL="285750" indent="-285750">
              <a:lnSpc>
                <a:spcPct val="120000"/>
              </a:lnSpc>
              <a:buClr>
                <a:schemeClr val="accent1"/>
              </a:buClr>
              <a:buFont typeface="Wingdings" panose="05000000000000000000" pitchFamily="2" charset="2"/>
              <a:buChar char="n"/>
              <a:defRPr sz="1400" b="1">
                <a:solidFill>
                  <a:schemeClr val="bg1">
                    <a:lumMod val="50000"/>
                  </a:schemeClr>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buClr>
                <a:srgbClr val="0B2C4F"/>
              </a:buClr>
              <a:buNone/>
            </a:pPr>
            <a:r>
              <a:rPr lang="zh-CN" altLang="en-US" sz="1800" dirty="0">
                <a:solidFill>
                  <a:srgbClr val="313D51"/>
                </a:solidFill>
                <a:latin typeface="思源黑体" panose="020B0500000000000000" pitchFamily="34" charset="-122"/>
                <a:ea typeface="思源黑体" panose="020B0500000000000000" pitchFamily="34" charset="-122"/>
              </a:rPr>
              <a:t>局部避障与融合策略开发</a:t>
            </a:r>
            <a:endParaRPr lang="zh-CN" altLang="en-US" sz="1800" dirty="0">
              <a:solidFill>
                <a:srgbClr val="313D51"/>
              </a:solidFill>
              <a:latin typeface="思源黑体" panose="020B0500000000000000" pitchFamily="34" charset="-122"/>
              <a:ea typeface="思源黑体" panose="020B0500000000000000" pitchFamily="34" charset="-122"/>
            </a:endParaRPr>
          </a:p>
        </p:txBody>
      </p:sp>
      <p:sp>
        <p:nvSpPr>
          <p:cNvPr id="51" name="TextBox 40"/>
          <p:cNvSpPr txBox="1"/>
          <p:nvPr/>
        </p:nvSpPr>
        <p:spPr>
          <a:xfrm>
            <a:off x="7447943" y="5224105"/>
            <a:ext cx="2414720" cy="959943"/>
          </a:xfrm>
          <a:prstGeom prst="rect">
            <a:avLst/>
          </a:prstGeom>
          <a:noFill/>
        </p:spPr>
        <p:txBody>
          <a:bodyPr wrap="square" rtlCol="0">
            <a:spAutoFit/>
          </a:bodyPr>
          <a:lstStyle/>
          <a:p>
            <a:pPr>
              <a:lnSpc>
                <a:spcPct val="120000"/>
              </a:lnSpc>
              <a:defRPr/>
            </a:pP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2027.01–2027.03</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a:p>
            <a:pPr>
              <a:lnSpc>
                <a:spcPct val="120000"/>
              </a:lnSpc>
              <a:defRPr/>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实现改进人工势场法，开发传感器模拟接口，设计全局 </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 </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局部避障融合策略</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52" name="TextBox 41"/>
          <p:cNvSpPr txBox="1"/>
          <p:nvPr/>
        </p:nvSpPr>
        <p:spPr>
          <a:xfrm>
            <a:off x="8487706" y="3720713"/>
            <a:ext cx="2412724" cy="3105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19989" tIns="0" rIns="119989" bIns="0" rtlCol="0" anchor="t">
            <a:noAutofit/>
          </a:bodyPr>
          <a:lstStyle>
            <a:defPPr>
              <a:defRPr lang="zh-CN"/>
            </a:defPPr>
            <a:lvl1pPr marL="285750" indent="-285750">
              <a:lnSpc>
                <a:spcPct val="120000"/>
              </a:lnSpc>
              <a:buClr>
                <a:schemeClr val="accent1"/>
              </a:buClr>
              <a:buFont typeface="Wingdings" panose="05000000000000000000" pitchFamily="2" charset="2"/>
              <a:buChar char="n"/>
              <a:defRPr sz="1400" b="1">
                <a:solidFill>
                  <a:schemeClr val="bg1">
                    <a:lumMod val="50000"/>
                  </a:schemeClr>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buClr>
                <a:srgbClr val="0B2C4F"/>
              </a:buClr>
              <a:buNone/>
            </a:pPr>
            <a:r>
              <a:rPr lang="zh-CN" altLang="en-US" sz="1800" dirty="0">
                <a:solidFill>
                  <a:srgbClr val="313D51"/>
                </a:solidFill>
                <a:latin typeface="思源黑体" panose="020B0500000000000000" pitchFamily="34" charset="-122"/>
                <a:ea typeface="思源黑体" panose="020B0500000000000000" pitchFamily="34" charset="-122"/>
              </a:rPr>
              <a:t>仿真验证与成果制作</a:t>
            </a:r>
            <a:endParaRPr lang="zh-CN" altLang="en-US" sz="1800" dirty="0">
              <a:solidFill>
                <a:srgbClr val="313D51"/>
              </a:solidFill>
              <a:latin typeface="思源黑体" panose="020B0500000000000000" pitchFamily="34" charset="-122"/>
              <a:ea typeface="思源黑体" panose="020B0500000000000000" pitchFamily="34" charset="-122"/>
            </a:endParaRPr>
          </a:p>
        </p:txBody>
      </p:sp>
      <p:sp>
        <p:nvSpPr>
          <p:cNvPr id="53" name="TextBox 42"/>
          <p:cNvSpPr txBox="1"/>
          <p:nvPr/>
        </p:nvSpPr>
        <p:spPr>
          <a:xfrm>
            <a:off x="8485710" y="4000476"/>
            <a:ext cx="2857480" cy="738344"/>
          </a:xfrm>
          <a:prstGeom prst="rect">
            <a:avLst/>
          </a:prstGeom>
          <a:noFill/>
        </p:spPr>
        <p:txBody>
          <a:bodyPr wrap="square" rtlCol="0">
            <a:spAutoFit/>
          </a:bodyPr>
          <a:lstStyle/>
          <a:p>
            <a:pPr>
              <a:lnSpc>
                <a:spcPct val="120000"/>
              </a:lnSpc>
              <a:defRPr/>
            </a:pP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2027.03–2027.05</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a:p>
            <a:pPr>
              <a:lnSpc>
                <a:spcPct val="120000"/>
              </a:lnSpc>
              <a:defRPr/>
            </a:pPr>
            <a:r>
              <a:rPr lang="en-US" altLang="zh-CN" sz="1200" dirty="0" err="1">
                <a:solidFill>
                  <a:schemeClr val="tx1">
                    <a:lumMod val="65000"/>
                    <a:lumOff val="35000"/>
                  </a:schemeClr>
                </a:solidFill>
                <a:latin typeface="思源黑体" panose="020B0500000000000000" pitchFamily="34" charset="-122"/>
                <a:ea typeface="思源黑体" panose="020B0500000000000000" pitchFamily="34" charset="-122"/>
              </a:rPr>
              <a:t>Webots</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 </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集成仿真与性能评估，</a:t>
            </a:r>
            <a:r>
              <a:rPr lang="en-US" altLang="zh-CN" sz="1200" dirty="0" err="1">
                <a:solidFill>
                  <a:schemeClr val="tx1">
                    <a:lumMod val="65000"/>
                    <a:lumOff val="35000"/>
                  </a:schemeClr>
                </a:solidFill>
                <a:latin typeface="思源黑体" panose="020B0500000000000000" pitchFamily="34" charset="-122"/>
                <a:ea typeface="思源黑体" panose="020B0500000000000000" pitchFamily="34" charset="-122"/>
              </a:rPr>
              <a:t>AirSim</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 </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场景重建与渲染，制作演示视频</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54" name="TextBox 43"/>
          <p:cNvSpPr txBox="1"/>
          <p:nvPr/>
        </p:nvSpPr>
        <p:spPr>
          <a:xfrm>
            <a:off x="8847482" y="2235743"/>
            <a:ext cx="2412724" cy="382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19989" tIns="0" rIns="119989" bIns="0" rtlCol="0" anchor="t">
            <a:noAutofit/>
          </a:bodyPr>
          <a:lstStyle>
            <a:defPPr>
              <a:defRPr lang="zh-CN"/>
            </a:defPPr>
            <a:lvl1pPr marL="285750" indent="-285750">
              <a:lnSpc>
                <a:spcPct val="120000"/>
              </a:lnSpc>
              <a:buClr>
                <a:schemeClr val="accent1"/>
              </a:buClr>
              <a:buFont typeface="Wingdings" panose="05000000000000000000" pitchFamily="2" charset="2"/>
              <a:buChar char="n"/>
              <a:defRPr sz="1400" b="1">
                <a:solidFill>
                  <a:schemeClr val="bg1">
                    <a:lumMod val="50000"/>
                  </a:schemeClr>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buClr>
                <a:srgbClr val="0B2C4F"/>
              </a:buClr>
              <a:buNone/>
            </a:pPr>
            <a:r>
              <a:rPr lang="zh-CN" altLang="en-US" sz="1800" dirty="0">
                <a:solidFill>
                  <a:srgbClr val="313D51"/>
                </a:solidFill>
                <a:latin typeface="思源黑体" panose="020B0500000000000000" pitchFamily="34" charset="-122"/>
                <a:ea typeface="思源黑体" panose="020B0500000000000000" pitchFamily="34" charset="-122"/>
              </a:rPr>
              <a:t>结题与答辩准备</a:t>
            </a:r>
            <a:endParaRPr lang="zh-CN" altLang="en-US" sz="1800" dirty="0">
              <a:solidFill>
                <a:srgbClr val="313D51"/>
              </a:solidFill>
              <a:latin typeface="思源黑体" panose="020B0500000000000000" pitchFamily="34" charset="-122"/>
              <a:ea typeface="思源黑体" panose="020B0500000000000000" pitchFamily="34" charset="-122"/>
            </a:endParaRPr>
          </a:p>
        </p:txBody>
      </p:sp>
      <p:sp>
        <p:nvSpPr>
          <p:cNvPr id="55" name="TextBox 44"/>
          <p:cNvSpPr txBox="1"/>
          <p:nvPr/>
        </p:nvSpPr>
        <p:spPr>
          <a:xfrm>
            <a:off x="8845486" y="2515923"/>
            <a:ext cx="2414720" cy="738344"/>
          </a:xfrm>
          <a:prstGeom prst="rect">
            <a:avLst/>
          </a:prstGeom>
          <a:noFill/>
        </p:spPr>
        <p:txBody>
          <a:bodyPr wrap="square" rtlCol="0">
            <a:spAutoFit/>
          </a:bodyPr>
          <a:lstStyle/>
          <a:p>
            <a:pPr>
              <a:lnSpc>
                <a:spcPct val="120000"/>
              </a:lnSpc>
              <a:defRPr/>
            </a:pP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2027.05–2027.06</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a:p>
            <a:pPr>
              <a:lnSpc>
                <a:spcPct val="120000"/>
              </a:lnSpc>
              <a:defRPr/>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整理项目文档，撰写结题报告，完成答辩 </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PPT </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制作</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nvGrpSpPr>
          <p:cNvPr id="56" name="组合 55"/>
          <p:cNvGrpSpPr/>
          <p:nvPr/>
        </p:nvGrpSpPr>
        <p:grpSpPr>
          <a:xfrm>
            <a:off x="5046640" y="1808940"/>
            <a:ext cx="1911773" cy="1911773"/>
            <a:chOff x="3832951" y="1054702"/>
            <a:chExt cx="1440000" cy="1440000"/>
          </a:xfrm>
          <a:solidFill>
            <a:srgbClr val="244C89"/>
          </a:solidFill>
        </p:grpSpPr>
        <p:sp>
          <p:nvSpPr>
            <p:cNvPr id="57" name="椭圆 56"/>
            <p:cNvSpPr/>
            <p:nvPr/>
          </p:nvSpPr>
          <p:spPr>
            <a:xfrm>
              <a:off x="3832951" y="1054702"/>
              <a:ext cx="1440000" cy="1440000"/>
            </a:xfrm>
            <a:prstGeom prst="ellipse">
              <a:avLst/>
            </a:prstGeom>
            <a:grp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ct val="120000"/>
                </a:lnSpc>
              </a:pPr>
              <a:endParaRPr lang="zh-CN" altLang="en-US" sz="1400">
                <a:latin typeface="Impact" panose="020B0806030902050204" pitchFamily="34" charset="0"/>
              </a:endParaRPr>
            </a:p>
          </p:txBody>
        </p:sp>
        <p:sp>
          <p:nvSpPr>
            <p:cNvPr id="58" name="TextBox 21"/>
            <p:cNvSpPr txBox="1"/>
            <p:nvPr/>
          </p:nvSpPr>
          <p:spPr>
            <a:xfrm>
              <a:off x="4076989" y="1410715"/>
              <a:ext cx="916389" cy="70788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defPPr>
              <a:lvl1pPr algn="ctr">
                <a:defRPr sz="1400">
                  <a:solidFill>
                    <a:schemeClr val="lt1"/>
                  </a:solidFill>
                  <a:latin typeface="Impact" panose="020B080603090205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20000"/>
                </a:lnSpc>
              </a:pPr>
              <a:r>
                <a:rPr lang="zh-CN" altLang="en-US" sz="2800" b="1" dirty="0">
                  <a:latin typeface="思源黑体" panose="020B0500000000000000" pitchFamily="34" charset="-122"/>
                  <a:ea typeface="思源黑体" panose="020B0500000000000000" pitchFamily="34" charset="-122"/>
                </a:rPr>
                <a:t>各阶段内容</a:t>
              </a:r>
              <a:endParaRPr lang="en-US" altLang="zh-CN" sz="2800" b="1" dirty="0">
                <a:latin typeface="思源黑体" panose="020B0500000000000000" pitchFamily="34" charset="-122"/>
                <a:ea typeface="思源黑体" panose="020B0500000000000000" pitchFamily="34" charset="-122"/>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fill="hold"/>
                                        <p:tgtEl>
                                          <p:spTgt spid="35"/>
                                        </p:tgtEl>
                                        <p:attrNameLst>
                                          <p:attrName>ppt_x</p:attrName>
                                        </p:attrNameLst>
                                      </p:cBhvr>
                                      <p:tavLst>
                                        <p:tav tm="0">
                                          <p:val>
                                            <p:strVal val="#ppt_x"/>
                                          </p:val>
                                        </p:tav>
                                        <p:tav tm="100000">
                                          <p:val>
                                            <p:strVal val="#ppt_x"/>
                                          </p:val>
                                        </p:tav>
                                      </p:tavLst>
                                    </p:anim>
                                    <p:anim calcmode="lin" valueType="num">
                                      <p:cBhvr additive="base">
                                        <p:cTn id="16" dur="500" fill="hold"/>
                                        <p:tgtEl>
                                          <p:spTgt spid="35"/>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6"/>
                                        </p:tgtEl>
                                        <p:attrNameLst>
                                          <p:attrName>style.visibility</p:attrName>
                                        </p:attrNameLst>
                                      </p:cBhvr>
                                      <p:to>
                                        <p:strVal val="visible"/>
                                      </p:to>
                                    </p:set>
                                    <p:anim calcmode="lin" valueType="num">
                                      <p:cBhvr additive="base">
                                        <p:cTn id="19" dur="500" fill="hold"/>
                                        <p:tgtEl>
                                          <p:spTgt spid="36"/>
                                        </p:tgtEl>
                                        <p:attrNameLst>
                                          <p:attrName>ppt_x</p:attrName>
                                        </p:attrNameLst>
                                      </p:cBhvr>
                                      <p:tavLst>
                                        <p:tav tm="0">
                                          <p:val>
                                            <p:strVal val="#ppt_x"/>
                                          </p:val>
                                        </p:tav>
                                        <p:tav tm="100000">
                                          <p:val>
                                            <p:strVal val="#ppt_x"/>
                                          </p:val>
                                        </p:tav>
                                      </p:tavLst>
                                    </p:anim>
                                    <p:anim calcmode="lin" valueType="num">
                                      <p:cBhvr additive="base">
                                        <p:cTn id="20" dur="500" fill="hold"/>
                                        <p:tgtEl>
                                          <p:spTgt spid="36"/>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7"/>
                                        </p:tgtEl>
                                        <p:attrNameLst>
                                          <p:attrName>style.visibility</p:attrName>
                                        </p:attrNameLst>
                                      </p:cBhvr>
                                      <p:to>
                                        <p:strVal val="visible"/>
                                      </p:to>
                                    </p:set>
                                    <p:anim calcmode="lin" valueType="num">
                                      <p:cBhvr additive="base">
                                        <p:cTn id="23" dur="500" fill="hold"/>
                                        <p:tgtEl>
                                          <p:spTgt spid="37"/>
                                        </p:tgtEl>
                                        <p:attrNameLst>
                                          <p:attrName>ppt_x</p:attrName>
                                        </p:attrNameLst>
                                      </p:cBhvr>
                                      <p:tavLst>
                                        <p:tav tm="0">
                                          <p:val>
                                            <p:strVal val="#ppt_x"/>
                                          </p:val>
                                        </p:tav>
                                        <p:tav tm="100000">
                                          <p:val>
                                            <p:strVal val="#ppt_x"/>
                                          </p:val>
                                        </p:tav>
                                      </p:tavLst>
                                    </p:anim>
                                    <p:anim calcmode="lin" valueType="num">
                                      <p:cBhvr additive="base">
                                        <p:cTn id="24" dur="500" fill="hold"/>
                                        <p:tgtEl>
                                          <p:spTgt spid="37"/>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8"/>
                                        </p:tgtEl>
                                        <p:attrNameLst>
                                          <p:attrName>style.visibility</p:attrName>
                                        </p:attrNameLst>
                                      </p:cBhvr>
                                      <p:to>
                                        <p:strVal val="visible"/>
                                      </p:to>
                                    </p:set>
                                    <p:anim calcmode="lin" valueType="num">
                                      <p:cBhvr additive="base">
                                        <p:cTn id="27" dur="500" fill="hold"/>
                                        <p:tgtEl>
                                          <p:spTgt spid="38"/>
                                        </p:tgtEl>
                                        <p:attrNameLst>
                                          <p:attrName>ppt_x</p:attrName>
                                        </p:attrNameLst>
                                      </p:cBhvr>
                                      <p:tavLst>
                                        <p:tav tm="0">
                                          <p:val>
                                            <p:strVal val="#ppt_x"/>
                                          </p:val>
                                        </p:tav>
                                        <p:tav tm="100000">
                                          <p:val>
                                            <p:strVal val="#ppt_x"/>
                                          </p:val>
                                        </p:tav>
                                      </p:tavLst>
                                    </p:anim>
                                    <p:anim calcmode="lin" valueType="num">
                                      <p:cBhvr additive="base">
                                        <p:cTn id="28" dur="500" fill="hold"/>
                                        <p:tgtEl>
                                          <p:spTgt spid="3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anim calcmode="lin" valueType="num">
                                      <p:cBhvr additive="base">
                                        <p:cTn id="31" dur="500" fill="hold"/>
                                        <p:tgtEl>
                                          <p:spTgt spid="39"/>
                                        </p:tgtEl>
                                        <p:attrNameLst>
                                          <p:attrName>ppt_x</p:attrName>
                                        </p:attrNameLst>
                                      </p:cBhvr>
                                      <p:tavLst>
                                        <p:tav tm="0">
                                          <p:val>
                                            <p:strVal val="#ppt_x"/>
                                          </p:val>
                                        </p:tav>
                                        <p:tav tm="100000">
                                          <p:val>
                                            <p:strVal val="#ppt_x"/>
                                          </p:val>
                                        </p:tav>
                                      </p:tavLst>
                                    </p:anim>
                                    <p:anim calcmode="lin" valueType="num">
                                      <p:cBhvr additive="base">
                                        <p:cTn id="32" dur="500" fill="hold"/>
                                        <p:tgtEl>
                                          <p:spTgt spid="39"/>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40"/>
                                        </p:tgtEl>
                                        <p:attrNameLst>
                                          <p:attrName>style.visibility</p:attrName>
                                        </p:attrNameLst>
                                      </p:cBhvr>
                                      <p:to>
                                        <p:strVal val="visible"/>
                                      </p:to>
                                    </p:set>
                                    <p:anim calcmode="lin" valueType="num">
                                      <p:cBhvr additive="base">
                                        <p:cTn id="35" dur="500" fill="hold"/>
                                        <p:tgtEl>
                                          <p:spTgt spid="40"/>
                                        </p:tgtEl>
                                        <p:attrNameLst>
                                          <p:attrName>ppt_x</p:attrName>
                                        </p:attrNameLst>
                                      </p:cBhvr>
                                      <p:tavLst>
                                        <p:tav tm="0">
                                          <p:val>
                                            <p:strVal val="#ppt_x"/>
                                          </p:val>
                                        </p:tav>
                                        <p:tav tm="100000">
                                          <p:val>
                                            <p:strVal val="#ppt_x"/>
                                          </p:val>
                                        </p:tav>
                                      </p:tavLst>
                                    </p:anim>
                                    <p:anim calcmode="lin" valueType="num">
                                      <p:cBhvr additive="base">
                                        <p:cTn id="36" dur="500" fill="hold"/>
                                        <p:tgtEl>
                                          <p:spTgt spid="40"/>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41"/>
                                        </p:tgtEl>
                                        <p:attrNameLst>
                                          <p:attrName>style.visibility</p:attrName>
                                        </p:attrNameLst>
                                      </p:cBhvr>
                                      <p:to>
                                        <p:strVal val="visible"/>
                                      </p:to>
                                    </p:set>
                                    <p:anim calcmode="lin" valueType="num">
                                      <p:cBhvr additive="base">
                                        <p:cTn id="39" dur="500" fill="hold"/>
                                        <p:tgtEl>
                                          <p:spTgt spid="41"/>
                                        </p:tgtEl>
                                        <p:attrNameLst>
                                          <p:attrName>ppt_x</p:attrName>
                                        </p:attrNameLst>
                                      </p:cBhvr>
                                      <p:tavLst>
                                        <p:tav tm="0">
                                          <p:val>
                                            <p:strVal val="#ppt_x"/>
                                          </p:val>
                                        </p:tav>
                                        <p:tav tm="100000">
                                          <p:val>
                                            <p:strVal val="#ppt_x"/>
                                          </p:val>
                                        </p:tav>
                                      </p:tavLst>
                                    </p:anim>
                                    <p:anim calcmode="lin" valueType="num">
                                      <p:cBhvr additive="base">
                                        <p:cTn id="40" dur="500" fill="hold"/>
                                        <p:tgtEl>
                                          <p:spTgt spid="41"/>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2"/>
                                        </p:tgtEl>
                                        <p:attrNameLst>
                                          <p:attrName>style.visibility</p:attrName>
                                        </p:attrNameLst>
                                      </p:cBhvr>
                                      <p:to>
                                        <p:strVal val="visible"/>
                                      </p:to>
                                    </p:set>
                                    <p:anim calcmode="lin" valueType="num">
                                      <p:cBhvr additive="base">
                                        <p:cTn id="43" dur="500" fill="hold"/>
                                        <p:tgtEl>
                                          <p:spTgt spid="42"/>
                                        </p:tgtEl>
                                        <p:attrNameLst>
                                          <p:attrName>ppt_x</p:attrName>
                                        </p:attrNameLst>
                                      </p:cBhvr>
                                      <p:tavLst>
                                        <p:tav tm="0">
                                          <p:val>
                                            <p:strVal val="#ppt_x"/>
                                          </p:val>
                                        </p:tav>
                                        <p:tav tm="100000">
                                          <p:val>
                                            <p:strVal val="#ppt_x"/>
                                          </p:val>
                                        </p:tav>
                                      </p:tavLst>
                                    </p:anim>
                                    <p:anim calcmode="lin" valueType="num">
                                      <p:cBhvr additive="base">
                                        <p:cTn id="44" dur="500" fill="hold"/>
                                        <p:tgtEl>
                                          <p:spTgt spid="42"/>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43"/>
                                        </p:tgtEl>
                                        <p:attrNameLst>
                                          <p:attrName>style.visibility</p:attrName>
                                        </p:attrNameLst>
                                      </p:cBhvr>
                                      <p:to>
                                        <p:strVal val="visible"/>
                                      </p:to>
                                    </p:set>
                                    <p:anim calcmode="lin" valueType="num">
                                      <p:cBhvr additive="base">
                                        <p:cTn id="47" dur="500" fill="hold"/>
                                        <p:tgtEl>
                                          <p:spTgt spid="43"/>
                                        </p:tgtEl>
                                        <p:attrNameLst>
                                          <p:attrName>ppt_x</p:attrName>
                                        </p:attrNameLst>
                                      </p:cBhvr>
                                      <p:tavLst>
                                        <p:tav tm="0">
                                          <p:val>
                                            <p:strVal val="#ppt_x"/>
                                          </p:val>
                                        </p:tav>
                                        <p:tav tm="100000">
                                          <p:val>
                                            <p:strVal val="#ppt_x"/>
                                          </p:val>
                                        </p:tav>
                                      </p:tavLst>
                                    </p:anim>
                                    <p:anim calcmode="lin" valueType="num">
                                      <p:cBhvr additive="base">
                                        <p:cTn id="48" dur="500" fill="hold"/>
                                        <p:tgtEl>
                                          <p:spTgt spid="4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4"/>
                                        </p:tgtEl>
                                        <p:attrNameLst>
                                          <p:attrName>style.visibility</p:attrName>
                                        </p:attrNameLst>
                                      </p:cBhvr>
                                      <p:to>
                                        <p:strVal val="visible"/>
                                      </p:to>
                                    </p:set>
                                    <p:anim calcmode="lin" valueType="num">
                                      <p:cBhvr additive="base">
                                        <p:cTn id="51" dur="500" fill="hold"/>
                                        <p:tgtEl>
                                          <p:spTgt spid="44"/>
                                        </p:tgtEl>
                                        <p:attrNameLst>
                                          <p:attrName>ppt_x</p:attrName>
                                        </p:attrNameLst>
                                      </p:cBhvr>
                                      <p:tavLst>
                                        <p:tav tm="0">
                                          <p:val>
                                            <p:strVal val="#ppt_x"/>
                                          </p:val>
                                        </p:tav>
                                        <p:tav tm="100000">
                                          <p:val>
                                            <p:strVal val="#ppt_x"/>
                                          </p:val>
                                        </p:tav>
                                      </p:tavLst>
                                    </p:anim>
                                    <p:anim calcmode="lin" valueType="num">
                                      <p:cBhvr additive="base">
                                        <p:cTn id="52" dur="500" fill="hold"/>
                                        <p:tgtEl>
                                          <p:spTgt spid="44"/>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45"/>
                                        </p:tgtEl>
                                        <p:attrNameLst>
                                          <p:attrName>style.visibility</p:attrName>
                                        </p:attrNameLst>
                                      </p:cBhvr>
                                      <p:to>
                                        <p:strVal val="visible"/>
                                      </p:to>
                                    </p:set>
                                    <p:anim calcmode="lin" valueType="num">
                                      <p:cBhvr additive="base">
                                        <p:cTn id="55" dur="500" fill="hold"/>
                                        <p:tgtEl>
                                          <p:spTgt spid="45"/>
                                        </p:tgtEl>
                                        <p:attrNameLst>
                                          <p:attrName>ppt_x</p:attrName>
                                        </p:attrNameLst>
                                      </p:cBhvr>
                                      <p:tavLst>
                                        <p:tav tm="0">
                                          <p:val>
                                            <p:strVal val="#ppt_x"/>
                                          </p:val>
                                        </p:tav>
                                        <p:tav tm="100000">
                                          <p:val>
                                            <p:strVal val="#ppt_x"/>
                                          </p:val>
                                        </p:tav>
                                      </p:tavLst>
                                    </p:anim>
                                    <p:anim calcmode="lin" valueType="num">
                                      <p:cBhvr additive="base">
                                        <p:cTn id="56" dur="500" fill="hold"/>
                                        <p:tgtEl>
                                          <p:spTgt spid="45"/>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46"/>
                                        </p:tgtEl>
                                        <p:attrNameLst>
                                          <p:attrName>style.visibility</p:attrName>
                                        </p:attrNameLst>
                                      </p:cBhvr>
                                      <p:to>
                                        <p:strVal val="visible"/>
                                      </p:to>
                                    </p:set>
                                    <p:anim calcmode="lin" valueType="num">
                                      <p:cBhvr additive="base">
                                        <p:cTn id="59" dur="500" fill="hold"/>
                                        <p:tgtEl>
                                          <p:spTgt spid="46"/>
                                        </p:tgtEl>
                                        <p:attrNameLst>
                                          <p:attrName>ppt_x</p:attrName>
                                        </p:attrNameLst>
                                      </p:cBhvr>
                                      <p:tavLst>
                                        <p:tav tm="0">
                                          <p:val>
                                            <p:strVal val="#ppt_x"/>
                                          </p:val>
                                        </p:tav>
                                        <p:tav tm="100000">
                                          <p:val>
                                            <p:strVal val="#ppt_x"/>
                                          </p:val>
                                        </p:tav>
                                      </p:tavLst>
                                    </p:anim>
                                    <p:anim calcmode="lin" valueType="num">
                                      <p:cBhvr additive="base">
                                        <p:cTn id="60" dur="500" fill="hold"/>
                                        <p:tgtEl>
                                          <p:spTgt spid="46"/>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47"/>
                                        </p:tgtEl>
                                        <p:attrNameLst>
                                          <p:attrName>style.visibility</p:attrName>
                                        </p:attrNameLst>
                                      </p:cBhvr>
                                      <p:to>
                                        <p:strVal val="visible"/>
                                      </p:to>
                                    </p:set>
                                    <p:anim calcmode="lin" valueType="num">
                                      <p:cBhvr additive="base">
                                        <p:cTn id="63" dur="500" fill="hold"/>
                                        <p:tgtEl>
                                          <p:spTgt spid="47"/>
                                        </p:tgtEl>
                                        <p:attrNameLst>
                                          <p:attrName>ppt_x</p:attrName>
                                        </p:attrNameLst>
                                      </p:cBhvr>
                                      <p:tavLst>
                                        <p:tav tm="0">
                                          <p:val>
                                            <p:strVal val="#ppt_x"/>
                                          </p:val>
                                        </p:tav>
                                        <p:tav tm="100000">
                                          <p:val>
                                            <p:strVal val="#ppt_x"/>
                                          </p:val>
                                        </p:tav>
                                      </p:tavLst>
                                    </p:anim>
                                    <p:anim calcmode="lin" valueType="num">
                                      <p:cBhvr additive="base">
                                        <p:cTn id="64" dur="500" fill="hold"/>
                                        <p:tgtEl>
                                          <p:spTgt spid="47"/>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48"/>
                                        </p:tgtEl>
                                        <p:attrNameLst>
                                          <p:attrName>style.visibility</p:attrName>
                                        </p:attrNameLst>
                                      </p:cBhvr>
                                      <p:to>
                                        <p:strVal val="visible"/>
                                      </p:to>
                                    </p:set>
                                    <p:anim calcmode="lin" valueType="num">
                                      <p:cBhvr additive="base">
                                        <p:cTn id="67" dur="500" fill="hold"/>
                                        <p:tgtEl>
                                          <p:spTgt spid="48"/>
                                        </p:tgtEl>
                                        <p:attrNameLst>
                                          <p:attrName>ppt_x</p:attrName>
                                        </p:attrNameLst>
                                      </p:cBhvr>
                                      <p:tavLst>
                                        <p:tav tm="0">
                                          <p:val>
                                            <p:strVal val="#ppt_x"/>
                                          </p:val>
                                        </p:tav>
                                        <p:tav tm="100000">
                                          <p:val>
                                            <p:strVal val="#ppt_x"/>
                                          </p:val>
                                        </p:tav>
                                      </p:tavLst>
                                    </p:anim>
                                    <p:anim calcmode="lin" valueType="num">
                                      <p:cBhvr additive="base">
                                        <p:cTn id="68" dur="500" fill="hold"/>
                                        <p:tgtEl>
                                          <p:spTgt spid="48"/>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49"/>
                                        </p:tgtEl>
                                        <p:attrNameLst>
                                          <p:attrName>style.visibility</p:attrName>
                                        </p:attrNameLst>
                                      </p:cBhvr>
                                      <p:to>
                                        <p:strVal val="visible"/>
                                      </p:to>
                                    </p:set>
                                    <p:anim calcmode="lin" valueType="num">
                                      <p:cBhvr additive="base">
                                        <p:cTn id="71" dur="500" fill="hold"/>
                                        <p:tgtEl>
                                          <p:spTgt spid="49"/>
                                        </p:tgtEl>
                                        <p:attrNameLst>
                                          <p:attrName>ppt_x</p:attrName>
                                        </p:attrNameLst>
                                      </p:cBhvr>
                                      <p:tavLst>
                                        <p:tav tm="0">
                                          <p:val>
                                            <p:strVal val="#ppt_x"/>
                                          </p:val>
                                        </p:tav>
                                        <p:tav tm="100000">
                                          <p:val>
                                            <p:strVal val="#ppt_x"/>
                                          </p:val>
                                        </p:tav>
                                      </p:tavLst>
                                    </p:anim>
                                    <p:anim calcmode="lin" valueType="num">
                                      <p:cBhvr additive="base">
                                        <p:cTn id="72" dur="500" fill="hold"/>
                                        <p:tgtEl>
                                          <p:spTgt spid="49"/>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50"/>
                                        </p:tgtEl>
                                        <p:attrNameLst>
                                          <p:attrName>style.visibility</p:attrName>
                                        </p:attrNameLst>
                                      </p:cBhvr>
                                      <p:to>
                                        <p:strVal val="visible"/>
                                      </p:to>
                                    </p:set>
                                    <p:anim calcmode="lin" valueType="num">
                                      <p:cBhvr additive="base">
                                        <p:cTn id="75" dur="500" fill="hold"/>
                                        <p:tgtEl>
                                          <p:spTgt spid="50"/>
                                        </p:tgtEl>
                                        <p:attrNameLst>
                                          <p:attrName>ppt_x</p:attrName>
                                        </p:attrNameLst>
                                      </p:cBhvr>
                                      <p:tavLst>
                                        <p:tav tm="0">
                                          <p:val>
                                            <p:strVal val="#ppt_x"/>
                                          </p:val>
                                        </p:tav>
                                        <p:tav tm="100000">
                                          <p:val>
                                            <p:strVal val="#ppt_x"/>
                                          </p:val>
                                        </p:tav>
                                      </p:tavLst>
                                    </p:anim>
                                    <p:anim calcmode="lin" valueType="num">
                                      <p:cBhvr additive="base">
                                        <p:cTn id="76" dur="500" fill="hold"/>
                                        <p:tgtEl>
                                          <p:spTgt spid="50"/>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51"/>
                                        </p:tgtEl>
                                        <p:attrNameLst>
                                          <p:attrName>style.visibility</p:attrName>
                                        </p:attrNameLst>
                                      </p:cBhvr>
                                      <p:to>
                                        <p:strVal val="visible"/>
                                      </p:to>
                                    </p:set>
                                    <p:anim calcmode="lin" valueType="num">
                                      <p:cBhvr additive="base">
                                        <p:cTn id="79" dur="500" fill="hold"/>
                                        <p:tgtEl>
                                          <p:spTgt spid="51"/>
                                        </p:tgtEl>
                                        <p:attrNameLst>
                                          <p:attrName>ppt_x</p:attrName>
                                        </p:attrNameLst>
                                      </p:cBhvr>
                                      <p:tavLst>
                                        <p:tav tm="0">
                                          <p:val>
                                            <p:strVal val="#ppt_x"/>
                                          </p:val>
                                        </p:tav>
                                        <p:tav tm="100000">
                                          <p:val>
                                            <p:strVal val="#ppt_x"/>
                                          </p:val>
                                        </p:tav>
                                      </p:tavLst>
                                    </p:anim>
                                    <p:anim calcmode="lin" valueType="num">
                                      <p:cBhvr additive="base">
                                        <p:cTn id="80" dur="500" fill="hold"/>
                                        <p:tgtEl>
                                          <p:spTgt spid="51"/>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52"/>
                                        </p:tgtEl>
                                        <p:attrNameLst>
                                          <p:attrName>style.visibility</p:attrName>
                                        </p:attrNameLst>
                                      </p:cBhvr>
                                      <p:to>
                                        <p:strVal val="visible"/>
                                      </p:to>
                                    </p:set>
                                    <p:anim calcmode="lin" valueType="num">
                                      <p:cBhvr additive="base">
                                        <p:cTn id="83" dur="500" fill="hold"/>
                                        <p:tgtEl>
                                          <p:spTgt spid="52"/>
                                        </p:tgtEl>
                                        <p:attrNameLst>
                                          <p:attrName>ppt_x</p:attrName>
                                        </p:attrNameLst>
                                      </p:cBhvr>
                                      <p:tavLst>
                                        <p:tav tm="0">
                                          <p:val>
                                            <p:strVal val="#ppt_x"/>
                                          </p:val>
                                        </p:tav>
                                        <p:tav tm="100000">
                                          <p:val>
                                            <p:strVal val="#ppt_x"/>
                                          </p:val>
                                        </p:tav>
                                      </p:tavLst>
                                    </p:anim>
                                    <p:anim calcmode="lin" valueType="num">
                                      <p:cBhvr additive="base">
                                        <p:cTn id="84" dur="500" fill="hold"/>
                                        <p:tgtEl>
                                          <p:spTgt spid="52"/>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53"/>
                                        </p:tgtEl>
                                        <p:attrNameLst>
                                          <p:attrName>style.visibility</p:attrName>
                                        </p:attrNameLst>
                                      </p:cBhvr>
                                      <p:to>
                                        <p:strVal val="visible"/>
                                      </p:to>
                                    </p:set>
                                    <p:anim calcmode="lin" valueType="num">
                                      <p:cBhvr additive="base">
                                        <p:cTn id="87" dur="500" fill="hold"/>
                                        <p:tgtEl>
                                          <p:spTgt spid="53"/>
                                        </p:tgtEl>
                                        <p:attrNameLst>
                                          <p:attrName>ppt_x</p:attrName>
                                        </p:attrNameLst>
                                      </p:cBhvr>
                                      <p:tavLst>
                                        <p:tav tm="0">
                                          <p:val>
                                            <p:strVal val="#ppt_x"/>
                                          </p:val>
                                        </p:tav>
                                        <p:tav tm="100000">
                                          <p:val>
                                            <p:strVal val="#ppt_x"/>
                                          </p:val>
                                        </p:tav>
                                      </p:tavLst>
                                    </p:anim>
                                    <p:anim calcmode="lin" valueType="num">
                                      <p:cBhvr additive="base">
                                        <p:cTn id="88" dur="500" fill="hold"/>
                                        <p:tgtEl>
                                          <p:spTgt spid="53"/>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54"/>
                                        </p:tgtEl>
                                        <p:attrNameLst>
                                          <p:attrName>style.visibility</p:attrName>
                                        </p:attrNameLst>
                                      </p:cBhvr>
                                      <p:to>
                                        <p:strVal val="visible"/>
                                      </p:to>
                                    </p:set>
                                    <p:anim calcmode="lin" valueType="num">
                                      <p:cBhvr additive="base">
                                        <p:cTn id="91" dur="500" fill="hold"/>
                                        <p:tgtEl>
                                          <p:spTgt spid="54"/>
                                        </p:tgtEl>
                                        <p:attrNameLst>
                                          <p:attrName>ppt_x</p:attrName>
                                        </p:attrNameLst>
                                      </p:cBhvr>
                                      <p:tavLst>
                                        <p:tav tm="0">
                                          <p:val>
                                            <p:strVal val="#ppt_x"/>
                                          </p:val>
                                        </p:tav>
                                        <p:tav tm="100000">
                                          <p:val>
                                            <p:strVal val="#ppt_x"/>
                                          </p:val>
                                        </p:tav>
                                      </p:tavLst>
                                    </p:anim>
                                    <p:anim calcmode="lin" valueType="num">
                                      <p:cBhvr additive="base">
                                        <p:cTn id="92" dur="500" fill="hold"/>
                                        <p:tgtEl>
                                          <p:spTgt spid="54"/>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55"/>
                                        </p:tgtEl>
                                        <p:attrNameLst>
                                          <p:attrName>style.visibility</p:attrName>
                                        </p:attrNameLst>
                                      </p:cBhvr>
                                      <p:to>
                                        <p:strVal val="visible"/>
                                      </p:to>
                                    </p:set>
                                    <p:anim calcmode="lin" valueType="num">
                                      <p:cBhvr additive="base">
                                        <p:cTn id="95" dur="500" fill="hold"/>
                                        <p:tgtEl>
                                          <p:spTgt spid="55"/>
                                        </p:tgtEl>
                                        <p:attrNameLst>
                                          <p:attrName>ppt_x</p:attrName>
                                        </p:attrNameLst>
                                      </p:cBhvr>
                                      <p:tavLst>
                                        <p:tav tm="0">
                                          <p:val>
                                            <p:strVal val="#ppt_x"/>
                                          </p:val>
                                        </p:tav>
                                        <p:tav tm="100000">
                                          <p:val>
                                            <p:strVal val="#ppt_x"/>
                                          </p:val>
                                        </p:tav>
                                      </p:tavLst>
                                    </p:anim>
                                    <p:anim calcmode="lin" valueType="num">
                                      <p:cBhvr additive="base">
                                        <p:cTn id="96" dur="500" fill="hold"/>
                                        <p:tgtEl>
                                          <p:spTgt spid="55"/>
                                        </p:tgtEl>
                                        <p:attrNameLst>
                                          <p:attrName>ppt_y</p:attrName>
                                        </p:attrNameLst>
                                      </p:cBhvr>
                                      <p:tavLst>
                                        <p:tav tm="0">
                                          <p:val>
                                            <p:strVal val="1+#ppt_h/2"/>
                                          </p:val>
                                        </p:tav>
                                        <p:tav tm="100000">
                                          <p:val>
                                            <p:strVal val="#ppt_y"/>
                                          </p:val>
                                        </p:tav>
                                      </p:tavLst>
                                    </p:anim>
                                  </p:childTnLst>
                                </p:cTn>
                              </p:par>
                              <p:par>
                                <p:cTn id="97" presetID="2" presetClass="entr" presetSubtype="4" fill="hold" nodeType="withEffect">
                                  <p:stCondLst>
                                    <p:cond delay="0"/>
                                  </p:stCondLst>
                                  <p:childTnLst>
                                    <p:set>
                                      <p:cBhvr>
                                        <p:cTn id="98" dur="1" fill="hold">
                                          <p:stCondLst>
                                            <p:cond delay="0"/>
                                          </p:stCondLst>
                                        </p:cTn>
                                        <p:tgtEl>
                                          <p:spTgt spid="56"/>
                                        </p:tgtEl>
                                        <p:attrNameLst>
                                          <p:attrName>style.visibility</p:attrName>
                                        </p:attrNameLst>
                                      </p:cBhvr>
                                      <p:to>
                                        <p:strVal val="visible"/>
                                      </p:to>
                                    </p:set>
                                    <p:anim calcmode="lin" valueType="num">
                                      <p:cBhvr additive="base">
                                        <p:cTn id="99" dur="500" fill="hold"/>
                                        <p:tgtEl>
                                          <p:spTgt spid="56"/>
                                        </p:tgtEl>
                                        <p:attrNameLst>
                                          <p:attrName>ppt_x</p:attrName>
                                        </p:attrNameLst>
                                      </p:cBhvr>
                                      <p:tavLst>
                                        <p:tav tm="0">
                                          <p:val>
                                            <p:strVal val="#ppt_x"/>
                                          </p:val>
                                        </p:tav>
                                        <p:tav tm="100000">
                                          <p:val>
                                            <p:strVal val="#ppt_x"/>
                                          </p:val>
                                        </p:tav>
                                      </p:tavLst>
                                    </p:anim>
                                    <p:anim calcmode="lin" valueType="num">
                                      <p:cBhvr additive="base">
                                        <p:cTn id="100"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P spid="22" grpId="0" bldLvl="0" animBg="1"/>
      <p:bldP spid="39" grpId="0" bldLvl="0" animBg="1"/>
      <p:bldP spid="40" grpId="0" bldLvl="0" animBg="1"/>
      <p:bldP spid="41" grpId="0" bldLvl="0" animBg="1"/>
      <p:bldP spid="42" grpId="0" bldLvl="0" animBg="1"/>
      <p:bldP spid="43" grpId="0" bldLvl="0" animBg="1"/>
      <p:bldP spid="44" grpId="0" bldLvl="0" animBg="1"/>
      <p:bldP spid="45" grpId="0"/>
      <p:bldP spid="46" grpId="0" bldLvl="0" animBg="1"/>
      <p:bldP spid="47" grpId="0"/>
      <p:bldP spid="48" grpId="0" bldLvl="0" animBg="1"/>
      <p:bldP spid="49" grpId="0"/>
      <p:bldP spid="50" grpId="0" bldLvl="0" animBg="1"/>
      <p:bldP spid="51" grpId="0"/>
      <p:bldP spid="52" grpId="0" bldLvl="0" animBg="1"/>
      <p:bldP spid="53" grpId="0"/>
      <p:bldP spid="54" grpId="0" bldLvl="0" animBg="1"/>
      <p:bldP spid="5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t="151" b="151"/>
          <a:stretch>
            <a:fillRect/>
          </a:stretch>
        </p:blipFill>
        <p:spPr>
          <a:xfrm>
            <a:off x="0" y="4318"/>
            <a:ext cx="12192000" cy="6858000"/>
          </a:xfrm>
          <a:prstGeom prst="rect">
            <a:avLst/>
          </a:prstGeom>
          <a:noFill/>
          <a:ln w="25400" cap="flat" cmpd="sng">
            <a:noFill/>
            <a:prstDash val="solid"/>
            <a:round/>
          </a:ln>
        </p:spPr>
      </p:pic>
      <p:sp>
        <p:nvSpPr>
          <p:cNvPr id="3" name="AutoShape 3"/>
          <p:cNvSpPr/>
          <p:nvPr/>
        </p:nvSpPr>
        <p:spPr>
          <a:xfrm>
            <a:off x="393700" y="450850"/>
            <a:ext cx="11404600" cy="5956300"/>
          </a:xfrm>
          <a:prstGeom prst="roundRect">
            <a:avLst>
              <a:gd name="adj" fmla="val 0"/>
            </a:avLst>
          </a:prstGeom>
          <a:solidFill>
            <a:srgbClr val="FFFFFF">
              <a:alpha val="100000"/>
            </a:srgbClr>
          </a:solidFill>
          <a:ln w="25400" cap="flat" cmpd="sng">
            <a:noFill/>
            <a:prstDash val="solid"/>
            <a:round/>
          </a:ln>
          <a:effectLst>
            <a:outerShdw blurRad="190500" dist="63500" dir="2700000" algn="tl" rotWithShape="0">
              <a:srgbClr val="000000">
                <a:alpha val="30000"/>
              </a:srgbClr>
            </a:outerShdw>
          </a:effectLst>
        </p:spPr>
        <p:txBody>
          <a:bodyPr vert="horz" wrap="square" lIns="63500" tIns="63500" rIns="63500" bIns="63500" rtlCol="0" anchor="ctr"/>
          <a:lstStyle/>
          <a:p>
            <a:pPr algn="ctr">
              <a:defRPr/>
            </a:pPr>
            <a:endParaRPr lang="zh-CN" altLang="en-US"/>
          </a:p>
        </p:txBody>
      </p:sp>
      <p:sp>
        <p:nvSpPr>
          <p:cNvPr id="4" name="Freeform 4"/>
          <p:cNvSpPr/>
          <p:nvPr/>
        </p:nvSpPr>
        <p:spPr>
          <a:xfrm>
            <a:off x="863600" y="863600"/>
            <a:ext cx="441095" cy="525189"/>
          </a:xfrm>
          <a:custGeom>
            <a:avLst/>
            <a:gdLst/>
            <a:ahLst/>
            <a:cxnLst/>
            <a:rect l="l" t="t" r="r" b="b"/>
            <a:pathLst>
              <a:path w="441095" h="525189">
                <a:moveTo>
                  <a:pt x="220958" y="0"/>
                </a:moveTo>
                <a:lnTo>
                  <a:pt x="331027" y="65754"/>
                </a:lnTo>
                <a:lnTo>
                  <a:pt x="441095" y="131508"/>
                </a:lnTo>
                <a:lnTo>
                  <a:pt x="441095" y="262174"/>
                </a:lnTo>
                <a:lnTo>
                  <a:pt x="441095" y="393682"/>
                </a:lnTo>
                <a:lnTo>
                  <a:pt x="331027" y="459436"/>
                </a:lnTo>
                <a:lnTo>
                  <a:pt x="220958" y="525189"/>
                </a:lnTo>
                <a:lnTo>
                  <a:pt x="110068" y="459436"/>
                </a:lnTo>
                <a:lnTo>
                  <a:pt x="0" y="393682"/>
                </a:lnTo>
                <a:lnTo>
                  <a:pt x="0" y="262174"/>
                </a:lnTo>
                <a:lnTo>
                  <a:pt x="0" y="131508"/>
                </a:lnTo>
                <a:lnTo>
                  <a:pt x="110068" y="65754"/>
                </a:lnTo>
                <a:lnTo>
                  <a:pt x="220958" y="0"/>
                </a:lnTo>
                <a:close/>
                <a:moveTo>
                  <a:pt x="220958" y="44679"/>
                </a:moveTo>
                <a:lnTo>
                  <a:pt x="312134" y="98631"/>
                </a:lnTo>
                <a:lnTo>
                  <a:pt x="404132" y="153426"/>
                </a:lnTo>
                <a:lnTo>
                  <a:pt x="404132" y="262174"/>
                </a:lnTo>
                <a:lnTo>
                  <a:pt x="404132" y="371763"/>
                </a:lnTo>
                <a:lnTo>
                  <a:pt x="312134" y="425715"/>
                </a:lnTo>
                <a:lnTo>
                  <a:pt x="220958" y="480511"/>
                </a:lnTo>
                <a:lnTo>
                  <a:pt x="128961" y="425715"/>
                </a:lnTo>
                <a:lnTo>
                  <a:pt x="37785" y="371763"/>
                </a:lnTo>
                <a:lnTo>
                  <a:pt x="37785" y="262174"/>
                </a:lnTo>
                <a:lnTo>
                  <a:pt x="37785" y="153426"/>
                </a:lnTo>
                <a:lnTo>
                  <a:pt x="128961" y="98631"/>
                </a:lnTo>
                <a:lnTo>
                  <a:pt x="220958" y="44679"/>
                </a:lnTo>
                <a:close/>
                <a:moveTo>
                  <a:pt x="176602" y="383565"/>
                </a:moveTo>
                <a:lnTo>
                  <a:pt x="301456" y="383565"/>
                </a:lnTo>
                <a:cubicBezTo>
                  <a:pt x="304742" y="383565"/>
                  <a:pt x="308027" y="386095"/>
                  <a:pt x="308027" y="390310"/>
                </a:cubicBezTo>
                <a:cubicBezTo>
                  <a:pt x="308027" y="393682"/>
                  <a:pt x="304742" y="397054"/>
                  <a:pt x="301456" y="397054"/>
                </a:cubicBezTo>
                <a:lnTo>
                  <a:pt x="176602" y="397054"/>
                </a:lnTo>
                <a:cubicBezTo>
                  <a:pt x="173317" y="397054"/>
                  <a:pt x="170031" y="393682"/>
                  <a:pt x="170031" y="390310"/>
                </a:cubicBezTo>
                <a:cubicBezTo>
                  <a:pt x="170031" y="386095"/>
                  <a:pt x="173317" y="383565"/>
                  <a:pt x="176602" y="383565"/>
                </a:cubicBezTo>
                <a:close/>
                <a:moveTo>
                  <a:pt x="179066" y="320341"/>
                </a:moveTo>
                <a:lnTo>
                  <a:pt x="248064" y="204006"/>
                </a:lnTo>
                <a:lnTo>
                  <a:pt x="271885" y="219180"/>
                </a:lnTo>
                <a:lnTo>
                  <a:pt x="203709" y="335515"/>
                </a:lnTo>
                <a:lnTo>
                  <a:pt x="179066" y="320341"/>
                </a:lnTo>
                <a:close/>
                <a:moveTo>
                  <a:pt x="130603" y="289993"/>
                </a:moveTo>
                <a:lnTo>
                  <a:pt x="199602" y="174502"/>
                </a:lnTo>
                <a:lnTo>
                  <a:pt x="223422" y="188832"/>
                </a:lnTo>
                <a:lnTo>
                  <a:pt x="155246" y="305167"/>
                </a:lnTo>
                <a:lnTo>
                  <a:pt x="130603" y="289993"/>
                </a:lnTo>
                <a:close/>
                <a:moveTo>
                  <a:pt x="119925" y="384409"/>
                </a:moveTo>
                <a:lnTo>
                  <a:pt x="126497" y="326241"/>
                </a:lnTo>
                <a:lnTo>
                  <a:pt x="173317" y="355746"/>
                </a:lnTo>
                <a:lnTo>
                  <a:pt x="127318" y="388624"/>
                </a:lnTo>
                <a:cubicBezTo>
                  <a:pt x="122390" y="391996"/>
                  <a:pt x="119104" y="390310"/>
                  <a:pt x="119925" y="384409"/>
                </a:cubicBezTo>
                <a:close/>
                <a:moveTo>
                  <a:pt x="218495" y="141624"/>
                </a:moveTo>
                <a:lnTo>
                  <a:pt x="207815" y="158485"/>
                </a:lnTo>
                <a:lnTo>
                  <a:pt x="280921" y="204006"/>
                </a:lnTo>
                <a:lnTo>
                  <a:pt x="290778" y="187146"/>
                </a:lnTo>
                <a:lnTo>
                  <a:pt x="218495" y="141624"/>
                </a:lnTo>
                <a:close/>
                <a:moveTo>
                  <a:pt x="234100" y="116335"/>
                </a:moveTo>
                <a:cubicBezTo>
                  <a:pt x="238208" y="108748"/>
                  <a:pt x="248064" y="106218"/>
                  <a:pt x="255457" y="110433"/>
                </a:cubicBezTo>
                <a:lnTo>
                  <a:pt x="300634" y="139095"/>
                </a:lnTo>
                <a:cubicBezTo>
                  <a:pt x="308027" y="143311"/>
                  <a:pt x="310491" y="153426"/>
                  <a:pt x="306385" y="161013"/>
                </a:cubicBezTo>
                <a:lnTo>
                  <a:pt x="299813" y="171972"/>
                </a:lnTo>
                <a:lnTo>
                  <a:pt x="227529" y="126450"/>
                </a:lnTo>
                <a:lnTo>
                  <a:pt x="234100" y="116335"/>
                </a:lnTo>
                <a:close/>
              </a:path>
            </a:pathLst>
          </a:custGeom>
          <a:solidFill>
            <a:srgbClr val="244C89">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511300" y="1130300"/>
            <a:ext cx="1981200" cy="317500"/>
          </a:xfrm>
          <a:prstGeom prst="rect">
            <a:avLst/>
          </a:prstGeom>
          <a:noFill/>
          <a:ln w="12700" cap="flat" cmpd="sng">
            <a:noFill/>
            <a:prstDash val="solid"/>
            <a:round/>
          </a:ln>
        </p:spPr>
        <p:txBody>
          <a:bodyPr vert="horz" wrap="square" lIns="0" tIns="0" rIns="0" bIns="50800" rtlCol="0" anchor="t" anchorCtr="0"/>
          <a:lstStyle/>
          <a:p>
            <a:pPr marL="0" indent="0" algn="l">
              <a:lnSpc>
                <a:spcPts val="2300"/>
              </a:lnSpc>
              <a:defRPr/>
            </a:pPr>
            <a:r>
              <a:rPr lang="en-US" sz="1400" b="0" i="0" u="none" strike="noStrike">
                <a:solidFill>
                  <a:srgbClr val="313D51"/>
                </a:solidFill>
                <a:latin typeface="Calibri" panose="020F0502020204030204"/>
                <a:ea typeface="Calibri" panose="020F0502020204030204"/>
                <a:cs typeface="Calibri" panose="020F0502020204030204"/>
                <a:sym typeface="Calibri" panose="020F0502020204030204"/>
              </a:rPr>
              <a:t>EXPECTED RESULTS</a:t>
            </a:r>
            <a:endParaRPr lang="en-US" sz="1100"/>
          </a:p>
        </p:txBody>
      </p:sp>
      <p:sp>
        <p:nvSpPr>
          <p:cNvPr id="6" name="AutoShape 6"/>
          <p:cNvSpPr/>
          <p:nvPr/>
        </p:nvSpPr>
        <p:spPr>
          <a:xfrm>
            <a:off x="1409700" y="749300"/>
            <a:ext cx="3632200" cy="457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17000"/>
              </a:lnSpc>
              <a:defRPr/>
            </a:pPr>
            <a:r>
              <a:rPr lang="en-US" sz="2400" b="1" i="0" u="none" strike="noStrike">
                <a:solidFill>
                  <a:srgbClr val="244C89"/>
                </a:solidFill>
                <a:latin typeface="Noto Sans SC" panose="020B0200000000000000" charset="-122"/>
                <a:ea typeface="Noto Sans SC" panose="020B0200000000000000" charset="-122"/>
                <a:cs typeface="Noto Sans SC" panose="020B0200000000000000" charset="-122"/>
                <a:sym typeface="Noto Sans SC" panose="020B0200000000000000" charset="-122"/>
              </a:rPr>
              <a:t>预期研究成果</a:t>
            </a:r>
            <a:endParaRPr lang="en-US" sz="1100"/>
          </a:p>
        </p:txBody>
      </p:sp>
      <p:sp>
        <p:nvSpPr>
          <p:cNvPr id="7" name="Freeform 7"/>
          <p:cNvSpPr/>
          <p:nvPr/>
        </p:nvSpPr>
        <p:spPr>
          <a:xfrm>
            <a:off x="2006600" y="2171700"/>
            <a:ext cx="782577" cy="724214"/>
          </a:xfrm>
          <a:custGeom>
            <a:avLst/>
            <a:gdLst/>
            <a:ahLst/>
            <a:cxnLst/>
            <a:rect l="l" t="t" r="r" b="b"/>
            <a:pathLst>
              <a:path w="782577" h="724214">
                <a:moveTo>
                  <a:pt x="475188" y="687414"/>
                </a:moveTo>
                <a:cubicBezTo>
                  <a:pt x="449909" y="674902"/>
                  <a:pt x="421331" y="667911"/>
                  <a:pt x="391288" y="667911"/>
                </a:cubicBezTo>
                <a:cubicBezTo>
                  <a:pt x="361245" y="667911"/>
                  <a:pt x="332669" y="674902"/>
                  <a:pt x="307388" y="687414"/>
                </a:cubicBezTo>
                <a:cubicBezTo>
                  <a:pt x="233015" y="724214"/>
                  <a:pt x="157908" y="678214"/>
                  <a:pt x="152046" y="596152"/>
                </a:cubicBezTo>
                <a:cubicBezTo>
                  <a:pt x="149847" y="568184"/>
                  <a:pt x="141787" y="540584"/>
                  <a:pt x="127132" y="514825"/>
                </a:cubicBezTo>
                <a:cubicBezTo>
                  <a:pt x="112111" y="489066"/>
                  <a:pt x="92326" y="467722"/>
                  <a:pt x="69245" y="452266"/>
                </a:cubicBezTo>
                <a:cubicBezTo>
                  <a:pt x="0" y="405163"/>
                  <a:pt x="366" y="317580"/>
                  <a:pt x="69245" y="270844"/>
                </a:cubicBezTo>
                <a:cubicBezTo>
                  <a:pt x="92326" y="255021"/>
                  <a:pt x="112111" y="234044"/>
                  <a:pt x="127132" y="208285"/>
                </a:cubicBezTo>
                <a:cubicBezTo>
                  <a:pt x="141787" y="182526"/>
                  <a:pt x="149847" y="154558"/>
                  <a:pt x="152046" y="126958"/>
                </a:cubicBezTo>
                <a:cubicBezTo>
                  <a:pt x="157908" y="41952"/>
                  <a:pt x="233747" y="0"/>
                  <a:pt x="309221" y="36431"/>
                </a:cubicBezTo>
                <a:cubicBezTo>
                  <a:pt x="334134" y="48208"/>
                  <a:pt x="361978" y="55199"/>
                  <a:pt x="391288" y="55199"/>
                </a:cubicBezTo>
                <a:cubicBezTo>
                  <a:pt x="420964" y="55199"/>
                  <a:pt x="448809" y="48208"/>
                  <a:pt x="473723" y="36063"/>
                </a:cubicBezTo>
                <a:cubicBezTo>
                  <a:pt x="511825" y="17663"/>
                  <a:pt x="549929" y="19872"/>
                  <a:pt x="578872" y="37535"/>
                </a:cubicBezTo>
                <a:cubicBezTo>
                  <a:pt x="607450" y="54463"/>
                  <a:pt x="627601" y="86479"/>
                  <a:pt x="630531" y="126958"/>
                </a:cubicBezTo>
                <a:cubicBezTo>
                  <a:pt x="632363" y="154558"/>
                  <a:pt x="640423" y="182526"/>
                  <a:pt x="655444" y="208285"/>
                </a:cubicBezTo>
                <a:cubicBezTo>
                  <a:pt x="670100" y="234044"/>
                  <a:pt x="690250" y="255021"/>
                  <a:pt x="713332" y="270844"/>
                </a:cubicBezTo>
                <a:cubicBezTo>
                  <a:pt x="781111" y="317212"/>
                  <a:pt x="782577" y="405530"/>
                  <a:pt x="713698" y="451898"/>
                </a:cubicBezTo>
                <a:cubicBezTo>
                  <a:pt x="690617" y="467354"/>
                  <a:pt x="670100" y="488697"/>
                  <a:pt x="655444" y="514825"/>
                </a:cubicBezTo>
                <a:cubicBezTo>
                  <a:pt x="640423" y="540584"/>
                  <a:pt x="632363" y="568552"/>
                  <a:pt x="630531" y="596520"/>
                </a:cubicBezTo>
                <a:cubicBezTo>
                  <a:pt x="624670" y="678214"/>
                  <a:pt x="549196" y="724214"/>
                  <a:pt x="475188" y="687414"/>
                </a:cubicBezTo>
                <a:close/>
              </a:path>
            </a:pathLst>
          </a:custGeom>
          <a:solidFill>
            <a:srgbClr val="244C89">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2222500" y="2260600"/>
            <a:ext cx="342900" cy="469900"/>
          </a:xfrm>
          <a:prstGeom prst="rect">
            <a:avLst/>
          </a:prstGeom>
          <a:noFill/>
          <a:ln w="12700" cap="flat" cmpd="sng">
            <a:noFill/>
            <a:prstDash val="solid"/>
            <a:round/>
          </a:ln>
        </p:spPr>
        <p:txBody>
          <a:bodyPr vert="horz" wrap="square" lIns="0" tIns="0" rIns="0" bIns="0" rtlCol="0" anchor="t" anchorCtr="0"/>
          <a:lstStyle/>
          <a:p>
            <a:pPr marL="0" indent="0" algn="ctr">
              <a:lnSpc>
                <a:spcPct val="117000"/>
              </a:lnSpc>
              <a:defRPr/>
            </a:pPr>
            <a:r>
              <a:rPr lang="en-US" sz="2800" b="0" i="0" u="none" strike="noStrike">
                <a:solidFill>
                  <a:srgbClr val="F2F2F2"/>
                </a:solidFill>
                <a:latin typeface="Agency FB" panose="020B0503020202020204"/>
                <a:ea typeface="Agency FB" panose="020B0503020202020204"/>
                <a:cs typeface="Agency FB" panose="020B0503020202020204"/>
                <a:sym typeface="Agency FB" panose="020B0503020202020204"/>
              </a:rPr>
              <a:t>01</a:t>
            </a:r>
            <a:endParaRPr lang="en-US" sz="1100"/>
          </a:p>
        </p:txBody>
      </p:sp>
      <p:sp>
        <p:nvSpPr>
          <p:cNvPr id="9" name="Freeform 9"/>
          <p:cNvSpPr/>
          <p:nvPr/>
        </p:nvSpPr>
        <p:spPr>
          <a:xfrm rot="1799999">
            <a:off x="1905000" y="2082800"/>
            <a:ext cx="978986" cy="904442"/>
          </a:xfrm>
          <a:custGeom>
            <a:avLst/>
            <a:gdLst/>
            <a:ahLst/>
            <a:cxnLst/>
            <a:rect l="l" t="t" r="r" b="b"/>
            <a:pathLst>
              <a:path w="978986" h="904442">
                <a:moveTo>
                  <a:pt x="594053" y="858652"/>
                </a:moveTo>
                <a:cubicBezTo>
                  <a:pt x="562461" y="842815"/>
                  <a:pt x="526750" y="834207"/>
                  <a:pt x="489321" y="834207"/>
                </a:cubicBezTo>
                <a:cubicBezTo>
                  <a:pt x="451550" y="834207"/>
                  <a:pt x="416180" y="842815"/>
                  <a:pt x="384589" y="858308"/>
                </a:cubicBezTo>
                <a:cubicBezTo>
                  <a:pt x="291189" y="904442"/>
                  <a:pt x="197446" y="847291"/>
                  <a:pt x="189890" y="744348"/>
                </a:cubicBezTo>
                <a:cubicBezTo>
                  <a:pt x="187488" y="709576"/>
                  <a:pt x="177185" y="674803"/>
                  <a:pt x="158643" y="642784"/>
                </a:cubicBezTo>
                <a:cubicBezTo>
                  <a:pt x="140100" y="610420"/>
                  <a:pt x="115377" y="584255"/>
                  <a:pt x="86533" y="564631"/>
                </a:cubicBezTo>
                <a:cubicBezTo>
                  <a:pt x="0" y="506101"/>
                  <a:pt x="0" y="396618"/>
                  <a:pt x="86533" y="338089"/>
                </a:cubicBezTo>
                <a:cubicBezTo>
                  <a:pt x="115377" y="318465"/>
                  <a:pt x="140100" y="292299"/>
                  <a:pt x="158643" y="259937"/>
                </a:cubicBezTo>
                <a:cubicBezTo>
                  <a:pt x="177185" y="227918"/>
                  <a:pt x="187488" y="193145"/>
                  <a:pt x="189890" y="158372"/>
                </a:cubicBezTo>
                <a:cubicBezTo>
                  <a:pt x="197446" y="52332"/>
                  <a:pt x="292219" y="0"/>
                  <a:pt x="386650" y="45446"/>
                </a:cubicBezTo>
                <a:cubicBezTo>
                  <a:pt x="417897" y="60250"/>
                  <a:pt x="452580" y="68857"/>
                  <a:pt x="489321" y="68857"/>
                </a:cubicBezTo>
                <a:cubicBezTo>
                  <a:pt x="526406" y="68857"/>
                  <a:pt x="561431" y="60250"/>
                  <a:pt x="592680" y="45102"/>
                </a:cubicBezTo>
                <a:cubicBezTo>
                  <a:pt x="640410" y="21690"/>
                  <a:pt x="687796" y="24789"/>
                  <a:pt x="724196" y="46478"/>
                </a:cubicBezTo>
                <a:cubicBezTo>
                  <a:pt x="759907" y="68169"/>
                  <a:pt x="784974" y="107762"/>
                  <a:pt x="788408" y="158372"/>
                </a:cubicBezTo>
                <a:cubicBezTo>
                  <a:pt x="791155" y="193145"/>
                  <a:pt x="801113" y="227918"/>
                  <a:pt x="819657" y="259937"/>
                </a:cubicBezTo>
                <a:cubicBezTo>
                  <a:pt x="838199" y="292299"/>
                  <a:pt x="863266" y="318465"/>
                  <a:pt x="892110" y="338089"/>
                </a:cubicBezTo>
                <a:cubicBezTo>
                  <a:pt x="977269" y="395930"/>
                  <a:pt x="978986" y="506101"/>
                  <a:pt x="892797" y="564286"/>
                </a:cubicBezTo>
                <a:cubicBezTo>
                  <a:pt x="863609" y="583910"/>
                  <a:pt x="838542" y="610076"/>
                  <a:pt x="819657" y="642784"/>
                </a:cubicBezTo>
                <a:cubicBezTo>
                  <a:pt x="801113" y="675147"/>
                  <a:pt x="791155" y="709920"/>
                  <a:pt x="788751" y="745037"/>
                </a:cubicBezTo>
                <a:cubicBezTo>
                  <a:pt x="781197" y="846946"/>
                  <a:pt x="686766" y="904442"/>
                  <a:pt x="594053" y="858652"/>
                </a:cubicBezTo>
                <a:close/>
              </a:path>
            </a:pathLst>
          </a:custGeom>
          <a:noFill/>
          <a:ln w="12700" cap="flat" cmpd="sng">
            <a:solidFill>
              <a:srgbClr val="313D51">
                <a:alpha val="100000"/>
              </a:srgbClr>
            </a:solidFill>
            <a:prstDash val="solid"/>
            <a:miter lim="10000000"/>
          </a:ln>
        </p:spPr>
        <p:txBody>
          <a:bodyPr vert="horz" wrap="square" lIns="63500" tIns="63500" rIns="63500" bIns="63500" rtlCol="0" anchor="ctr"/>
          <a:lstStyle/>
          <a:p>
            <a:pPr algn="ctr">
              <a:defRPr/>
            </a:pPr>
          </a:p>
        </p:txBody>
      </p:sp>
      <p:sp>
        <p:nvSpPr>
          <p:cNvPr id="10" name="AutoShape 10"/>
          <p:cNvSpPr/>
          <p:nvPr/>
        </p:nvSpPr>
        <p:spPr>
          <a:xfrm>
            <a:off x="3051308" y="2371725"/>
            <a:ext cx="2489200" cy="635000"/>
          </a:xfrm>
          <a:prstGeom prst="rect">
            <a:avLst/>
          </a:prstGeom>
          <a:noFill/>
          <a:ln w="12700" cap="flat" cmpd="sng">
            <a:noFill/>
            <a:prstDash val="solid"/>
            <a:round/>
          </a:ln>
        </p:spPr>
        <p:txBody>
          <a:bodyPr vert="horz" wrap="square" lIns="0" tIns="0" rIns="0" bIns="0" rtlCol="0" anchor="t" anchorCtr="0"/>
          <a:lstStyle/>
          <a:p>
            <a:pPr marL="0" indent="0" algn="just">
              <a:lnSpc>
                <a:spcPct val="108000"/>
              </a:lnSpc>
              <a:defRPr/>
            </a:pPr>
            <a:r>
              <a:rPr lang="zh-CN" altLang="en-US" sz="12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完成一套基于</a:t>
            </a:r>
            <a:r>
              <a:rPr lang="en-US" altLang="zh-CN" sz="1200" b="0" i="0" u="none" strike="noStrike" dirty="0" err="1">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Webots</a:t>
            </a:r>
            <a:r>
              <a:rPr lang="zh-CN" altLang="en-US" sz="12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的可运行三维建筑群无人机飞行仿真系统，集成全局路径规划与局部实时避障算法，支持场景可视化与性能指标输出。</a:t>
            </a:r>
            <a:endParaRPr lang="en-US" sz="1100" dirty="0"/>
          </a:p>
        </p:txBody>
      </p:sp>
      <p:sp>
        <p:nvSpPr>
          <p:cNvPr id="11" name="AutoShape 11"/>
          <p:cNvSpPr/>
          <p:nvPr/>
        </p:nvSpPr>
        <p:spPr>
          <a:xfrm>
            <a:off x="3048000" y="2070100"/>
            <a:ext cx="2667000" cy="3556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600" b="1" i="0" u="none" strike="noStrike" dirty="0" err="1">
                <a:solidFill>
                  <a:srgbClr val="313D51"/>
                </a:solidFill>
                <a:latin typeface="Noto Sans SC" panose="020B0200000000000000" charset="-122"/>
                <a:ea typeface="Noto Sans SC" panose="020B0200000000000000" charset="-122"/>
                <a:cs typeface="Noto Sans SC" panose="020B0200000000000000" charset="-122"/>
                <a:sym typeface="Noto Sans SC" panose="020B0200000000000000" charset="-122"/>
              </a:rPr>
              <a:t>三维仿真系统</a:t>
            </a:r>
            <a:endParaRPr lang="en-US" sz="1100" dirty="0"/>
          </a:p>
        </p:txBody>
      </p:sp>
      <p:sp>
        <p:nvSpPr>
          <p:cNvPr id="12" name="AutoShape 12"/>
          <p:cNvSpPr/>
          <p:nvPr/>
        </p:nvSpPr>
        <p:spPr>
          <a:xfrm>
            <a:off x="3048000" y="3746304"/>
            <a:ext cx="2489200" cy="635000"/>
          </a:xfrm>
          <a:prstGeom prst="rect">
            <a:avLst/>
          </a:prstGeom>
          <a:noFill/>
          <a:ln w="12700" cap="flat" cmpd="sng">
            <a:noFill/>
            <a:prstDash val="solid"/>
            <a:round/>
          </a:ln>
        </p:spPr>
        <p:txBody>
          <a:bodyPr vert="horz" wrap="square" lIns="0" tIns="0" rIns="0" bIns="0" rtlCol="0" anchor="t" anchorCtr="0"/>
          <a:lstStyle/>
          <a:p>
            <a:pPr marL="0" indent="0" algn="just">
              <a:lnSpc>
                <a:spcPct val="108000"/>
              </a:lnSpc>
              <a:defRPr/>
            </a:pPr>
            <a:r>
              <a:rPr lang="zh-CN" altLang="en-US" sz="12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实现并开源基于</a:t>
            </a:r>
            <a:r>
              <a:rPr lang="en-US" altLang="zh-CN" sz="12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Python</a:t>
            </a:r>
            <a:r>
              <a:rPr lang="zh-CN" altLang="en-US" sz="12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的</a:t>
            </a:r>
            <a:r>
              <a:rPr lang="en-US" altLang="zh-CN" sz="12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CBMBA A*</a:t>
            </a:r>
            <a:r>
              <a:rPr lang="zh-CN" altLang="en-US" sz="12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全局路径规划算法与改进人工势场局部避障算法，避障成功率达到</a:t>
            </a:r>
            <a:r>
              <a:rPr lang="en-US" altLang="zh-CN" sz="12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90%</a:t>
            </a:r>
            <a:r>
              <a:rPr lang="zh-CN" altLang="en-US" sz="12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以上，路径规划成功率不低于</a:t>
            </a:r>
            <a:r>
              <a:rPr lang="en-US" altLang="zh-CN" sz="12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95%</a:t>
            </a:r>
            <a:r>
              <a:rPr lang="zh-CN" altLang="en-US" sz="12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100" dirty="0"/>
          </a:p>
        </p:txBody>
      </p:sp>
      <p:sp>
        <p:nvSpPr>
          <p:cNvPr id="13" name="AutoShape 13"/>
          <p:cNvSpPr/>
          <p:nvPr/>
        </p:nvSpPr>
        <p:spPr>
          <a:xfrm>
            <a:off x="3048000" y="3467100"/>
            <a:ext cx="2667000" cy="3556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zh-CN" altLang="en-US" sz="1600" b="1" i="0" u="none" strike="noStrike" dirty="0">
                <a:solidFill>
                  <a:srgbClr val="313D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a:t>
            </a:r>
            <a:r>
              <a:rPr lang="en-US" sz="1600" b="1" i="0" u="none" strike="noStrike" dirty="0" err="1">
                <a:solidFill>
                  <a:srgbClr val="313D51"/>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算法模块</a:t>
            </a:r>
            <a:endParaRPr lang="en-US" sz="1100" dirty="0"/>
          </a:p>
        </p:txBody>
      </p:sp>
      <p:sp>
        <p:nvSpPr>
          <p:cNvPr id="14" name="AutoShape 14"/>
          <p:cNvSpPr/>
          <p:nvPr/>
        </p:nvSpPr>
        <p:spPr>
          <a:xfrm>
            <a:off x="7962900" y="2371725"/>
            <a:ext cx="2489200" cy="635000"/>
          </a:xfrm>
          <a:prstGeom prst="rect">
            <a:avLst/>
          </a:prstGeom>
          <a:noFill/>
          <a:ln w="12700" cap="flat" cmpd="sng">
            <a:noFill/>
            <a:prstDash val="solid"/>
            <a:round/>
          </a:ln>
        </p:spPr>
        <p:txBody>
          <a:bodyPr vert="horz" wrap="square" lIns="0" tIns="0" rIns="0" bIns="0" rtlCol="0" anchor="t" anchorCtr="0"/>
          <a:lstStyle/>
          <a:p>
            <a:pPr marL="0" indent="0" algn="just">
              <a:lnSpc>
                <a:spcPct val="108000"/>
              </a:lnSpc>
              <a:defRPr/>
            </a:pPr>
            <a:r>
              <a:rPr lang="zh-CN" altLang="en-US" sz="12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a:t>
            </a:r>
            <a:r>
              <a:rPr lang="en-US" altLang="zh-CN" sz="1200" b="0" i="0" u="none" strike="noStrike" dirty="0" err="1">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AirSim</a:t>
            </a:r>
            <a:r>
              <a:rPr lang="zh-CN" altLang="en-US" sz="12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平台制作时长</a:t>
            </a:r>
            <a:r>
              <a:rPr lang="en-US" altLang="zh-CN" sz="12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3-5</a:t>
            </a:r>
            <a:r>
              <a:rPr lang="zh-CN" altLang="en-US" sz="12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分钟的三维飞行仿真演示视频，完整展示无人机在建筑群中的自主路径规划与动态避障全过程。 </a:t>
            </a:r>
            <a:endParaRPr lang="en-US" sz="1100" dirty="0"/>
          </a:p>
        </p:txBody>
      </p:sp>
      <p:sp>
        <p:nvSpPr>
          <p:cNvPr id="15" name="AutoShape 15"/>
          <p:cNvSpPr/>
          <p:nvPr/>
        </p:nvSpPr>
        <p:spPr>
          <a:xfrm>
            <a:off x="7962900" y="2070100"/>
            <a:ext cx="2667000" cy="3556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600" b="1" i="0" u="none" strike="noStrike" dirty="0" err="1">
                <a:solidFill>
                  <a:srgbClr val="313D51"/>
                </a:solidFill>
                <a:latin typeface="Noto Sans SC" panose="020B0200000000000000" charset="-122"/>
                <a:ea typeface="Noto Sans SC" panose="020B0200000000000000" charset="-122"/>
                <a:cs typeface="Noto Sans SC" panose="020B0200000000000000" charset="-122"/>
                <a:sym typeface="Noto Sans SC" panose="020B0200000000000000" charset="-122"/>
              </a:rPr>
              <a:t>高真实感演示视频</a:t>
            </a:r>
            <a:endParaRPr lang="en-US" sz="1100" dirty="0"/>
          </a:p>
        </p:txBody>
      </p:sp>
      <p:sp>
        <p:nvSpPr>
          <p:cNvPr id="16" name="AutoShape 16"/>
          <p:cNvSpPr/>
          <p:nvPr/>
        </p:nvSpPr>
        <p:spPr>
          <a:xfrm>
            <a:off x="7940669" y="3770562"/>
            <a:ext cx="2928877" cy="635000"/>
          </a:xfrm>
          <a:prstGeom prst="rect">
            <a:avLst/>
          </a:prstGeom>
          <a:noFill/>
          <a:ln w="12700" cap="flat" cmpd="sng">
            <a:noFill/>
            <a:prstDash val="solid"/>
            <a:round/>
          </a:ln>
        </p:spPr>
        <p:txBody>
          <a:bodyPr vert="horz" wrap="square" lIns="0" tIns="0" rIns="0" bIns="0" rtlCol="0" anchor="t" anchorCtr="0"/>
          <a:lstStyle/>
          <a:p>
            <a:pPr marL="0" indent="0" algn="just">
              <a:lnSpc>
                <a:spcPct val="108000"/>
              </a:lnSpc>
              <a:defRPr/>
            </a:pPr>
            <a:r>
              <a:rPr lang="zh-CN" altLang="en-US" sz="12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撰写并投稿项目相关学术论文</a:t>
            </a:r>
            <a:r>
              <a:rPr lang="en-US" altLang="zh-CN" sz="12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1</a:t>
            </a:r>
            <a:r>
              <a:rPr lang="zh-CN" altLang="en-US" sz="12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篇，拟投稿至</a:t>
            </a:r>
            <a:r>
              <a:rPr lang="en-US" altLang="zh-CN" sz="12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IEEE</a:t>
            </a:r>
            <a:r>
              <a:rPr lang="zh-CN" altLang="en-US" sz="12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2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Springer</a:t>
            </a:r>
            <a:r>
              <a:rPr lang="zh-CN" altLang="en-US" sz="12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或国内核心期刊，涵盖</a:t>
            </a:r>
            <a:r>
              <a:rPr lang="en-US" altLang="zh-CN" sz="12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CBMBA A*</a:t>
            </a:r>
            <a:r>
              <a:rPr lang="zh-CN" altLang="en-US" sz="12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算法三维适配改进与全局</a:t>
            </a:r>
            <a:r>
              <a:rPr lang="en-US" altLang="zh-CN" sz="12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2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局部融合避障策略的研究成果。 </a:t>
            </a:r>
            <a:endParaRPr lang="en-US" sz="1100" dirty="0"/>
          </a:p>
        </p:txBody>
      </p:sp>
      <p:sp>
        <p:nvSpPr>
          <p:cNvPr id="17" name="AutoShape 17"/>
          <p:cNvSpPr/>
          <p:nvPr/>
        </p:nvSpPr>
        <p:spPr>
          <a:xfrm>
            <a:off x="7962900" y="3467100"/>
            <a:ext cx="2667000" cy="3556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600" b="1" i="0" u="none" strike="noStrike">
                <a:solidFill>
                  <a:srgbClr val="313D51"/>
                </a:solidFill>
                <a:latin typeface="Noto Sans SC" panose="020B0200000000000000" charset="-122"/>
                <a:ea typeface="Noto Sans SC" panose="020B0200000000000000" charset="-122"/>
                <a:cs typeface="Noto Sans SC" panose="020B0200000000000000" charset="-122"/>
                <a:sym typeface="Noto Sans SC" panose="020B0200000000000000" charset="-122"/>
              </a:rPr>
              <a:t>学术论文</a:t>
            </a:r>
            <a:endParaRPr lang="en-US" sz="1100"/>
          </a:p>
        </p:txBody>
      </p:sp>
      <p:sp>
        <p:nvSpPr>
          <p:cNvPr id="18" name="AutoShape 18"/>
          <p:cNvSpPr/>
          <p:nvPr/>
        </p:nvSpPr>
        <p:spPr>
          <a:xfrm>
            <a:off x="3060700" y="5118492"/>
            <a:ext cx="2489200" cy="635000"/>
          </a:xfrm>
          <a:prstGeom prst="rect">
            <a:avLst/>
          </a:prstGeom>
          <a:noFill/>
          <a:ln w="12700" cap="flat" cmpd="sng">
            <a:noFill/>
            <a:prstDash val="solid"/>
            <a:round/>
          </a:ln>
        </p:spPr>
        <p:txBody>
          <a:bodyPr vert="horz" wrap="square" lIns="0" tIns="0" rIns="0" bIns="0" rtlCol="0" anchor="t" anchorCtr="0"/>
          <a:lstStyle/>
          <a:p>
            <a:pPr marL="0" indent="0" algn="just">
              <a:lnSpc>
                <a:spcPct val="108000"/>
              </a:lnSpc>
              <a:defRPr/>
            </a:pPr>
            <a:r>
              <a:rPr lang="zh-CN" altLang="en-US" sz="12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基于公开城市数据构建不少于一个真实城市片区的三维建筑群仿真场景，建筑数量不少于</a:t>
            </a:r>
            <a:r>
              <a:rPr lang="en-US" altLang="zh-CN" sz="12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50</a:t>
            </a:r>
            <a:r>
              <a:rPr lang="zh-CN" altLang="en-US" sz="12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栋，场景复杂程度满足算法验证需求。 </a:t>
            </a:r>
            <a:endParaRPr lang="en-US" sz="1100" dirty="0"/>
          </a:p>
        </p:txBody>
      </p:sp>
      <p:sp>
        <p:nvSpPr>
          <p:cNvPr id="19" name="AutoShape 19"/>
          <p:cNvSpPr/>
          <p:nvPr/>
        </p:nvSpPr>
        <p:spPr>
          <a:xfrm>
            <a:off x="3048000" y="4838700"/>
            <a:ext cx="2667000" cy="3556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600" b="1" i="0" u="none" strike="noStrike" dirty="0" err="1">
                <a:solidFill>
                  <a:srgbClr val="313D51"/>
                </a:solidFill>
                <a:latin typeface="Noto Sans SC" panose="020B0200000000000000" charset="-122"/>
                <a:ea typeface="Noto Sans SC" panose="020B0200000000000000" charset="-122"/>
                <a:cs typeface="Noto Sans SC" panose="020B0200000000000000" charset="-122"/>
                <a:sym typeface="Noto Sans SC" panose="020B0200000000000000" charset="-122"/>
              </a:rPr>
              <a:t>三维</a:t>
            </a:r>
            <a:r>
              <a:rPr lang="zh-CN" altLang="en-US" sz="1600" b="1" i="0" u="none" strike="noStrike" dirty="0">
                <a:solidFill>
                  <a:srgbClr val="313D51"/>
                </a:solidFill>
                <a:latin typeface="Noto Sans SC" panose="020B0200000000000000" charset="-122"/>
                <a:ea typeface="Noto Sans SC" panose="020B0200000000000000" charset="-122"/>
                <a:cs typeface="Noto Sans SC" panose="020B0200000000000000" charset="-122"/>
                <a:sym typeface="Noto Sans SC" panose="020B0200000000000000" charset="-122"/>
              </a:rPr>
              <a:t>建筑群</a:t>
            </a:r>
            <a:r>
              <a:rPr lang="en-US" sz="1600" b="1" i="0" u="none" strike="noStrike" dirty="0" err="1">
                <a:solidFill>
                  <a:srgbClr val="313D51"/>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场景模型</a:t>
            </a:r>
            <a:endParaRPr lang="en-US" sz="1100" dirty="0"/>
          </a:p>
        </p:txBody>
      </p:sp>
      <p:sp>
        <p:nvSpPr>
          <p:cNvPr id="20" name="AutoShape 20"/>
          <p:cNvSpPr/>
          <p:nvPr/>
        </p:nvSpPr>
        <p:spPr>
          <a:xfrm>
            <a:off x="7962900" y="5165725"/>
            <a:ext cx="2489200" cy="635000"/>
          </a:xfrm>
          <a:prstGeom prst="rect">
            <a:avLst/>
          </a:prstGeom>
          <a:noFill/>
          <a:ln w="12700" cap="flat" cmpd="sng">
            <a:noFill/>
            <a:prstDash val="solid"/>
            <a:round/>
          </a:ln>
        </p:spPr>
        <p:txBody>
          <a:bodyPr vert="horz" wrap="square" lIns="0" tIns="0" rIns="0" bIns="0" rtlCol="0" anchor="t" anchorCtr="0"/>
          <a:lstStyle/>
          <a:p>
            <a:pPr marL="0" indent="0" algn="just">
              <a:lnSpc>
                <a:spcPct val="108000"/>
              </a:lnSpc>
              <a:defRPr/>
            </a:pPr>
            <a:r>
              <a:rPr lang="zh-CN" altLang="en-US" sz="12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计划申请软件著作权</a:t>
            </a:r>
            <a:r>
              <a:rPr lang="en-US" altLang="zh-CN" sz="12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1</a:t>
            </a:r>
            <a:r>
              <a:rPr lang="zh-CN" altLang="en-US" sz="12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项（无人机三维仿真避障系统），为后续成果转化积累知识产权储备</a:t>
            </a:r>
            <a:endParaRPr lang="en-US" sz="1100" dirty="0"/>
          </a:p>
        </p:txBody>
      </p:sp>
      <p:sp>
        <p:nvSpPr>
          <p:cNvPr id="21" name="AutoShape 21"/>
          <p:cNvSpPr/>
          <p:nvPr/>
        </p:nvSpPr>
        <p:spPr>
          <a:xfrm>
            <a:off x="7962900" y="4838700"/>
            <a:ext cx="2667000" cy="3556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600" b="1" i="0" u="none" strike="noStrike" dirty="0" err="1">
                <a:solidFill>
                  <a:srgbClr val="313D51"/>
                </a:solidFill>
                <a:latin typeface="Noto Sans SC" panose="020B0200000000000000" charset="-122"/>
                <a:ea typeface="Noto Sans SC" panose="020B0200000000000000" charset="-122"/>
                <a:cs typeface="Noto Sans SC" panose="020B0200000000000000" charset="-122"/>
                <a:sym typeface="Noto Sans SC" panose="020B0200000000000000" charset="-122"/>
              </a:rPr>
              <a:t>软件著作权</a:t>
            </a:r>
            <a:endParaRPr lang="en-US" sz="1100" dirty="0"/>
          </a:p>
        </p:txBody>
      </p:sp>
      <p:sp>
        <p:nvSpPr>
          <p:cNvPr id="22" name="Freeform 22"/>
          <p:cNvSpPr/>
          <p:nvPr/>
        </p:nvSpPr>
        <p:spPr>
          <a:xfrm>
            <a:off x="2006600" y="3543300"/>
            <a:ext cx="782577" cy="724214"/>
          </a:xfrm>
          <a:custGeom>
            <a:avLst/>
            <a:gdLst/>
            <a:ahLst/>
            <a:cxnLst/>
            <a:rect l="l" t="t" r="r" b="b"/>
            <a:pathLst>
              <a:path w="782577" h="724214">
                <a:moveTo>
                  <a:pt x="475188" y="687414"/>
                </a:moveTo>
                <a:cubicBezTo>
                  <a:pt x="449909" y="674902"/>
                  <a:pt x="421331" y="667911"/>
                  <a:pt x="391288" y="667911"/>
                </a:cubicBezTo>
                <a:cubicBezTo>
                  <a:pt x="361245" y="667911"/>
                  <a:pt x="332669" y="674902"/>
                  <a:pt x="307388" y="687414"/>
                </a:cubicBezTo>
                <a:cubicBezTo>
                  <a:pt x="233015" y="724214"/>
                  <a:pt x="157908" y="678214"/>
                  <a:pt x="152046" y="596152"/>
                </a:cubicBezTo>
                <a:cubicBezTo>
                  <a:pt x="149847" y="568184"/>
                  <a:pt x="141787" y="540584"/>
                  <a:pt x="127132" y="514825"/>
                </a:cubicBezTo>
                <a:cubicBezTo>
                  <a:pt x="112111" y="489066"/>
                  <a:pt x="92326" y="467722"/>
                  <a:pt x="69245" y="452266"/>
                </a:cubicBezTo>
                <a:cubicBezTo>
                  <a:pt x="0" y="405163"/>
                  <a:pt x="366" y="317580"/>
                  <a:pt x="69245" y="270844"/>
                </a:cubicBezTo>
                <a:cubicBezTo>
                  <a:pt x="92326" y="255021"/>
                  <a:pt x="112111" y="234044"/>
                  <a:pt x="127132" y="208285"/>
                </a:cubicBezTo>
                <a:cubicBezTo>
                  <a:pt x="141787" y="182526"/>
                  <a:pt x="149847" y="154558"/>
                  <a:pt x="152046" y="126958"/>
                </a:cubicBezTo>
                <a:cubicBezTo>
                  <a:pt x="157908" y="41952"/>
                  <a:pt x="233747" y="0"/>
                  <a:pt x="309221" y="36431"/>
                </a:cubicBezTo>
                <a:cubicBezTo>
                  <a:pt x="334134" y="48208"/>
                  <a:pt x="361978" y="55199"/>
                  <a:pt x="391288" y="55199"/>
                </a:cubicBezTo>
                <a:cubicBezTo>
                  <a:pt x="420964" y="55199"/>
                  <a:pt x="448809" y="48208"/>
                  <a:pt x="473723" y="36063"/>
                </a:cubicBezTo>
                <a:cubicBezTo>
                  <a:pt x="511825" y="17663"/>
                  <a:pt x="549929" y="19872"/>
                  <a:pt x="578872" y="37535"/>
                </a:cubicBezTo>
                <a:cubicBezTo>
                  <a:pt x="607450" y="54463"/>
                  <a:pt x="627601" y="86479"/>
                  <a:pt x="630531" y="126958"/>
                </a:cubicBezTo>
                <a:cubicBezTo>
                  <a:pt x="632363" y="154558"/>
                  <a:pt x="640423" y="182526"/>
                  <a:pt x="655444" y="208285"/>
                </a:cubicBezTo>
                <a:cubicBezTo>
                  <a:pt x="670100" y="234044"/>
                  <a:pt x="690250" y="255021"/>
                  <a:pt x="713332" y="270844"/>
                </a:cubicBezTo>
                <a:cubicBezTo>
                  <a:pt x="781111" y="317212"/>
                  <a:pt x="782577" y="405530"/>
                  <a:pt x="713698" y="451898"/>
                </a:cubicBezTo>
                <a:cubicBezTo>
                  <a:pt x="690617" y="467354"/>
                  <a:pt x="670100" y="488697"/>
                  <a:pt x="655444" y="514825"/>
                </a:cubicBezTo>
                <a:cubicBezTo>
                  <a:pt x="640423" y="540584"/>
                  <a:pt x="632363" y="568552"/>
                  <a:pt x="630531" y="596520"/>
                </a:cubicBezTo>
                <a:cubicBezTo>
                  <a:pt x="624670" y="678214"/>
                  <a:pt x="549196" y="724214"/>
                  <a:pt x="475188" y="687414"/>
                </a:cubicBezTo>
                <a:close/>
              </a:path>
            </a:pathLst>
          </a:custGeom>
          <a:solidFill>
            <a:srgbClr val="244C89">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2197100" y="3619500"/>
            <a:ext cx="393700" cy="469900"/>
          </a:xfrm>
          <a:prstGeom prst="rect">
            <a:avLst/>
          </a:prstGeom>
          <a:noFill/>
          <a:ln w="12700" cap="flat" cmpd="sng">
            <a:noFill/>
            <a:prstDash val="solid"/>
            <a:round/>
          </a:ln>
        </p:spPr>
        <p:txBody>
          <a:bodyPr vert="horz" wrap="square" lIns="0" tIns="0" rIns="0" bIns="0" rtlCol="0" anchor="t" anchorCtr="0"/>
          <a:lstStyle/>
          <a:p>
            <a:pPr marL="0" indent="0" algn="ctr">
              <a:lnSpc>
                <a:spcPct val="117000"/>
              </a:lnSpc>
              <a:defRPr/>
            </a:pPr>
            <a:r>
              <a:rPr lang="en-US" sz="2800" b="0" i="0" u="none" strike="noStrike">
                <a:solidFill>
                  <a:srgbClr val="F2F2F2"/>
                </a:solidFill>
                <a:latin typeface="Agency FB" panose="020B0503020202020204"/>
                <a:ea typeface="Agency FB" panose="020B0503020202020204"/>
                <a:cs typeface="Agency FB" panose="020B0503020202020204"/>
                <a:sym typeface="Agency FB" panose="020B0503020202020204"/>
              </a:rPr>
              <a:t>02</a:t>
            </a:r>
            <a:endParaRPr lang="en-US" sz="1100"/>
          </a:p>
        </p:txBody>
      </p:sp>
      <p:sp>
        <p:nvSpPr>
          <p:cNvPr id="24" name="Freeform 24"/>
          <p:cNvSpPr/>
          <p:nvPr/>
        </p:nvSpPr>
        <p:spPr>
          <a:xfrm rot="1799999">
            <a:off x="1905000" y="3454400"/>
            <a:ext cx="978986" cy="904442"/>
          </a:xfrm>
          <a:custGeom>
            <a:avLst/>
            <a:gdLst/>
            <a:ahLst/>
            <a:cxnLst/>
            <a:rect l="l" t="t" r="r" b="b"/>
            <a:pathLst>
              <a:path w="978986" h="904442">
                <a:moveTo>
                  <a:pt x="594053" y="858652"/>
                </a:moveTo>
                <a:cubicBezTo>
                  <a:pt x="562461" y="842815"/>
                  <a:pt x="526750" y="834207"/>
                  <a:pt x="489321" y="834207"/>
                </a:cubicBezTo>
                <a:cubicBezTo>
                  <a:pt x="451550" y="834207"/>
                  <a:pt x="416180" y="842815"/>
                  <a:pt x="384589" y="858308"/>
                </a:cubicBezTo>
                <a:cubicBezTo>
                  <a:pt x="291189" y="904442"/>
                  <a:pt x="197446" y="847291"/>
                  <a:pt x="189890" y="744348"/>
                </a:cubicBezTo>
                <a:cubicBezTo>
                  <a:pt x="187488" y="709576"/>
                  <a:pt x="177185" y="674803"/>
                  <a:pt x="158643" y="642784"/>
                </a:cubicBezTo>
                <a:cubicBezTo>
                  <a:pt x="140100" y="610420"/>
                  <a:pt x="115377" y="584255"/>
                  <a:pt x="86533" y="564631"/>
                </a:cubicBezTo>
                <a:cubicBezTo>
                  <a:pt x="0" y="506101"/>
                  <a:pt x="0" y="396618"/>
                  <a:pt x="86533" y="338089"/>
                </a:cubicBezTo>
                <a:cubicBezTo>
                  <a:pt x="115377" y="318465"/>
                  <a:pt x="140100" y="292299"/>
                  <a:pt x="158643" y="259937"/>
                </a:cubicBezTo>
                <a:cubicBezTo>
                  <a:pt x="177185" y="227918"/>
                  <a:pt x="187488" y="193145"/>
                  <a:pt x="189890" y="158372"/>
                </a:cubicBezTo>
                <a:cubicBezTo>
                  <a:pt x="197446" y="52332"/>
                  <a:pt x="292219" y="0"/>
                  <a:pt x="386650" y="45446"/>
                </a:cubicBezTo>
                <a:cubicBezTo>
                  <a:pt x="417897" y="60250"/>
                  <a:pt x="452580" y="68857"/>
                  <a:pt x="489321" y="68857"/>
                </a:cubicBezTo>
                <a:cubicBezTo>
                  <a:pt x="526406" y="68857"/>
                  <a:pt x="561431" y="60250"/>
                  <a:pt x="592680" y="45102"/>
                </a:cubicBezTo>
                <a:cubicBezTo>
                  <a:pt x="640410" y="21690"/>
                  <a:pt x="687796" y="24789"/>
                  <a:pt x="724196" y="46478"/>
                </a:cubicBezTo>
                <a:cubicBezTo>
                  <a:pt x="759907" y="68169"/>
                  <a:pt x="784974" y="107762"/>
                  <a:pt x="788408" y="158372"/>
                </a:cubicBezTo>
                <a:cubicBezTo>
                  <a:pt x="791155" y="193145"/>
                  <a:pt x="801113" y="227918"/>
                  <a:pt x="819657" y="259937"/>
                </a:cubicBezTo>
                <a:cubicBezTo>
                  <a:pt x="838199" y="292299"/>
                  <a:pt x="863266" y="318465"/>
                  <a:pt x="892110" y="338089"/>
                </a:cubicBezTo>
                <a:cubicBezTo>
                  <a:pt x="977269" y="395930"/>
                  <a:pt x="978986" y="506101"/>
                  <a:pt x="892797" y="564286"/>
                </a:cubicBezTo>
                <a:cubicBezTo>
                  <a:pt x="863609" y="583910"/>
                  <a:pt x="838542" y="610076"/>
                  <a:pt x="819657" y="642784"/>
                </a:cubicBezTo>
                <a:cubicBezTo>
                  <a:pt x="801113" y="675147"/>
                  <a:pt x="791155" y="709920"/>
                  <a:pt x="788751" y="745037"/>
                </a:cubicBezTo>
                <a:cubicBezTo>
                  <a:pt x="781197" y="846946"/>
                  <a:pt x="686766" y="904442"/>
                  <a:pt x="594053" y="858652"/>
                </a:cubicBezTo>
                <a:close/>
              </a:path>
            </a:pathLst>
          </a:custGeom>
          <a:noFill/>
          <a:ln w="12700" cap="flat" cmpd="sng">
            <a:solidFill>
              <a:srgbClr val="313D51">
                <a:alpha val="100000"/>
              </a:srgbClr>
            </a:solidFill>
            <a:prstDash val="solid"/>
            <a:miter lim="10000000"/>
          </a:ln>
        </p:spPr>
        <p:txBody>
          <a:bodyPr vert="horz" wrap="square" lIns="63500" tIns="63500" rIns="63500" bIns="63500" rtlCol="0" anchor="ctr"/>
          <a:lstStyle/>
          <a:p>
            <a:pPr algn="ctr">
              <a:defRPr/>
            </a:pPr>
          </a:p>
        </p:txBody>
      </p:sp>
      <p:sp>
        <p:nvSpPr>
          <p:cNvPr id="25" name="Freeform 25"/>
          <p:cNvSpPr/>
          <p:nvPr/>
        </p:nvSpPr>
        <p:spPr>
          <a:xfrm>
            <a:off x="2006600" y="4927600"/>
            <a:ext cx="782577" cy="724214"/>
          </a:xfrm>
          <a:custGeom>
            <a:avLst/>
            <a:gdLst/>
            <a:ahLst/>
            <a:cxnLst/>
            <a:rect l="l" t="t" r="r" b="b"/>
            <a:pathLst>
              <a:path w="782577" h="724214">
                <a:moveTo>
                  <a:pt x="475188" y="687414"/>
                </a:moveTo>
                <a:cubicBezTo>
                  <a:pt x="449909" y="674902"/>
                  <a:pt x="421331" y="667911"/>
                  <a:pt x="391288" y="667911"/>
                </a:cubicBezTo>
                <a:cubicBezTo>
                  <a:pt x="361245" y="667911"/>
                  <a:pt x="332669" y="674902"/>
                  <a:pt x="307388" y="687414"/>
                </a:cubicBezTo>
                <a:cubicBezTo>
                  <a:pt x="233015" y="724214"/>
                  <a:pt x="157908" y="678214"/>
                  <a:pt x="152046" y="596152"/>
                </a:cubicBezTo>
                <a:cubicBezTo>
                  <a:pt x="149847" y="568184"/>
                  <a:pt x="141787" y="540584"/>
                  <a:pt x="127132" y="514825"/>
                </a:cubicBezTo>
                <a:cubicBezTo>
                  <a:pt x="112111" y="489066"/>
                  <a:pt x="92326" y="467722"/>
                  <a:pt x="69245" y="452266"/>
                </a:cubicBezTo>
                <a:cubicBezTo>
                  <a:pt x="0" y="405163"/>
                  <a:pt x="366" y="317580"/>
                  <a:pt x="69245" y="270844"/>
                </a:cubicBezTo>
                <a:cubicBezTo>
                  <a:pt x="92326" y="255021"/>
                  <a:pt x="112111" y="234044"/>
                  <a:pt x="127132" y="208285"/>
                </a:cubicBezTo>
                <a:cubicBezTo>
                  <a:pt x="141787" y="182526"/>
                  <a:pt x="149847" y="154558"/>
                  <a:pt x="152046" y="126958"/>
                </a:cubicBezTo>
                <a:cubicBezTo>
                  <a:pt x="157908" y="41952"/>
                  <a:pt x="233747" y="0"/>
                  <a:pt x="309221" y="36431"/>
                </a:cubicBezTo>
                <a:cubicBezTo>
                  <a:pt x="334134" y="48208"/>
                  <a:pt x="361978" y="55199"/>
                  <a:pt x="391288" y="55199"/>
                </a:cubicBezTo>
                <a:cubicBezTo>
                  <a:pt x="420964" y="55199"/>
                  <a:pt x="448809" y="48208"/>
                  <a:pt x="473723" y="36063"/>
                </a:cubicBezTo>
                <a:cubicBezTo>
                  <a:pt x="511825" y="17663"/>
                  <a:pt x="549929" y="19872"/>
                  <a:pt x="578872" y="37535"/>
                </a:cubicBezTo>
                <a:cubicBezTo>
                  <a:pt x="607450" y="54463"/>
                  <a:pt x="627601" y="86479"/>
                  <a:pt x="630531" y="126958"/>
                </a:cubicBezTo>
                <a:cubicBezTo>
                  <a:pt x="632363" y="154558"/>
                  <a:pt x="640423" y="182526"/>
                  <a:pt x="655444" y="208285"/>
                </a:cubicBezTo>
                <a:cubicBezTo>
                  <a:pt x="670100" y="234044"/>
                  <a:pt x="690250" y="255021"/>
                  <a:pt x="713332" y="270844"/>
                </a:cubicBezTo>
                <a:cubicBezTo>
                  <a:pt x="781111" y="317212"/>
                  <a:pt x="782577" y="405530"/>
                  <a:pt x="713698" y="451898"/>
                </a:cubicBezTo>
                <a:cubicBezTo>
                  <a:pt x="690617" y="467354"/>
                  <a:pt x="670100" y="488697"/>
                  <a:pt x="655444" y="514825"/>
                </a:cubicBezTo>
                <a:cubicBezTo>
                  <a:pt x="640423" y="540584"/>
                  <a:pt x="632363" y="568552"/>
                  <a:pt x="630531" y="596520"/>
                </a:cubicBezTo>
                <a:cubicBezTo>
                  <a:pt x="624670" y="678214"/>
                  <a:pt x="549196" y="724214"/>
                  <a:pt x="475188" y="687414"/>
                </a:cubicBezTo>
                <a:close/>
              </a:path>
            </a:pathLst>
          </a:custGeom>
          <a:solidFill>
            <a:srgbClr val="244C89">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2159000" y="5041900"/>
            <a:ext cx="457200" cy="469900"/>
          </a:xfrm>
          <a:prstGeom prst="rect">
            <a:avLst/>
          </a:prstGeom>
          <a:noFill/>
          <a:ln w="12700" cap="flat" cmpd="sng">
            <a:noFill/>
            <a:prstDash val="solid"/>
            <a:round/>
          </a:ln>
        </p:spPr>
        <p:txBody>
          <a:bodyPr vert="horz" wrap="square" lIns="0" tIns="0" rIns="0" bIns="0" rtlCol="0" anchor="t" anchorCtr="0"/>
          <a:lstStyle/>
          <a:p>
            <a:pPr marL="0" indent="0" algn="ctr">
              <a:lnSpc>
                <a:spcPct val="117000"/>
              </a:lnSpc>
              <a:defRPr/>
            </a:pPr>
            <a:r>
              <a:rPr lang="en-US" sz="2800" b="0" i="0" u="none" strike="noStrike">
                <a:solidFill>
                  <a:srgbClr val="F2F2F2"/>
                </a:solidFill>
                <a:latin typeface="Agency FB" panose="020B0503020202020204"/>
                <a:ea typeface="Agency FB" panose="020B0503020202020204"/>
                <a:cs typeface="Agency FB" panose="020B0503020202020204"/>
                <a:sym typeface="Agency FB" panose="020B0503020202020204"/>
              </a:rPr>
              <a:t>03</a:t>
            </a:r>
            <a:endParaRPr lang="en-US" sz="1100"/>
          </a:p>
        </p:txBody>
      </p:sp>
      <p:sp>
        <p:nvSpPr>
          <p:cNvPr id="27" name="Freeform 27"/>
          <p:cNvSpPr/>
          <p:nvPr/>
        </p:nvSpPr>
        <p:spPr>
          <a:xfrm rot="1799999">
            <a:off x="1905000" y="4838700"/>
            <a:ext cx="978986" cy="904442"/>
          </a:xfrm>
          <a:custGeom>
            <a:avLst/>
            <a:gdLst/>
            <a:ahLst/>
            <a:cxnLst/>
            <a:rect l="l" t="t" r="r" b="b"/>
            <a:pathLst>
              <a:path w="978986" h="904442">
                <a:moveTo>
                  <a:pt x="594053" y="858652"/>
                </a:moveTo>
                <a:cubicBezTo>
                  <a:pt x="562461" y="842815"/>
                  <a:pt x="526750" y="834207"/>
                  <a:pt x="489321" y="834207"/>
                </a:cubicBezTo>
                <a:cubicBezTo>
                  <a:pt x="451550" y="834207"/>
                  <a:pt x="416180" y="842815"/>
                  <a:pt x="384589" y="858308"/>
                </a:cubicBezTo>
                <a:cubicBezTo>
                  <a:pt x="291189" y="904442"/>
                  <a:pt x="197446" y="847291"/>
                  <a:pt x="189890" y="744348"/>
                </a:cubicBezTo>
                <a:cubicBezTo>
                  <a:pt x="187488" y="709576"/>
                  <a:pt x="177185" y="674803"/>
                  <a:pt x="158643" y="642784"/>
                </a:cubicBezTo>
                <a:cubicBezTo>
                  <a:pt x="140100" y="610420"/>
                  <a:pt x="115377" y="584255"/>
                  <a:pt x="86533" y="564631"/>
                </a:cubicBezTo>
                <a:cubicBezTo>
                  <a:pt x="0" y="506101"/>
                  <a:pt x="0" y="396618"/>
                  <a:pt x="86533" y="338089"/>
                </a:cubicBezTo>
                <a:cubicBezTo>
                  <a:pt x="115377" y="318465"/>
                  <a:pt x="140100" y="292299"/>
                  <a:pt x="158643" y="259937"/>
                </a:cubicBezTo>
                <a:cubicBezTo>
                  <a:pt x="177185" y="227918"/>
                  <a:pt x="187488" y="193145"/>
                  <a:pt x="189890" y="158372"/>
                </a:cubicBezTo>
                <a:cubicBezTo>
                  <a:pt x="197446" y="52332"/>
                  <a:pt x="292219" y="0"/>
                  <a:pt x="386650" y="45446"/>
                </a:cubicBezTo>
                <a:cubicBezTo>
                  <a:pt x="417897" y="60250"/>
                  <a:pt x="452580" y="68857"/>
                  <a:pt x="489321" y="68857"/>
                </a:cubicBezTo>
                <a:cubicBezTo>
                  <a:pt x="526406" y="68857"/>
                  <a:pt x="561431" y="60250"/>
                  <a:pt x="592680" y="45102"/>
                </a:cubicBezTo>
                <a:cubicBezTo>
                  <a:pt x="640410" y="21690"/>
                  <a:pt x="687796" y="24789"/>
                  <a:pt x="724196" y="46478"/>
                </a:cubicBezTo>
                <a:cubicBezTo>
                  <a:pt x="759907" y="68169"/>
                  <a:pt x="784974" y="107762"/>
                  <a:pt x="788408" y="158372"/>
                </a:cubicBezTo>
                <a:cubicBezTo>
                  <a:pt x="791155" y="193145"/>
                  <a:pt x="801113" y="227918"/>
                  <a:pt x="819657" y="259937"/>
                </a:cubicBezTo>
                <a:cubicBezTo>
                  <a:pt x="838199" y="292299"/>
                  <a:pt x="863266" y="318465"/>
                  <a:pt x="892110" y="338089"/>
                </a:cubicBezTo>
                <a:cubicBezTo>
                  <a:pt x="977269" y="395930"/>
                  <a:pt x="978986" y="506101"/>
                  <a:pt x="892797" y="564286"/>
                </a:cubicBezTo>
                <a:cubicBezTo>
                  <a:pt x="863609" y="583910"/>
                  <a:pt x="838542" y="610076"/>
                  <a:pt x="819657" y="642784"/>
                </a:cubicBezTo>
                <a:cubicBezTo>
                  <a:pt x="801113" y="675147"/>
                  <a:pt x="791155" y="709920"/>
                  <a:pt x="788751" y="745037"/>
                </a:cubicBezTo>
                <a:cubicBezTo>
                  <a:pt x="781197" y="846946"/>
                  <a:pt x="686766" y="904442"/>
                  <a:pt x="594053" y="858652"/>
                </a:cubicBezTo>
                <a:close/>
              </a:path>
            </a:pathLst>
          </a:custGeom>
          <a:noFill/>
          <a:ln w="12700" cap="flat" cmpd="sng">
            <a:solidFill>
              <a:srgbClr val="313D51">
                <a:alpha val="100000"/>
              </a:srgbClr>
            </a:solidFill>
            <a:prstDash val="solid"/>
            <a:miter lim="10000000"/>
          </a:ln>
        </p:spPr>
        <p:txBody>
          <a:bodyPr vert="horz" wrap="square" lIns="63500" tIns="63500" rIns="63500" bIns="63500" rtlCol="0" anchor="ctr"/>
          <a:lstStyle/>
          <a:p>
            <a:pPr algn="ctr">
              <a:defRPr/>
            </a:pPr>
          </a:p>
        </p:txBody>
      </p:sp>
      <p:sp>
        <p:nvSpPr>
          <p:cNvPr id="28" name="Freeform 28"/>
          <p:cNvSpPr/>
          <p:nvPr/>
        </p:nvSpPr>
        <p:spPr>
          <a:xfrm>
            <a:off x="6870700" y="2171700"/>
            <a:ext cx="782577" cy="724214"/>
          </a:xfrm>
          <a:custGeom>
            <a:avLst/>
            <a:gdLst/>
            <a:ahLst/>
            <a:cxnLst/>
            <a:rect l="l" t="t" r="r" b="b"/>
            <a:pathLst>
              <a:path w="782577" h="724214">
                <a:moveTo>
                  <a:pt x="475188" y="687414"/>
                </a:moveTo>
                <a:cubicBezTo>
                  <a:pt x="449909" y="674902"/>
                  <a:pt x="421331" y="667911"/>
                  <a:pt x="391288" y="667911"/>
                </a:cubicBezTo>
                <a:cubicBezTo>
                  <a:pt x="361245" y="667911"/>
                  <a:pt x="332669" y="674902"/>
                  <a:pt x="307388" y="687414"/>
                </a:cubicBezTo>
                <a:cubicBezTo>
                  <a:pt x="233015" y="724214"/>
                  <a:pt x="157908" y="678214"/>
                  <a:pt x="152046" y="596152"/>
                </a:cubicBezTo>
                <a:cubicBezTo>
                  <a:pt x="149847" y="568184"/>
                  <a:pt x="141787" y="540584"/>
                  <a:pt x="127132" y="514825"/>
                </a:cubicBezTo>
                <a:cubicBezTo>
                  <a:pt x="112111" y="489066"/>
                  <a:pt x="92326" y="467722"/>
                  <a:pt x="69245" y="452266"/>
                </a:cubicBezTo>
                <a:cubicBezTo>
                  <a:pt x="0" y="405163"/>
                  <a:pt x="366" y="317580"/>
                  <a:pt x="69245" y="270844"/>
                </a:cubicBezTo>
                <a:cubicBezTo>
                  <a:pt x="92326" y="255021"/>
                  <a:pt x="112111" y="234044"/>
                  <a:pt x="127132" y="208285"/>
                </a:cubicBezTo>
                <a:cubicBezTo>
                  <a:pt x="141787" y="182526"/>
                  <a:pt x="149847" y="154558"/>
                  <a:pt x="152046" y="126958"/>
                </a:cubicBezTo>
                <a:cubicBezTo>
                  <a:pt x="157908" y="41952"/>
                  <a:pt x="233747" y="0"/>
                  <a:pt x="309221" y="36431"/>
                </a:cubicBezTo>
                <a:cubicBezTo>
                  <a:pt x="334134" y="48208"/>
                  <a:pt x="361978" y="55199"/>
                  <a:pt x="391288" y="55199"/>
                </a:cubicBezTo>
                <a:cubicBezTo>
                  <a:pt x="420964" y="55199"/>
                  <a:pt x="448809" y="48208"/>
                  <a:pt x="473723" y="36063"/>
                </a:cubicBezTo>
                <a:cubicBezTo>
                  <a:pt x="511825" y="17663"/>
                  <a:pt x="549929" y="19872"/>
                  <a:pt x="578872" y="37535"/>
                </a:cubicBezTo>
                <a:cubicBezTo>
                  <a:pt x="607450" y="54463"/>
                  <a:pt x="627601" y="86479"/>
                  <a:pt x="630531" y="126958"/>
                </a:cubicBezTo>
                <a:cubicBezTo>
                  <a:pt x="632363" y="154558"/>
                  <a:pt x="640423" y="182526"/>
                  <a:pt x="655444" y="208285"/>
                </a:cubicBezTo>
                <a:cubicBezTo>
                  <a:pt x="670100" y="234044"/>
                  <a:pt x="690250" y="255021"/>
                  <a:pt x="713332" y="270844"/>
                </a:cubicBezTo>
                <a:cubicBezTo>
                  <a:pt x="781111" y="317212"/>
                  <a:pt x="782577" y="405530"/>
                  <a:pt x="713698" y="451898"/>
                </a:cubicBezTo>
                <a:cubicBezTo>
                  <a:pt x="690617" y="467354"/>
                  <a:pt x="670100" y="488697"/>
                  <a:pt x="655444" y="514825"/>
                </a:cubicBezTo>
                <a:cubicBezTo>
                  <a:pt x="640423" y="540584"/>
                  <a:pt x="632363" y="568552"/>
                  <a:pt x="630531" y="596520"/>
                </a:cubicBezTo>
                <a:cubicBezTo>
                  <a:pt x="624670" y="678214"/>
                  <a:pt x="549196" y="724214"/>
                  <a:pt x="475188" y="687414"/>
                </a:cubicBezTo>
                <a:close/>
              </a:path>
            </a:pathLst>
          </a:custGeom>
          <a:solidFill>
            <a:srgbClr val="244C89">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7073900" y="2260600"/>
            <a:ext cx="342900" cy="469900"/>
          </a:xfrm>
          <a:prstGeom prst="rect">
            <a:avLst/>
          </a:prstGeom>
          <a:noFill/>
          <a:ln w="12700" cap="flat" cmpd="sng">
            <a:noFill/>
            <a:prstDash val="solid"/>
            <a:round/>
          </a:ln>
        </p:spPr>
        <p:txBody>
          <a:bodyPr vert="horz" wrap="square" lIns="0" tIns="0" rIns="0" bIns="0" rtlCol="0" anchor="t" anchorCtr="0"/>
          <a:lstStyle/>
          <a:p>
            <a:pPr marL="0" indent="0" algn="ctr">
              <a:lnSpc>
                <a:spcPct val="117000"/>
              </a:lnSpc>
              <a:defRPr/>
            </a:pPr>
            <a:r>
              <a:rPr lang="en-US" sz="2800" b="0" i="0" u="none" strike="noStrike">
                <a:solidFill>
                  <a:srgbClr val="F2F2F2"/>
                </a:solidFill>
                <a:latin typeface="Agency FB" panose="020B0503020202020204"/>
                <a:ea typeface="Agency FB" panose="020B0503020202020204"/>
                <a:cs typeface="Agency FB" panose="020B0503020202020204"/>
                <a:sym typeface="Agency FB" panose="020B0503020202020204"/>
              </a:rPr>
              <a:t>04</a:t>
            </a:r>
            <a:endParaRPr lang="en-US" sz="1100"/>
          </a:p>
        </p:txBody>
      </p:sp>
      <p:sp>
        <p:nvSpPr>
          <p:cNvPr id="30" name="Freeform 30"/>
          <p:cNvSpPr/>
          <p:nvPr/>
        </p:nvSpPr>
        <p:spPr>
          <a:xfrm rot="1799999">
            <a:off x="6769100" y="2082800"/>
            <a:ext cx="978986" cy="904442"/>
          </a:xfrm>
          <a:custGeom>
            <a:avLst/>
            <a:gdLst/>
            <a:ahLst/>
            <a:cxnLst/>
            <a:rect l="l" t="t" r="r" b="b"/>
            <a:pathLst>
              <a:path w="978986" h="904442">
                <a:moveTo>
                  <a:pt x="594053" y="858652"/>
                </a:moveTo>
                <a:cubicBezTo>
                  <a:pt x="562461" y="842815"/>
                  <a:pt x="526750" y="834207"/>
                  <a:pt x="489321" y="834207"/>
                </a:cubicBezTo>
                <a:cubicBezTo>
                  <a:pt x="451550" y="834207"/>
                  <a:pt x="416180" y="842815"/>
                  <a:pt x="384589" y="858308"/>
                </a:cubicBezTo>
                <a:cubicBezTo>
                  <a:pt x="291189" y="904442"/>
                  <a:pt x="197446" y="847291"/>
                  <a:pt x="189890" y="744348"/>
                </a:cubicBezTo>
                <a:cubicBezTo>
                  <a:pt x="187488" y="709576"/>
                  <a:pt x="177185" y="674803"/>
                  <a:pt x="158643" y="642784"/>
                </a:cubicBezTo>
                <a:cubicBezTo>
                  <a:pt x="140100" y="610420"/>
                  <a:pt x="115377" y="584255"/>
                  <a:pt x="86533" y="564631"/>
                </a:cubicBezTo>
                <a:cubicBezTo>
                  <a:pt x="0" y="506101"/>
                  <a:pt x="0" y="396618"/>
                  <a:pt x="86533" y="338089"/>
                </a:cubicBezTo>
                <a:cubicBezTo>
                  <a:pt x="115377" y="318465"/>
                  <a:pt x="140100" y="292299"/>
                  <a:pt x="158643" y="259937"/>
                </a:cubicBezTo>
                <a:cubicBezTo>
                  <a:pt x="177185" y="227918"/>
                  <a:pt x="187488" y="193145"/>
                  <a:pt x="189890" y="158372"/>
                </a:cubicBezTo>
                <a:cubicBezTo>
                  <a:pt x="197446" y="52332"/>
                  <a:pt x="292219" y="0"/>
                  <a:pt x="386650" y="45446"/>
                </a:cubicBezTo>
                <a:cubicBezTo>
                  <a:pt x="417897" y="60250"/>
                  <a:pt x="452580" y="68857"/>
                  <a:pt x="489321" y="68857"/>
                </a:cubicBezTo>
                <a:cubicBezTo>
                  <a:pt x="526406" y="68857"/>
                  <a:pt x="561431" y="60250"/>
                  <a:pt x="592680" y="45102"/>
                </a:cubicBezTo>
                <a:cubicBezTo>
                  <a:pt x="640410" y="21690"/>
                  <a:pt x="687796" y="24789"/>
                  <a:pt x="724196" y="46478"/>
                </a:cubicBezTo>
                <a:cubicBezTo>
                  <a:pt x="759907" y="68169"/>
                  <a:pt x="784974" y="107762"/>
                  <a:pt x="788408" y="158372"/>
                </a:cubicBezTo>
                <a:cubicBezTo>
                  <a:pt x="791155" y="193145"/>
                  <a:pt x="801113" y="227918"/>
                  <a:pt x="819657" y="259937"/>
                </a:cubicBezTo>
                <a:cubicBezTo>
                  <a:pt x="838199" y="292299"/>
                  <a:pt x="863266" y="318465"/>
                  <a:pt x="892110" y="338089"/>
                </a:cubicBezTo>
                <a:cubicBezTo>
                  <a:pt x="977269" y="395930"/>
                  <a:pt x="978986" y="506101"/>
                  <a:pt x="892797" y="564286"/>
                </a:cubicBezTo>
                <a:cubicBezTo>
                  <a:pt x="863609" y="583910"/>
                  <a:pt x="838542" y="610076"/>
                  <a:pt x="819657" y="642784"/>
                </a:cubicBezTo>
                <a:cubicBezTo>
                  <a:pt x="801113" y="675147"/>
                  <a:pt x="791155" y="709920"/>
                  <a:pt x="788751" y="745037"/>
                </a:cubicBezTo>
                <a:cubicBezTo>
                  <a:pt x="781197" y="846946"/>
                  <a:pt x="686766" y="904442"/>
                  <a:pt x="594053" y="858652"/>
                </a:cubicBezTo>
                <a:close/>
              </a:path>
            </a:pathLst>
          </a:custGeom>
          <a:noFill/>
          <a:ln w="12700" cap="flat" cmpd="sng">
            <a:solidFill>
              <a:srgbClr val="313D51">
                <a:alpha val="100000"/>
              </a:srgbClr>
            </a:solidFill>
            <a:prstDash val="solid"/>
            <a:miter lim="10000000"/>
          </a:ln>
        </p:spPr>
        <p:txBody>
          <a:bodyPr vert="horz" wrap="square" lIns="63500" tIns="63500" rIns="63500" bIns="63500" rtlCol="0" anchor="ctr"/>
          <a:lstStyle/>
          <a:p>
            <a:pPr algn="ctr">
              <a:defRPr/>
            </a:pPr>
          </a:p>
        </p:txBody>
      </p:sp>
      <p:sp>
        <p:nvSpPr>
          <p:cNvPr id="31" name="Freeform 31"/>
          <p:cNvSpPr/>
          <p:nvPr/>
        </p:nvSpPr>
        <p:spPr>
          <a:xfrm>
            <a:off x="6870700" y="3543300"/>
            <a:ext cx="782577" cy="724214"/>
          </a:xfrm>
          <a:custGeom>
            <a:avLst/>
            <a:gdLst/>
            <a:ahLst/>
            <a:cxnLst/>
            <a:rect l="l" t="t" r="r" b="b"/>
            <a:pathLst>
              <a:path w="782577" h="724214">
                <a:moveTo>
                  <a:pt x="475188" y="687414"/>
                </a:moveTo>
                <a:cubicBezTo>
                  <a:pt x="449909" y="674902"/>
                  <a:pt x="421331" y="667911"/>
                  <a:pt x="391288" y="667911"/>
                </a:cubicBezTo>
                <a:cubicBezTo>
                  <a:pt x="361245" y="667911"/>
                  <a:pt x="332669" y="674902"/>
                  <a:pt x="307388" y="687414"/>
                </a:cubicBezTo>
                <a:cubicBezTo>
                  <a:pt x="233015" y="724214"/>
                  <a:pt x="157908" y="678214"/>
                  <a:pt x="152046" y="596152"/>
                </a:cubicBezTo>
                <a:cubicBezTo>
                  <a:pt x="149847" y="568184"/>
                  <a:pt x="141787" y="540584"/>
                  <a:pt x="127132" y="514825"/>
                </a:cubicBezTo>
                <a:cubicBezTo>
                  <a:pt x="112111" y="489066"/>
                  <a:pt x="92326" y="467722"/>
                  <a:pt x="69245" y="452266"/>
                </a:cubicBezTo>
                <a:cubicBezTo>
                  <a:pt x="0" y="405163"/>
                  <a:pt x="366" y="317580"/>
                  <a:pt x="69245" y="270844"/>
                </a:cubicBezTo>
                <a:cubicBezTo>
                  <a:pt x="92326" y="255021"/>
                  <a:pt x="112111" y="234044"/>
                  <a:pt x="127132" y="208285"/>
                </a:cubicBezTo>
                <a:cubicBezTo>
                  <a:pt x="141787" y="182526"/>
                  <a:pt x="149847" y="154558"/>
                  <a:pt x="152046" y="126958"/>
                </a:cubicBezTo>
                <a:cubicBezTo>
                  <a:pt x="157908" y="41952"/>
                  <a:pt x="233747" y="0"/>
                  <a:pt x="309221" y="36431"/>
                </a:cubicBezTo>
                <a:cubicBezTo>
                  <a:pt x="334134" y="48208"/>
                  <a:pt x="361978" y="55199"/>
                  <a:pt x="391288" y="55199"/>
                </a:cubicBezTo>
                <a:cubicBezTo>
                  <a:pt x="420964" y="55199"/>
                  <a:pt x="448809" y="48208"/>
                  <a:pt x="473723" y="36063"/>
                </a:cubicBezTo>
                <a:cubicBezTo>
                  <a:pt x="511825" y="17663"/>
                  <a:pt x="549929" y="19872"/>
                  <a:pt x="578872" y="37535"/>
                </a:cubicBezTo>
                <a:cubicBezTo>
                  <a:pt x="607450" y="54463"/>
                  <a:pt x="627601" y="86479"/>
                  <a:pt x="630531" y="126958"/>
                </a:cubicBezTo>
                <a:cubicBezTo>
                  <a:pt x="632363" y="154558"/>
                  <a:pt x="640423" y="182526"/>
                  <a:pt x="655444" y="208285"/>
                </a:cubicBezTo>
                <a:cubicBezTo>
                  <a:pt x="670100" y="234044"/>
                  <a:pt x="690250" y="255021"/>
                  <a:pt x="713332" y="270844"/>
                </a:cubicBezTo>
                <a:cubicBezTo>
                  <a:pt x="781111" y="317212"/>
                  <a:pt x="782577" y="405530"/>
                  <a:pt x="713698" y="451898"/>
                </a:cubicBezTo>
                <a:cubicBezTo>
                  <a:pt x="690617" y="467354"/>
                  <a:pt x="670100" y="488697"/>
                  <a:pt x="655444" y="514825"/>
                </a:cubicBezTo>
                <a:cubicBezTo>
                  <a:pt x="640423" y="540584"/>
                  <a:pt x="632363" y="568552"/>
                  <a:pt x="630531" y="596520"/>
                </a:cubicBezTo>
                <a:cubicBezTo>
                  <a:pt x="624670" y="678214"/>
                  <a:pt x="549196" y="724214"/>
                  <a:pt x="475188" y="687414"/>
                </a:cubicBezTo>
                <a:close/>
              </a:path>
            </a:pathLst>
          </a:custGeom>
          <a:solidFill>
            <a:srgbClr val="244C89">
              <a:alpha val="10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7048500" y="3619500"/>
            <a:ext cx="393700" cy="469900"/>
          </a:xfrm>
          <a:prstGeom prst="rect">
            <a:avLst/>
          </a:prstGeom>
          <a:noFill/>
          <a:ln w="12700" cap="flat" cmpd="sng">
            <a:noFill/>
            <a:prstDash val="solid"/>
            <a:round/>
          </a:ln>
        </p:spPr>
        <p:txBody>
          <a:bodyPr vert="horz" wrap="square" lIns="0" tIns="0" rIns="0" bIns="0" rtlCol="0" anchor="t" anchorCtr="0"/>
          <a:lstStyle/>
          <a:p>
            <a:pPr marL="0" indent="0" algn="ctr">
              <a:lnSpc>
                <a:spcPct val="117000"/>
              </a:lnSpc>
              <a:defRPr/>
            </a:pPr>
            <a:r>
              <a:rPr lang="en-US" sz="2800" b="0" i="0" u="none" strike="noStrike">
                <a:solidFill>
                  <a:srgbClr val="F2F2F2"/>
                </a:solidFill>
                <a:latin typeface="Agency FB" panose="020B0503020202020204"/>
                <a:ea typeface="Agency FB" panose="020B0503020202020204"/>
                <a:cs typeface="Agency FB" panose="020B0503020202020204"/>
                <a:sym typeface="Agency FB" panose="020B0503020202020204"/>
              </a:rPr>
              <a:t>05</a:t>
            </a:r>
            <a:endParaRPr lang="en-US" sz="1100"/>
          </a:p>
        </p:txBody>
      </p:sp>
      <p:sp>
        <p:nvSpPr>
          <p:cNvPr id="33" name="Freeform 33"/>
          <p:cNvSpPr/>
          <p:nvPr/>
        </p:nvSpPr>
        <p:spPr>
          <a:xfrm rot="1799999">
            <a:off x="6769100" y="3454400"/>
            <a:ext cx="978986" cy="904442"/>
          </a:xfrm>
          <a:custGeom>
            <a:avLst/>
            <a:gdLst/>
            <a:ahLst/>
            <a:cxnLst/>
            <a:rect l="l" t="t" r="r" b="b"/>
            <a:pathLst>
              <a:path w="978986" h="904442">
                <a:moveTo>
                  <a:pt x="594053" y="858652"/>
                </a:moveTo>
                <a:cubicBezTo>
                  <a:pt x="562461" y="842815"/>
                  <a:pt x="526750" y="834207"/>
                  <a:pt x="489321" y="834207"/>
                </a:cubicBezTo>
                <a:cubicBezTo>
                  <a:pt x="451550" y="834207"/>
                  <a:pt x="416180" y="842815"/>
                  <a:pt x="384589" y="858308"/>
                </a:cubicBezTo>
                <a:cubicBezTo>
                  <a:pt x="291189" y="904442"/>
                  <a:pt x="197446" y="847291"/>
                  <a:pt x="189890" y="744348"/>
                </a:cubicBezTo>
                <a:cubicBezTo>
                  <a:pt x="187488" y="709576"/>
                  <a:pt x="177185" y="674803"/>
                  <a:pt x="158643" y="642784"/>
                </a:cubicBezTo>
                <a:cubicBezTo>
                  <a:pt x="140100" y="610420"/>
                  <a:pt x="115377" y="584255"/>
                  <a:pt x="86533" y="564631"/>
                </a:cubicBezTo>
                <a:cubicBezTo>
                  <a:pt x="0" y="506101"/>
                  <a:pt x="0" y="396618"/>
                  <a:pt x="86533" y="338089"/>
                </a:cubicBezTo>
                <a:cubicBezTo>
                  <a:pt x="115377" y="318465"/>
                  <a:pt x="140100" y="292299"/>
                  <a:pt x="158643" y="259937"/>
                </a:cubicBezTo>
                <a:cubicBezTo>
                  <a:pt x="177185" y="227918"/>
                  <a:pt x="187488" y="193145"/>
                  <a:pt x="189890" y="158372"/>
                </a:cubicBezTo>
                <a:cubicBezTo>
                  <a:pt x="197446" y="52332"/>
                  <a:pt x="292219" y="0"/>
                  <a:pt x="386650" y="45446"/>
                </a:cubicBezTo>
                <a:cubicBezTo>
                  <a:pt x="417897" y="60250"/>
                  <a:pt x="452580" y="68857"/>
                  <a:pt x="489321" y="68857"/>
                </a:cubicBezTo>
                <a:cubicBezTo>
                  <a:pt x="526406" y="68857"/>
                  <a:pt x="561431" y="60250"/>
                  <a:pt x="592680" y="45102"/>
                </a:cubicBezTo>
                <a:cubicBezTo>
                  <a:pt x="640410" y="21690"/>
                  <a:pt x="687796" y="24789"/>
                  <a:pt x="724196" y="46478"/>
                </a:cubicBezTo>
                <a:cubicBezTo>
                  <a:pt x="759907" y="68169"/>
                  <a:pt x="784974" y="107762"/>
                  <a:pt x="788408" y="158372"/>
                </a:cubicBezTo>
                <a:cubicBezTo>
                  <a:pt x="791155" y="193145"/>
                  <a:pt x="801113" y="227918"/>
                  <a:pt x="819657" y="259937"/>
                </a:cubicBezTo>
                <a:cubicBezTo>
                  <a:pt x="838199" y="292299"/>
                  <a:pt x="863266" y="318465"/>
                  <a:pt x="892110" y="338089"/>
                </a:cubicBezTo>
                <a:cubicBezTo>
                  <a:pt x="977269" y="395930"/>
                  <a:pt x="978986" y="506101"/>
                  <a:pt x="892797" y="564286"/>
                </a:cubicBezTo>
                <a:cubicBezTo>
                  <a:pt x="863609" y="583910"/>
                  <a:pt x="838542" y="610076"/>
                  <a:pt x="819657" y="642784"/>
                </a:cubicBezTo>
                <a:cubicBezTo>
                  <a:pt x="801113" y="675147"/>
                  <a:pt x="791155" y="709920"/>
                  <a:pt x="788751" y="745037"/>
                </a:cubicBezTo>
                <a:cubicBezTo>
                  <a:pt x="781197" y="846946"/>
                  <a:pt x="686766" y="904442"/>
                  <a:pt x="594053" y="858652"/>
                </a:cubicBezTo>
                <a:close/>
              </a:path>
            </a:pathLst>
          </a:custGeom>
          <a:noFill/>
          <a:ln w="12700" cap="flat" cmpd="sng">
            <a:solidFill>
              <a:srgbClr val="313D51">
                <a:alpha val="100000"/>
              </a:srgbClr>
            </a:solidFill>
            <a:prstDash val="solid"/>
            <a:miter lim="10000000"/>
          </a:ln>
        </p:spPr>
        <p:txBody>
          <a:bodyPr vert="horz" wrap="square" lIns="63500" tIns="63500" rIns="63500" bIns="63500" rtlCol="0" anchor="ctr"/>
          <a:lstStyle/>
          <a:p>
            <a:pPr algn="ctr">
              <a:defRPr/>
            </a:pPr>
          </a:p>
        </p:txBody>
      </p:sp>
      <p:sp>
        <p:nvSpPr>
          <p:cNvPr id="34" name="Freeform 34"/>
          <p:cNvSpPr/>
          <p:nvPr/>
        </p:nvSpPr>
        <p:spPr>
          <a:xfrm>
            <a:off x="6870700" y="4927600"/>
            <a:ext cx="782577" cy="724214"/>
          </a:xfrm>
          <a:custGeom>
            <a:avLst/>
            <a:gdLst/>
            <a:ahLst/>
            <a:cxnLst/>
            <a:rect l="l" t="t" r="r" b="b"/>
            <a:pathLst>
              <a:path w="782577" h="724214">
                <a:moveTo>
                  <a:pt x="475188" y="687414"/>
                </a:moveTo>
                <a:cubicBezTo>
                  <a:pt x="449909" y="674902"/>
                  <a:pt x="421331" y="667911"/>
                  <a:pt x="391288" y="667911"/>
                </a:cubicBezTo>
                <a:cubicBezTo>
                  <a:pt x="361245" y="667911"/>
                  <a:pt x="332669" y="674902"/>
                  <a:pt x="307388" y="687414"/>
                </a:cubicBezTo>
                <a:cubicBezTo>
                  <a:pt x="233015" y="724214"/>
                  <a:pt x="157908" y="678214"/>
                  <a:pt x="152046" y="596152"/>
                </a:cubicBezTo>
                <a:cubicBezTo>
                  <a:pt x="149847" y="568184"/>
                  <a:pt x="141787" y="540584"/>
                  <a:pt x="127132" y="514825"/>
                </a:cubicBezTo>
                <a:cubicBezTo>
                  <a:pt x="112111" y="489066"/>
                  <a:pt x="92326" y="467722"/>
                  <a:pt x="69245" y="452266"/>
                </a:cubicBezTo>
                <a:cubicBezTo>
                  <a:pt x="0" y="405163"/>
                  <a:pt x="366" y="317580"/>
                  <a:pt x="69245" y="270844"/>
                </a:cubicBezTo>
                <a:cubicBezTo>
                  <a:pt x="92326" y="255021"/>
                  <a:pt x="112111" y="234044"/>
                  <a:pt x="127132" y="208285"/>
                </a:cubicBezTo>
                <a:cubicBezTo>
                  <a:pt x="141787" y="182526"/>
                  <a:pt x="149847" y="154558"/>
                  <a:pt x="152046" y="126958"/>
                </a:cubicBezTo>
                <a:cubicBezTo>
                  <a:pt x="157908" y="41952"/>
                  <a:pt x="233747" y="0"/>
                  <a:pt x="309221" y="36431"/>
                </a:cubicBezTo>
                <a:cubicBezTo>
                  <a:pt x="334134" y="48208"/>
                  <a:pt x="361978" y="55199"/>
                  <a:pt x="391288" y="55199"/>
                </a:cubicBezTo>
                <a:cubicBezTo>
                  <a:pt x="420964" y="55199"/>
                  <a:pt x="448809" y="48208"/>
                  <a:pt x="473723" y="36063"/>
                </a:cubicBezTo>
                <a:cubicBezTo>
                  <a:pt x="511825" y="17663"/>
                  <a:pt x="549929" y="19872"/>
                  <a:pt x="578872" y="37535"/>
                </a:cubicBezTo>
                <a:cubicBezTo>
                  <a:pt x="607450" y="54463"/>
                  <a:pt x="627601" y="86479"/>
                  <a:pt x="630531" y="126958"/>
                </a:cubicBezTo>
                <a:cubicBezTo>
                  <a:pt x="632363" y="154558"/>
                  <a:pt x="640423" y="182526"/>
                  <a:pt x="655444" y="208285"/>
                </a:cubicBezTo>
                <a:cubicBezTo>
                  <a:pt x="670100" y="234044"/>
                  <a:pt x="690250" y="255021"/>
                  <a:pt x="713332" y="270844"/>
                </a:cubicBezTo>
                <a:cubicBezTo>
                  <a:pt x="781111" y="317212"/>
                  <a:pt x="782577" y="405530"/>
                  <a:pt x="713698" y="451898"/>
                </a:cubicBezTo>
                <a:cubicBezTo>
                  <a:pt x="690617" y="467354"/>
                  <a:pt x="670100" y="488697"/>
                  <a:pt x="655444" y="514825"/>
                </a:cubicBezTo>
                <a:cubicBezTo>
                  <a:pt x="640423" y="540584"/>
                  <a:pt x="632363" y="568552"/>
                  <a:pt x="630531" y="596520"/>
                </a:cubicBezTo>
                <a:cubicBezTo>
                  <a:pt x="624670" y="678214"/>
                  <a:pt x="549196" y="724214"/>
                  <a:pt x="475188" y="687414"/>
                </a:cubicBezTo>
                <a:close/>
              </a:path>
            </a:pathLst>
          </a:custGeom>
          <a:solidFill>
            <a:srgbClr val="244C89">
              <a:alpha val="100000"/>
            </a:srgbClr>
          </a:solidFill>
          <a:ln w="25400" cap="flat" cmpd="sng">
            <a:noFill/>
            <a:prstDash val="solid"/>
            <a:round/>
          </a:ln>
        </p:spPr>
        <p:txBody>
          <a:bodyPr vert="horz" wrap="square" lIns="63500" tIns="63500" rIns="63500" bIns="63500" rtlCol="0" anchor="ctr"/>
          <a:lstStyle/>
          <a:p>
            <a:pPr algn="ctr">
              <a:defRPr/>
            </a:pPr>
          </a:p>
        </p:txBody>
      </p:sp>
      <p:sp>
        <p:nvSpPr>
          <p:cNvPr id="35" name="AutoShape 35"/>
          <p:cNvSpPr/>
          <p:nvPr/>
        </p:nvSpPr>
        <p:spPr>
          <a:xfrm>
            <a:off x="7023100" y="5041900"/>
            <a:ext cx="457200" cy="469900"/>
          </a:xfrm>
          <a:prstGeom prst="rect">
            <a:avLst/>
          </a:prstGeom>
          <a:noFill/>
          <a:ln w="12700" cap="flat" cmpd="sng">
            <a:noFill/>
            <a:prstDash val="solid"/>
            <a:round/>
          </a:ln>
        </p:spPr>
        <p:txBody>
          <a:bodyPr vert="horz" wrap="square" lIns="0" tIns="0" rIns="0" bIns="0" rtlCol="0" anchor="t" anchorCtr="0"/>
          <a:lstStyle/>
          <a:p>
            <a:pPr marL="0" indent="0" algn="ctr">
              <a:lnSpc>
                <a:spcPct val="117000"/>
              </a:lnSpc>
              <a:defRPr/>
            </a:pPr>
            <a:r>
              <a:rPr lang="en-US" sz="2800" b="0" i="0" u="none" strike="noStrike">
                <a:solidFill>
                  <a:srgbClr val="F2F2F2"/>
                </a:solidFill>
                <a:latin typeface="Agency FB" panose="020B0503020202020204"/>
                <a:ea typeface="Agency FB" panose="020B0503020202020204"/>
                <a:cs typeface="Agency FB" panose="020B0503020202020204"/>
                <a:sym typeface="Agency FB" panose="020B0503020202020204"/>
              </a:rPr>
              <a:t>06</a:t>
            </a:r>
            <a:endParaRPr lang="en-US" sz="1100"/>
          </a:p>
        </p:txBody>
      </p:sp>
      <p:sp>
        <p:nvSpPr>
          <p:cNvPr id="36" name="Freeform 36"/>
          <p:cNvSpPr/>
          <p:nvPr/>
        </p:nvSpPr>
        <p:spPr>
          <a:xfrm rot="1799999">
            <a:off x="6769100" y="4838700"/>
            <a:ext cx="978986" cy="904442"/>
          </a:xfrm>
          <a:custGeom>
            <a:avLst/>
            <a:gdLst/>
            <a:ahLst/>
            <a:cxnLst/>
            <a:rect l="l" t="t" r="r" b="b"/>
            <a:pathLst>
              <a:path w="978986" h="904442">
                <a:moveTo>
                  <a:pt x="594053" y="858652"/>
                </a:moveTo>
                <a:cubicBezTo>
                  <a:pt x="562461" y="842815"/>
                  <a:pt x="526750" y="834207"/>
                  <a:pt x="489321" y="834207"/>
                </a:cubicBezTo>
                <a:cubicBezTo>
                  <a:pt x="451550" y="834207"/>
                  <a:pt x="416180" y="842815"/>
                  <a:pt x="384589" y="858308"/>
                </a:cubicBezTo>
                <a:cubicBezTo>
                  <a:pt x="291189" y="904442"/>
                  <a:pt x="197446" y="847291"/>
                  <a:pt x="189890" y="744348"/>
                </a:cubicBezTo>
                <a:cubicBezTo>
                  <a:pt x="187488" y="709576"/>
                  <a:pt x="177185" y="674803"/>
                  <a:pt x="158643" y="642784"/>
                </a:cubicBezTo>
                <a:cubicBezTo>
                  <a:pt x="140100" y="610420"/>
                  <a:pt x="115377" y="584255"/>
                  <a:pt x="86533" y="564631"/>
                </a:cubicBezTo>
                <a:cubicBezTo>
                  <a:pt x="0" y="506101"/>
                  <a:pt x="0" y="396618"/>
                  <a:pt x="86533" y="338089"/>
                </a:cubicBezTo>
                <a:cubicBezTo>
                  <a:pt x="115377" y="318465"/>
                  <a:pt x="140100" y="292299"/>
                  <a:pt x="158643" y="259937"/>
                </a:cubicBezTo>
                <a:cubicBezTo>
                  <a:pt x="177185" y="227918"/>
                  <a:pt x="187488" y="193145"/>
                  <a:pt x="189890" y="158372"/>
                </a:cubicBezTo>
                <a:cubicBezTo>
                  <a:pt x="197446" y="52332"/>
                  <a:pt x="292219" y="0"/>
                  <a:pt x="386650" y="45446"/>
                </a:cubicBezTo>
                <a:cubicBezTo>
                  <a:pt x="417897" y="60250"/>
                  <a:pt x="452580" y="68857"/>
                  <a:pt x="489321" y="68857"/>
                </a:cubicBezTo>
                <a:cubicBezTo>
                  <a:pt x="526406" y="68857"/>
                  <a:pt x="561431" y="60250"/>
                  <a:pt x="592680" y="45102"/>
                </a:cubicBezTo>
                <a:cubicBezTo>
                  <a:pt x="640410" y="21690"/>
                  <a:pt x="687796" y="24789"/>
                  <a:pt x="724196" y="46478"/>
                </a:cubicBezTo>
                <a:cubicBezTo>
                  <a:pt x="759907" y="68169"/>
                  <a:pt x="784974" y="107762"/>
                  <a:pt x="788408" y="158372"/>
                </a:cubicBezTo>
                <a:cubicBezTo>
                  <a:pt x="791155" y="193145"/>
                  <a:pt x="801113" y="227918"/>
                  <a:pt x="819657" y="259937"/>
                </a:cubicBezTo>
                <a:cubicBezTo>
                  <a:pt x="838199" y="292299"/>
                  <a:pt x="863266" y="318465"/>
                  <a:pt x="892110" y="338089"/>
                </a:cubicBezTo>
                <a:cubicBezTo>
                  <a:pt x="977269" y="395930"/>
                  <a:pt x="978986" y="506101"/>
                  <a:pt x="892797" y="564286"/>
                </a:cubicBezTo>
                <a:cubicBezTo>
                  <a:pt x="863609" y="583910"/>
                  <a:pt x="838542" y="610076"/>
                  <a:pt x="819657" y="642784"/>
                </a:cubicBezTo>
                <a:cubicBezTo>
                  <a:pt x="801113" y="675147"/>
                  <a:pt x="791155" y="709920"/>
                  <a:pt x="788751" y="745037"/>
                </a:cubicBezTo>
                <a:cubicBezTo>
                  <a:pt x="781197" y="846946"/>
                  <a:pt x="686766" y="904442"/>
                  <a:pt x="594053" y="858652"/>
                </a:cubicBezTo>
                <a:close/>
              </a:path>
            </a:pathLst>
          </a:custGeom>
          <a:noFill/>
          <a:ln w="12700" cap="flat" cmpd="sng">
            <a:solidFill>
              <a:srgbClr val="313D51">
                <a:alpha val="100000"/>
              </a:srgbClr>
            </a:solidFill>
            <a:prstDash val="solid"/>
            <a:miter lim="10000000"/>
          </a:ln>
        </p:spPr>
        <p:txBody>
          <a:bodyPr vert="horz" wrap="square" lIns="63500" tIns="63500" rIns="63500" bIns="63500" rtlCol="0" anchor="ctr"/>
          <a:lstStyle/>
          <a:p>
            <a:pPr algn="ctr">
              <a:defRPr/>
            </a:p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ppt_x"/>
                                          </p:val>
                                        </p:tav>
                                        <p:tav tm="100000">
                                          <p:val>
                                            <p:strVal val="#ppt_x"/>
                                          </p:val>
                                        </p:tav>
                                      </p:tavLst>
                                    </p:anim>
                                    <p:anim calcmode="lin" valueType="num">
                                      <p:cBhvr additive="base">
                                        <p:cTn id="36" dur="500" fill="hold"/>
                                        <p:tgtEl>
                                          <p:spTgt spid="14"/>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ppt_x"/>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ppt_x"/>
                                          </p:val>
                                        </p:tav>
                                        <p:tav tm="100000">
                                          <p:val>
                                            <p:strVal val="#ppt_x"/>
                                          </p:val>
                                        </p:tav>
                                      </p:tavLst>
                                    </p:anim>
                                    <p:anim calcmode="lin" valueType="num">
                                      <p:cBhvr additive="base">
                                        <p:cTn id="44" dur="500" fill="hold"/>
                                        <p:tgtEl>
                                          <p:spTgt spid="16"/>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ppt_x"/>
                                          </p:val>
                                        </p:tav>
                                        <p:tav tm="100000">
                                          <p:val>
                                            <p:strVal val="#ppt_x"/>
                                          </p:val>
                                        </p:tav>
                                      </p:tavLst>
                                    </p:anim>
                                    <p:anim calcmode="lin" valueType="num">
                                      <p:cBhvr additive="base">
                                        <p:cTn id="48" dur="500" fill="hold"/>
                                        <p:tgtEl>
                                          <p:spTgt spid="17"/>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ppt_x"/>
                                          </p:val>
                                        </p:tav>
                                        <p:tav tm="100000">
                                          <p:val>
                                            <p:strVal val="#ppt_x"/>
                                          </p:val>
                                        </p:tav>
                                      </p:tavLst>
                                    </p:anim>
                                    <p:anim calcmode="lin" valueType="num">
                                      <p:cBhvr additive="base">
                                        <p:cTn id="52" dur="500" fill="hold"/>
                                        <p:tgtEl>
                                          <p:spTgt spid="18"/>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fill="hold"/>
                                        <p:tgtEl>
                                          <p:spTgt spid="19"/>
                                        </p:tgtEl>
                                        <p:attrNameLst>
                                          <p:attrName>ppt_x</p:attrName>
                                        </p:attrNameLst>
                                      </p:cBhvr>
                                      <p:tavLst>
                                        <p:tav tm="0">
                                          <p:val>
                                            <p:strVal val="#ppt_x"/>
                                          </p:val>
                                        </p:tav>
                                        <p:tav tm="100000">
                                          <p:val>
                                            <p:strVal val="#ppt_x"/>
                                          </p:val>
                                        </p:tav>
                                      </p:tavLst>
                                    </p:anim>
                                    <p:anim calcmode="lin" valueType="num">
                                      <p:cBhvr additive="base">
                                        <p:cTn id="56" dur="500" fill="hold"/>
                                        <p:tgtEl>
                                          <p:spTgt spid="19"/>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 calcmode="lin" valueType="num">
                                      <p:cBhvr additive="base">
                                        <p:cTn id="59" dur="500" fill="hold"/>
                                        <p:tgtEl>
                                          <p:spTgt spid="20"/>
                                        </p:tgtEl>
                                        <p:attrNameLst>
                                          <p:attrName>ppt_x</p:attrName>
                                        </p:attrNameLst>
                                      </p:cBhvr>
                                      <p:tavLst>
                                        <p:tav tm="0">
                                          <p:val>
                                            <p:strVal val="#ppt_x"/>
                                          </p:val>
                                        </p:tav>
                                        <p:tav tm="100000">
                                          <p:val>
                                            <p:strVal val="#ppt_x"/>
                                          </p:val>
                                        </p:tav>
                                      </p:tavLst>
                                    </p:anim>
                                    <p:anim calcmode="lin" valueType="num">
                                      <p:cBhvr additive="base">
                                        <p:cTn id="60" dur="500" fill="hold"/>
                                        <p:tgtEl>
                                          <p:spTgt spid="20"/>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 calcmode="lin" valueType="num">
                                      <p:cBhvr additive="base">
                                        <p:cTn id="63" dur="500" fill="hold"/>
                                        <p:tgtEl>
                                          <p:spTgt spid="21"/>
                                        </p:tgtEl>
                                        <p:attrNameLst>
                                          <p:attrName>ppt_x</p:attrName>
                                        </p:attrNameLst>
                                      </p:cBhvr>
                                      <p:tavLst>
                                        <p:tav tm="0">
                                          <p:val>
                                            <p:strVal val="#ppt_x"/>
                                          </p:val>
                                        </p:tav>
                                        <p:tav tm="100000">
                                          <p:val>
                                            <p:strVal val="#ppt_x"/>
                                          </p:val>
                                        </p:tav>
                                      </p:tavLst>
                                    </p:anim>
                                    <p:anim calcmode="lin" valueType="num">
                                      <p:cBhvr additive="base">
                                        <p:cTn id="64" dur="500" fill="hold"/>
                                        <p:tgtEl>
                                          <p:spTgt spid="21"/>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 calcmode="lin" valueType="num">
                                      <p:cBhvr additive="base">
                                        <p:cTn id="67" dur="500" fill="hold"/>
                                        <p:tgtEl>
                                          <p:spTgt spid="22"/>
                                        </p:tgtEl>
                                        <p:attrNameLst>
                                          <p:attrName>ppt_x</p:attrName>
                                        </p:attrNameLst>
                                      </p:cBhvr>
                                      <p:tavLst>
                                        <p:tav tm="0">
                                          <p:val>
                                            <p:strVal val="#ppt_x"/>
                                          </p:val>
                                        </p:tav>
                                        <p:tav tm="100000">
                                          <p:val>
                                            <p:strVal val="#ppt_x"/>
                                          </p:val>
                                        </p:tav>
                                      </p:tavLst>
                                    </p:anim>
                                    <p:anim calcmode="lin" valueType="num">
                                      <p:cBhvr additive="base">
                                        <p:cTn id="68" dur="500" fill="hold"/>
                                        <p:tgtEl>
                                          <p:spTgt spid="22"/>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anim calcmode="lin" valueType="num">
                                      <p:cBhvr additive="base">
                                        <p:cTn id="71" dur="500" fill="hold"/>
                                        <p:tgtEl>
                                          <p:spTgt spid="23"/>
                                        </p:tgtEl>
                                        <p:attrNameLst>
                                          <p:attrName>ppt_x</p:attrName>
                                        </p:attrNameLst>
                                      </p:cBhvr>
                                      <p:tavLst>
                                        <p:tav tm="0">
                                          <p:val>
                                            <p:strVal val="#ppt_x"/>
                                          </p:val>
                                        </p:tav>
                                        <p:tav tm="100000">
                                          <p:val>
                                            <p:strVal val="#ppt_x"/>
                                          </p:val>
                                        </p:tav>
                                      </p:tavLst>
                                    </p:anim>
                                    <p:anim calcmode="lin" valueType="num">
                                      <p:cBhvr additive="base">
                                        <p:cTn id="72" dur="500" fill="hold"/>
                                        <p:tgtEl>
                                          <p:spTgt spid="23"/>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anim calcmode="lin" valueType="num">
                                      <p:cBhvr additive="base">
                                        <p:cTn id="75" dur="500" fill="hold"/>
                                        <p:tgtEl>
                                          <p:spTgt spid="24"/>
                                        </p:tgtEl>
                                        <p:attrNameLst>
                                          <p:attrName>ppt_x</p:attrName>
                                        </p:attrNameLst>
                                      </p:cBhvr>
                                      <p:tavLst>
                                        <p:tav tm="0">
                                          <p:val>
                                            <p:strVal val="#ppt_x"/>
                                          </p:val>
                                        </p:tav>
                                        <p:tav tm="100000">
                                          <p:val>
                                            <p:strVal val="#ppt_x"/>
                                          </p:val>
                                        </p:tav>
                                      </p:tavLst>
                                    </p:anim>
                                    <p:anim calcmode="lin" valueType="num">
                                      <p:cBhvr additive="base">
                                        <p:cTn id="76" dur="500" fill="hold"/>
                                        <p:tgtEl>
                                          <p:spTgt spid="24"/>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25"/>
                                        </p:tgtEl>
                                        <p:attrNameLst>
                                          <p:attrName>style.visibility</p:attrName>
                                        </p:attrNameLst>
                                      </p:cBhvr>
                                      <p:to>
                                        <p:strVal val="visible"/>
                                      </p:to>
                                    </p:set>
                                    <p:anim calcmode="lin" valueType="num">
                                      <p:cBhvr additive="base">
                                        <p:cTn id="79" dur="500" fill="hold"/>
                                        <p:tgtEl>
                                          <p:spTgt spid="25"/>
                                        </p:tgtEl>
                                        <p:attrNameLst>
                                          <p:attrName>ppt_x</p:attrName>
                                        </p:attrNameLst>
                                      </p:cBhvr>
                                      <p:tavLst>
                                        <p:tav tm="0">
                                          <p:val>
                                            <p:strVal val="#ppt_x"/>
                                          </p:val>
                                        </p:tav>
                                        <p:tav tm="100000">
                                          <p:val>
                                            <p:strVal val="#ppt_x"/>
                                          </p:val>
                                        </p:tav>
                                      </p:tavLst>
                                    </p:anim>
                                    <p:anim calcmode="lin" valueType="num">
                                      <p:cBhvr additive="base">
                                        <p:cTn id="80" dur="500" fill="hold"/>
                                        <p:tgtEl>
                                          <p:spTgt spid="25"/>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ppt_x"/>
                                          </p:val>
                                        </p:tav>
                                        <p:tav tm="100000">
                                          <p:val>
                                            <p:strVal val="#ppt_x"/>
                                          </p:val>
                                        </p:tav>
                                      </p:tavLst>
                                    </p:anim>
                                    <p:anim calcmode="lin" valueType="num">
                                      <p:cBhvr additive="base">
                                        <p:cTn id="84" dur="500" fill="hold"/>
                                        <p:tgtEl>
                                          <p:spTgt spid="26"/>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27"/>
                                        </p:tgtEl>
                                        <p:attrNameLst>
                                          <p:attrName>style.visibility</p:attrName>
                                        </p:attrNameLst>
                                      </p:cBhvr>
                                      <p:to>
                                        <p:strVal val="visible"/>
                                      </p:to>
                                    </p:set>
                                    <p:anim calcmode="lin" valueType="num">
                                      <p:cBhvr additive="base">
                                        <p:cTn id="87" dur="500" fill="hold"/>
                                        <p:tgtEl>
                                          <p:spTgt spid="27"/>
                                        </p:tgtEl>
                                        <p:attrNameLst>
                                          <p:attrName>ppt_x</p:attrName>
                                        </p:attrNameLst>
                                      </p:cBhvr>
                                      <p:tavLst>
                                        <p:tav tm="0">
                                          <p:val>
                                            <p:strVal val="#ppt_x"/>
                                          </p:val>
                                        </p:tav>
                                        <p:tav tm="100000">
                                          <p:val>
                                            <p:strVal val="#ppt_x"/>
                                          </p:val>
                                        </p:tav>
                                      </p:tavLst>
                                    </p:anim>
                                    <p:anim calcmode="lin" valueType="num">
                                      <p:cBhvr additive="base">
                                        <p:cTn id="88" dur="500" fill="hold"/>
                                        <p:tgtEl>
                                          <p:spTgt spid="27"/>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ppt_x"/>
                                          </p:val>
                                        </p:tav>
                                        <p:tav tm="100000">
                                          <p:val>
                                            <p:strVal val="#ppt_x"/>
                                          </p:val>
                                        </p:tav>
                                      </p:tavLst>
                                    </p:anim>
                                    <p:anim calcmode="lin" valueType="num">
                                      <p:cBhvr additive="base">
                                        <p:cTn id="92" dur="500" fill="hold"/>
                                        <p:tgtEl>
                                          <p:spTgt spid="28"/>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29"/>
                                        </p:tgtEl>
                                        <p:attrNameLst>
                                          <p:attrName>style.visibility</p:attrName>
                                        </p:attrNameLst>
                                      </p:cBhvr>
                                      <p:to>
                                        <p:strVal val="visible"/>
                                      </p:to>
                                    </p:set>
                                    <p:anim calcmode="lin" valueType="num">
                                      <p:cBhvr additive="base">
                                        <p:cTn id="95" dur="500" fill="hold"/>
                                        <p:tgtEl>
                                          <p:spTgt spid="29"/>
                                        </p:tgtEl>
                                        <p:attrNameLst>
                                          <p:attrName>ppt_x</p:attrName>
                                        </p:attrNameLst>
                                      </p:cBhvr>
                                      <p:tavLst>
                                        <p:tav tm="0">
                                          <p:val>
                                            <p:strVal val="#ppt_x"/>
                                          </p:val>
                                        </p:tav>
                                        <p:tav tm="100000">
                                          <p:val>
                                            <p:strVal val="#ppt_x"/>
                                          </p:val>
                                        </p:tav>
                                      </p:tavLst>
                                    </p:anim>
                                    <p:anim calcmode="lin" valueType="num">
                                      <p:cBhvr additive="base">
                                        <p:cTn id="96" dur="500" fill="hold"/>
                                        <p:tgtEl>
                                          <p:spTgt spid="29"/>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30"/>
                                        </p:tgtEl>
                                        <p:attrNameLst>
                                          <p:attrName>style.visibility</p:attrName>
                                        </p:attrNameLst>
                                      </p:cBhvr>
                                      <p:to>
                                        <p:strVal val="visible"/>
                                      </p:to>
                                    </p:set>
                                    <p:anim calcmode="lin" valueType="num">
                                      <p:cBhvr additive="base">
                                        <p:cTn id="99" dur="500" fill="hold"/>
                                        <p:tgtEl>
                                          <p:spTgt spid="30"/>
                                        </p:tgtEl>
                                        <p:attrNameLst>
                                          <p:attrName>ppt_x</p:attrName>
                                        </p:attrNameLst>
                                      </p:cBhvr>
                                      <p:tavLst>
                                        <p:tav tm="0">
                                          <p:val>
                                            <p:strVal val="#ppt_x"/>
                                          </p:val>
                                        </p:tav>
                                        <p:tav tm="100000">
                                          <p:val>
                                            <p:strVal val="#ppt_x"/>
                                          </p:val>
                                        </p:tav>
                                      </p:tavLst>
                                    </p:anim>
                                    <p:anim calcmode="lin" valueType="num">
                                      <p:cBhvr additive="base">
                                        <p:cTn id="100" dur="500" fill="hold"/>
                                        <p:tgtEl>
                                          <p:spTgt spid="30"/>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31"/>
                                        </p:tgtEl>
                                        <p:attrNameLst>
                                          <p:attrName>style.visibility</p:attrName>
                                        </p:attrNameLst>
                                      </p:cBhvr>
                                      <p:to>
                                        <p:strVal val="visible"/>
                                      </p:to>
                                    </p:set>
                                    <p:anim calcmode="lin" valueType="num">
                                      <p:cBhvr additive="base">
                                        <p:cTn id="103" dur="500" fill="hold"/>
                                        <p:tgtEl>
                                          <p:spTgt spid="31"/>
                                        </p:tgtEl>
                                        <p:attrNameLst>
                                          <p:attrName>ppt_x</p:attrName>
                                        </p:attrNameLst>
                                      </p:cBhvr>
                                      <p:tavLst>
                                        <p:tav tm="0">
                                          <p:val>
                                            <p:strVal val="#ppt_x"/>
                                          </p:val>
                                        </p:tav>
                                        <p:tav tm="100000">
                                          <p:val>
                                            <p:strVal val="#ppt_x"/>
                                          </p:val>
                                        </p:tav>
                                      </p:tavLst>
                                    </p:anim>
                                    <p:anim calcmode="lin" valueType="num">
                                      <p:cBhvr additive="base">
                                        <p:cTn id="104" dur="500" fill="hold"/>
                                        <p:tgtEl>
                                          <p:spTgt spid="31"/>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32"/>
                                        </p:tgtEl>
                                        <p:attrNameLst>
                                          <p:attrName>style.visibility</p:attrName>
                                        </p:attrNameLst>
                                      </p:cBhvr>
                                      <p:to>
                                        <p:strVal val="visible"/>
                                      </p:to>
                                    </p:set>
                                    <p:anim calcmode="lin" valueType="num">
                                      <p:cBhvr additive="base">
                                        <p:cTn id="107" dur="500" fill="hold"/>
                                        <p:tgtEl>
                                          <p:spTgt spid="32"/>
                                        </p:tgtEl>
                                        <p:attrNameLst>
                                          <p:attrName>ppt_x</p:attrName>
                                        </p:attrNameLst>
                                      </p:cBhvr>
                                      <p:tavLst>
                                        <p:tav tm="0">
                                          <p:val>
                                            <p:strVal val="#ppt_x"/>
                                          </p:val>
                                        </p:tav>
                                        <p:tav tm="100000">
                                          <p:val>
                                            <p:strVal val="#ppt_x"/>
                                          </p:val>
                                        </p:tav>
                                      </p:tavLst>
                                    </p:anim>
                                    <p:anim calcmode="lin" valueType="num">
                                      <p:cBhvr additive="base">
                                        <p:cTn id="108" dur="500" fill="hold"/>
                                        <p:tgtEl>
                                          <p:spTgt spid="32"/>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33"/>
                                        </p:tgtEl>
                                        <p:attrNameLst>
                                          <p:attrName>style.visibility</p:attrName>
                                        </p:attrNameLst>
                                      </p:cBhvr>
                                      <p:to>
                                        <p:strVal val="visible"/>
                                      </p:to>
                                    </p:set>
                                    <p:anim calcmode="lin" valueType="num">
                                      <p:cBhvr additive="base">
                                        <p:cTn id="111" dur="500" fill="hold"/>
                                        <p:tgtEl>
                                          <p:spTgt spid="33"/>
                                        </p:tgtEl>
                                        <p:attrNameLst>
                                          <p:attrName>ppt_x</p:attrName>
                                        </p:attrNameLst>
                                      </p:cBhvr>
                                      <p:tavLst>
                                        <p:tav tm="0">
                                          <p:val>
                                            <p:strVal val="#ppt_x"/>
                                          </p:val>
                                        </p:tav>
                                        <p:tav tm="100000">
                                          <p:val>
                                            <p:strVal val="#ppt_x"/>
                                          </p:val>
                                        </p:tav>
                                      </p:tavLst>
                                    </p:anim>
                                    <p:anim calcmode="lin" valueType="num">
                                      <p:cBhvr additive="base">
                                        <p:cTn id="112" dur="500" fill="hold"/>
                                        <p:tgtEl>
                                          <p:spTgt spid="33"/>
                                        </p:tgtEl>
                                        <p:attrNameLst>
                                          <p:attrName>ppt_y</p:attrName>
                                        </p:attrNameLst>
                                      </p:cBhvr>
                                      <p:tavLst>
                                        <p:tav tm="0">
                                          <p:val>
                                            <p:strVal val="1+#ppt_h/2"/>
                                          </p:val>
                                        </p:tav>
                                        <p:tav tm="100000">
                                          <p:val>
                                            <p:strVal val="#ppt_y"/>
                                          </p:val>
                                        </p:tav>
                                      </p:tavLst>
                                    </p:anim>
                                  </p:childTnLst>
                                </p:cTn>
                              </p:par>
                              <p:par>
                                <p:cTn id="113" presetID="2" presetClass="entr" presetSubtype="4" fill="hold" grpId="0" nodeType="withEffect">
                                  <p:stCondLst>
                                    <p:cond delay="0"/>
                                  </p:stCondLst>
                                  <p:childTnLst>
                                    <p:set>
                                      <p:cBhvr>
                                        <p:cTn id="114" dur="1" fill="hold">
                                          <p:stCondLst>
                                            <p:cond delay="0"/>
                                          </p:stCondLst>
                                        </p:cTn>
                                        <p:tgtEl>
                                          <p:spTgt spid="34"/>
                                        </p:tgtEl>
                                        <p:attrNameLst>
                                          <p:attrName>style.visibility</p:attrName>
                                        </p:attrNameLst>
                                      </p:cBhvr>
                                      <p:to>
                                        <p:strVal val="visible"/>
                                      </p:to>
                                    </p:set>
                                    <p:anim calcmode="lin" valueType="num">
                                      <p:cBhvr additive="base">
                                        <p:cTn id="115" dur="500" fill="hold"/>
                                        <p:tgtEl>
                                          <p:spTgt spid="34"/>
                                        </p:tgtEl>
                                        <p:attrNameLst>
                                          <p:attrName>ppt_x</p:attrName>
                                        </p:attrNameLst>
                                      </p:cBhvr>
                                      <p:tavLst>
                                        <p:tav tm="0">
                                          <p:val>
                                            <p:strVal val="#ppt_x"/>
                                          </p:val>
                                        </p:tav>
                                        <p:tav tm="100000">
                                          <p:val>
                                            <p:strVal val="#ppt_x"/>
                                          </p:val>
                                        </p:tav>
                                      </p:tavLst>
                                    </p:anim>
                                    <p:anim calcmode="lin" valueType="num">
                                      <p:cBhvr additive="base">
                                        <p:cTn id="116" dur="500" fill="hold"/>
                                        <p:tgtEl>
                                          <p:spTgt spid="34"/>
                                        </p:tgtEl>
                                        <p:attrNameLst>
                                          <p:attrName>ppt_y</p:attrName>
                                        </p:attrNameLst>
                                      </p:cBhvr>
                                      <p:tavLst>
                                        <p:tav tm="0">
                                          <p:val>
                                            <p:strVal val="1+#ppt_h/2"/>
                                          </p:val>
                                        </p:tav>
                                        <p:tav tm="100000">
                                          <p:val>
                                            <p:strVal val="#ppt_y"/>
                                          </p:val>
                                        </p:tav>
                                      </p:tavLst>
                                    </p:anim>
                                  </p:childTnLst>
                                </p:cTn>
                              </p:par>
                              <p:par>
                                <p:cTn id="117" presetID="2" presetClass="entr" presetSubtype="4" fill="hold" grpId="0" nodeType="withEffect">
                                  <p:stCondLst>
                                    <p:cond delay="0"/>
                                  </p:stCondLst>
                                  <p:childTnLst>
                                    <p:set>
                                      <p:cBhvr>
                                        <p:cTn id="118" dur="1" fill="hold">
                                          <p:stCondLst>
                                            <p:cond delay="0"/>
                                          </p:stCondLst>
                                        </p:cTn>
                                        <p:tgtEl>
                                          <p:spTgt spid="35"/>
                                        </p:tgtEl>
                                        <p:attrNameLst>
                                          <p:attrName>style.visibility</p:attrName>
                                        </p:attrNameLst>
                                      </p:cBhvr>
                                      <p:to>
                                        <p:strVal val="visible"/>
                                      </p:to>
                                    </p:set>
                                    <p:anim calcmode="lin" valueType="num">
                                      <p:cBhvr additive="base">
                                        <p:cTn id="119" dur="500" fill="hold"/>
                                        <p:tgtEl>
                                          <p:spTgt spid="35"/>
                                        </p:tgtEl>
                                        <p:attrNameLst>
                                          <p:attrName>ppt_x</p:attrName>
                                        </p:attrNameLst>
                                      </p:cBhvr>
                                      <p:tavLst>
                                        <p:tav tm="0">
                                          <p:val>
                                            <p:strVal val="#ppt_x"/>
                                          </p:val>
                                        </p:tav>
                                        <p:tav tm="100000">
                                          <p:val>
                                            <p:strVal val="#ppt_x"/>
                                          </p:val>
                                        </p:tav>
                                      </p:tavLst>
                                    </p:anim>
                                    <p:anim calcmode="lin" valueType="num">
                                      <p:cBhvr additive="base">
                                        <p:cTn id="120" dur="500" fill="hold"/>
                                        <p:tgtEl>
                                          <p:spTgt spid="35"/>
                                        </p:tgtEl>
                                        <p:attrNameLst>
                                          <p:attrName>ppt_y</p:attrName>
                                        </p:attrNameLst>
                                      </p:cBhvr>
                                      <p:tavLst>
                                        <p:tav tm="0">
                                          <p:val>
                                            <p:strVal val="1+#ppt_h/2"/>
                                          </p:val>
                                        </p:tav>
                                        <p:tav tm="100000">
                                          <p:val>
                                            <p:strVal val="#ppt_y"/>
                                          </p:val>
                                        </p:tav>
                                      </p:tavLst>
                                    </p:anim>
                                  </p:childTnLst>
                                </p:cTn>
                              </p:par>
                              <p:par>
                                <p:cTn id="121" presetID="2" presetClass="entr" presetSubtype="4" fill="hold" grpId="0" nodeType="withEffect">
                                  <p:stCondLst>
                                    <p:cond delay="0"/>
                                  </p:stCondLst>
                                  <p:childTnLst>
                                    <p:set>
                                      <p:cBhvr>
                                        <p:cTn id="122" dur="1" fill="hold">
                                          <p:stCondLst>
                                            <p:cond delay="0"/>
                                          </p:stCondLst>
                                        </p:cTn>
                                        <p:tgtEl>
                                          <p:spTgt spid="36"/>
                                        </p:tgtEl>
                                        <p:attrNameLst>
                                          <p:attrName>style.visibility</p:attrName>
                                        </p:attrNameLst>
                                      </p:cBhvr>
                                      <p:to>
                                        <p:strVal val="visible"/>
                                      </p:to>
                                    </p:set>
                                    <p:anim calcmode="lin" valueType="num">
                                      <p:cBhvr additive="base">
                                        <p:cTn id="123" dur="500" fill="hold"/>
                                        <p:tgtEl>
                                          <p:spTgt spid="36"/>
                                        </p:tgtEl>
                                        <p:attrNameLst>
                                          <p:attrName>ppt_x</p:attrName>
                                        </p:attrNameLst>
                                      </p:cBhvr>
                                      <p:tavLst>
                                        <p:tav tm="0">
                                          <p:val>
                                            <p:strVal val="#ppt_x"/>
                                          </p:val>
                                        </p:tav>
                                        <p:tav tm="100000">
                                          <p:val>
                                            <p:strVal val="#ppt_x"/>
                                          </p:val>
                                        </p:tav>
                                      </p:tavLst>
                                    </p:anim>
                                    <p:anim calcmode="lin" valueType="num">
                                      <p:cBhvr additive="base">
                                        <p:cTn id="124"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p:bldP spid="9" grpId="0" bldLvl="0" animBg="1"/>
      <p:bldP spid="10" grpId="0"/>
      <p:bldP spid="11" grpId="0"/>
      <p:bldP spid="12" grpId="0"/>
      <p:bldP spid="13" grpId="0"/>
      <p:bldP spid="14" grpId="0"/>
      <p:bldP spid="15" grpId="0"/>
      <p:bldP spid="16" grpId="0"/>
      <p:bldP spid="17" grpId="0"/>
      <p:bldP spid="18" grpId="0"/>
      <p:bldP spid="19" grpId="0"/>
      <p:bldP spid="20" grpId="0"/>
      <p:bldP spid="21" grpId="0"/>
      <p:bldP spid="22" grpId="0" bldLvl="0" animBg="1"/>
      <p:bldP spid="23" grpId="0"/>
      <p:bldP spid="24" grpId="0" bldLvl="0" animBg="1"/>
      <p:bldP spid="25" grpId="0" bldLvl="0" animBg="1"/>
      <p:bldP spid="26" grpId="0"/>
      <p:bldP spid="27" grpId="0" bldLvl="0" animBg="1"/>
      <p:bldP spid="28" grpId="0" bldLvl="0" animBg="1"/>
      <p:bldP spid="29" grpId="0"/>
      <p:bldP spid="30" grpId="0" bldLvl="0" animBg="1"/>
      <p:bldP spid="31" grpId="0" bldLvl="0" animBg="1"/>
      <p:bldP spid="32" grpId="0"/>
      <p:bldP spid="33" grpId="0" bldLvl="0" animBg="1"/>
      <p:bldP spid="34" grpId="0" bldLvl="0" animBg="1"/>
      <p:bldP spid="35" grpId="0"/>
      <p:bldP spid="36"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5819"/>
            <a:ext cx="12192000" cy="6852181"/>
          </a:xfrm>
          <a:prstGeom prst="rect">
            <a:avLst/>
          </a:prstGeom>
        </p:spPr>
      </p:pic>
      <p:sp>
        <p:nvSpPr>
          <p:cNvPr id="3" name="矩形 2"/>
          <p:cNvSpPr/>
          <p:nvPr/>
        </p:nvSpPr>
        <p:spPr>
          <a:xfrm>
            <a:off x="2160496" y="1456722"/>
            <a:ext cx="7871010" cy="3932089"/>
          </a:xfrm>
          <a:prstGeom prst="rect">
            <a:avLst/>
          </a:prstGeom>
          <a:solidFill>
            <a:srgbClr val="244C89"/>
          </a:solidFill>
          <a:ln>
            <a:no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微软雅黑 Light" panose="020B0502040204020203" charset="-122"/>
              <a:cs typeface="+mn-cs"/>
            </a:endParaRPr>
          </a:p>
        </p:txBody>
      </p:sp>
      <p:sp>
        <p:nvSpPr>
          <p:cNvPr id="9" name="矩形 8"/>
          <p:cNvSpPr/>
          <p:nvPr/>
        </p:nvSpPr>
        <p:spPr>
          <a:xfrm>
            <a:off x="2429435" y="1711367"/>
            <a:ext cx="7333130" cy="3441085"/>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微软雅黑 Light" panose="020B0502040204020203" charset="-122"/>
              <a:cs typeface="+mn-cs"/>
            </a:endParaRPr>
          </a:p>
        </p:txBody>
      </p:sp>
      <p:sp>
        <p:nvSpPr>
          <p:cNvPr id="4" name="文本框 3"/>
          <p:cNvSpPr txBox="1"/>
          <p:nvPr/>
        </p:nvSpPr>
        <p:spPr>
          <a:xfrm>
            <a:off x="2569302" y="2609419"/>
            <a:ext cx="7053116" cy="830997"/>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prstClr val="white"/>
                </a:solidFill>
                <a:effectLst/>
                <a:uLnTx/>
                <a:uFillTx/>
                <a:latin typeface="思源黑体" panose="020B0500000000000000" pitchFamily="34" charset="-122"/>
                <a:ea typeface="思源黑体" panose="020B0500000000000000" pitchFamily="34" charset="-122"/>
                <a:cs typeface="+mn-cs"/>
              </a:rPr>
              <a:t>感谢聆听   批评指正</a:t>
            </a:r>
            <a:endParaRPr kumimoji="0" lang="zh-CN" altLang="en-US" sz="4800" b="1" i="0" u="none" strike="noStrike" kern="1200" cap="none" spc="0" normalizeH="0" baseline="0" noProof="0" dirty="0">
              <a:ln>
                <a:noFill/>
              </a:ln>
              <a:solidFill>
                <a:prstClr val="white"/>
              </a:solidFill>
              <a:effectLst/>
              <a:uLnTx/>
              <a:uFillTx/>
              <a:latin typeface="思源黑体" panose="020B0500000000000000" pitchFamily="34" charset="-122"/>
              <a:ea typeface="思源黑体" panose="020B0500000000000000" pitchFamily="34" charset="-122"/>
              <a:cs typeface="+mn-cs"/>
            </a:endParaRPr>
          </a:p>
        </p:txBody>
      </p:sp>
      <p:sp>
        <p:nvSpPr>
          <p:cNvPr id="19" name="矩形 259"/>
          <p:cNvSpPr>
            <a:spLocks noChangeArrowheads="1"/>
          </p:cNvSpPr>
          <p:nvPr/>
        </p:nvSpPr>
        <p:spPr bwMode="auto">
          <a:xfrm>
            <a:off x="3686048" y="3761228"/>
            <a:ext cx="4819624"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700" b="0" i="0" u="none" strike="noStrike" kern="1200" cap="none" spc="0" normalizeH="0" baseline="0" noProof="0" dirty="0">
                <a:ln>
                  <a:noFill/>
                </a:ln>
                <a:solidFill>
                  <a:prstClr val="white"/>
                </a:solidFill>
                <a:effectLst/>
                <a:uLnTx/>
                <a:uFillTx/>
                <a:latin typeface="思源黑体" panose="020B0500000000000000" pitchFamily="34" charset="-122"/>
                <a:ea typeface="思源黑体" panose="020B0500000000000000" pitchFamily="34" charset="-122"/>
                <a:cs typeface="Arial" panose="020B0604020202020204" pitchFamily="34" charset="0"/>
                <a:sym typeface="Calibri" panose="020F0502020204030204" pitchFamily="34" charset="0"/>
              </a:rPr>
              <a:t>CONTRACTED WIND POWERPOINT TEMPLATE DESIGNS CONTRACTED WIND POWERPOINT</a:t>
            </a:r>
            <a:endParaRPr kumimoji="0" lang="en-US" altLang="zh-CN" sz="700" b="0" i="0" u="none" strike="noStrike" kern="1200" cap="none" spc="0" normalizeH="0" baseline="0" noProof="0" dirty="0">
              <a:ln>
                <a:noFill/>
              </a:ln>
              <a:solidFill>
                <a:prstClr val="white"/>
              </a:solidFill>
              <a:effectLst/>
              <a:uLnTx/>
              <a:uFillTx/>
              <a:latin typeface="思源黑体" panose="020B0500000000000000" pitchFamily="34" charset="-122"/>
              <a:ea typeface="思源黑体" panose="020B0500000000000000" pitchFamily="34" charset="-122"/>
              <a:cs typeface="Arial" panose="020B0604020202020204" pitchFamily="34" charset="0"/>
              <a:sym typeface="Calibri" panose="020F0502020204030204" pitchFamily="34" charset="0"/>
            </a:endParaRPr>
          </a:p>
          <a:p>
            <a:pPr marL="0" marR="0" lvl="0" indent="0" algn="ctr"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700" b="0" i="0" u="none" strike="noStrike" kern="1200" cap="none" spc="0" normalizeH="0" baseline="0" noProof="0" dirty="0">
                <a:ln>
                  <a:noFill/>
                </a:ln>
                <a:solidFill>
                  <a:prstClr val="white"/>
                </a:solidFill>
                <a:effectLst/>
                <a:uLnTx/>
                <a:uFillTx/>
                <a:latin typeface="思源黑体" panose="020B0500000000000000" pitchFamily="34" charset="-122"/>
                <a:ea typeface="思源黑体" panose="020B0500000000000000" pitchFamily="34" charset="-122"/>
                <a:cs typeface="Arial" panose="020B0604020202020204" pitchFamily="34" charset="0"/>
                <a:sym typeface="Calibri" panose="020F0502020204030204" pitchFamily="34" charset="0"/>
              </a:rPr>
              <a:t> TEMPLATE DESIGNS CONTRACTED WIND POWERPOINT TEMPLATE DESIGNS CONTRACTED WIND POWERPOINT TEMPLATE DESIGNS</a:t>
            </a:r>
            <a:endParaRPr kumimoji="0" lang="zh-CN" altLang="en-US" sz="700" b="0" i="0" u="none" strike="noStrike" kern="1200" cap="none" spc="0" normalizeH="0" baseline="0" noProof="0" dirty="0">
              <a:ln>
                <a:noFill/>
              </a:ln>
              <a:solidFill>
                <a:prstClr val="white"/>
              </a:solidFill>
              <a:effectLst/>
              <a:uLnTx/>
              <a:uFillTx/>
              <a:latin typeface="思源黑体" panose="020B0500000000000000" pitchFamily="34" charset="-122"/>
              <a:ea typeface="思源黑体" panose="020B0500000000000000" pitchFamily="34" charset="-122"/>
              <a:cs typeface="Arial" panose="020B0604020202020204" pitchFamily="34" charset="0"/>
              <a:sym typeface="Calibri" panose="020F0502020204030204" pitchFamily="34" charset="0"/>
            </a:endParaRPr>
          </a:p>
        </p:txBody>
      </p:sp>
      <p:sp>
        <p:nvSpPr>
          <p:cNvPr id="22" name="椭圆 21"/>
          <p:cNvSpPr/>
          <p:nvPr/>
        </p:nvSpPr>
        <p:spPr>
          <a:xfrm>
            <a:off x="5417820" y="891540"/>
            <a:ext cx="1356995" cy="1338580"/>
          </a:xfrm>
          <a:prstGeom prst="ellipse">
            <a:avLst/>
          </a:prstGeom>
          <a:solidFill>
            <a:schemeClr val="accent2"/>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pic>
        <p:nvPicPr>
          <p:cNvPr id="21" name="图片 20" descr="校徽(1)"/>
          <p:cNvPicPr>
            <a:picLocks noChangeAspect="1"/>
          </p:cNvPicPr>
          <p:nvPr/>
        </p:nvPicPr>
        <p:blipFill>
          <a:blip r:embed="rId2">
            <a:clrChange>
              <a:clrFrom>
                <a:srgbClr val="000000">
                  <a:alpha val="0"/>
                </a:srgbClr>
              </a:clrFrom>
              <a:clrTo>
                <a:srgbClr val="000000">
                  <a:alpha val="0"/>
                  <a:alpha val="0"/>
                </a:srgbClr>
              </a:clrTo>
            </a:clrChange>
            <a:lum bright="100000" contrast="-70000"/>
          </a:blip>
          <a:srcRect l="26399" r="24283" b="2118"/>
          <a:stretch>
            <a:fillRect/>
          </a:stretch>
        </p:blipFill>
        <p:spPr>
          <a:xfrm>
            <a:off x="5486400" y="972185"/>
            <a:ext cx="1288415" cy="1177290"/>
          </a:xfrm>
          <a:prstGeom prst="rect">
            <a:avLst/>
          </a:prstGeom>
          <a:effectLst/>
        </p:spPr>
      </p:pic>
      <p:sp>
        <p:nvSpPr>
          <p:cNvPr id="15" name="矩形 259"/>
          <p:cNvSpPr>
            <a:spLocks noChangeArrowheads="1"/>
          </p:cNvSpPr>
          <p:nvPr/>
        </p:nvSpPr>
        <p:spPr bwMode="auto">
          <a:xfrm>
            <a:off x="1928355" y="3377980"/>
            <a:ext cx="8335010" cy="33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fontAlgn="base">
              <a:lnSpc>
                <a:spcPct val="120000"/>
              </a:lnSpc>
              <a:spcBef>
                <a:spcPct val="0"/>
              </a:spcBef>
              <a:spcAft>
                <a:spcPct val="0"/>
              </a:spcAft>
              <a:buFont typeface="Arial" panose="020B0604020202020204" pitchFamily="34" charset="0"/>
              <a:buNone/>
            </a:pPr>
            <a:r>
              <a:rPr lang="en-US" altLang="zh-CN" sz="1800" dirty="0">
                <a:solidFill>
                  <a:schemeClr val="bg1"/>
                </a:solidFill>
                <a:latin typeface="思源黑体" panose="020B0500000000000000" pitchFamily="34" charset="-122"/>
                <a:ea typeface="思源黑体" panose="020B0500000000000000" pitchFamily="34" charset="-122"/>
              </a:rPr>
              <a:t>——</a:t>
            </a:r>
            <a:r>
              <a:rPr lang="zh-CN" altLang="en-US" sz="1800" dirty="0">
                <a:solidFill>
                  <a:schemeClr val="bg1"/>
                </a:solidFill>
                <a:latin typeface="思源黑体" panose="020B0500000000000000" pitchFamily="34" charset="-122"/>
                <a:ea typeface="思源黑体" panose="020B0500000000000000" pitchFamily="34" charset="-122"/>
              </a:rPr>
              <a:t>复杂建筑群环境下无人机自主避障与三维仿真系统开发</a:t>
            </a:r>
            <a:endParaRPr lang="zh-CN" altLang="en-US" sz="1800" dirty="0">
              <a:solidFill>
                <a:schemeClr val="bg1"/>
              </a:solidFill>
              <a:latin typeface="思源黑体" panose="020B0500000000000000" pitchFamily="34" charset="-122"/>
              <a:ea typeface="思源黑体" panose="020B0500000000000000"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21" presetClass="entr" presetSubtype="8"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heel(8)">
                                      <p:cBhvr>
                                        <p:cTn id="12" dur="750"/>
                                        <p:tgtEl>
                                          <p:spTgt spid="9"/>
                                        </p:tgtEl>
                                      </p:cBhvr>
                                    </p:animEffect>
                                  </p:childTnLst>
                                </p:cTn>
                              </p:par>
                            </p:childTnLst>
                          </p:cTn>
                        </p:par>
                        <p:par>
                          <p:cTn id="13" fill="hold">
                            <p:stCondLst>
                              <p:cond delay="5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par>
                                <p:cTn id="18" presetID="10" presetClass="entr" presetSubtype="0" fill="hold" grpId="0" nodeType="withEffect">
                                  <p:stCondLst>
                                    <p:cond delay="50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par>
                                <p:cTn id="21" presetID="16" presetClass="entr" presetSubtype="21" fill="hold" grpId="0" nodeType="withEffect">
                                  <p:stCondLst>
                                    <p:cond delay="250"/>
                                  </p:stCondLst>
                                  <p:childTnLst>
                                    <p:set>
                                      <p:cBhvr>
                                        <p:cTn id="22" dur="1" fill="hold">
                                          <p:stCondLst>
                                            <p:cond delay="0"/>
                                          </p:stCondLst>
                                        </p:cTn>
                                        <p:tgtEl>
                                          <p:spTgt spid="15"/>
                                        </p:tgtEl>
                                        <p:attrNameLst>
                                          <p:attrName>style.visibility</p:attrName>
                                        </p:attrNameLst>
                                      </p:cBhvr>
                                      <p:to>
                                        <p:strVal val="visible"/>
                                      </p:to>
                                    </p:set>
                                    <p:animEffect transition="in" filter="barn(inVertical)">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9" grpId="0" bldLvl="0" animBg="1"/>
      <p:bldP spid="4" grpId="0"/>
      <p:bldP spid="19" grpId="0"/>
      <p:bldP spid="1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形标注 4"/>
          <p:cNvSpPr/>
          <p:nvPr/>
        </p:nvSpPr>
        <p:spPr>
          <a:xfrm>
            <a:off x="5834084" y="1516652"/>
            <a:ext cx="3824696" cy="3824696"/>
          </a:xfrm>
          <a:prstGeom prst="wedgeEllipseCallout">
            <a:avLst>
              <a:gd name="adj1" fmla="val -59289"/>
              <a:gd name="adj2" fmla="val 42591"/>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6" name="圆角矩形 5"/>
          <p:cNvSpPr/>
          <p:nvPr/>
        </p:nvSpPr>
        <p:spPr>
          <a:xfrm>
            <a:off x="5583229" y="2617111"/>
            <a:ext cx="4364492" cy="1152810"/>
          </a:xfrm>
          <a:prstGeom prst="roundRect">
            <a:avLst>
              <a:gd name="adj" fmla="val 0"/>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20000"/>
              </a:lnSpc>
            </a:pPr>
            <a:r>
              <a:rPr lang="en-US" altLang="zh-CN" sz="5400" b="1" dirty="0">
                <a:solidFill>
                  <a:schemeClr val="bg1"/>
                </a:solidFill>
                <a:latin typeface="思源黑体" panose="020B0500000000000000" pitchFamily="34" charset="-122"/>
                <a:ea typeface="思源黑体" panose="020B0500000000000000" pitchFamily="34" charset="-122"/>
              </a:rPr>
              <a:t>Q&amp;A</a:t>
            </a:r>
            <a:endParaRPr lang="zh-CN" altLang="en-US" sz="5400" b="1" dirty="0">
              <a:solidFill>
                <a:schemeClr val="bg1"/>
              </a:solidFill>
              <a:latin typeface="思源黑体" panose="020B0500000000000000" pitchFamily="34" charset="-122"/>
              <a:ea typeface="思源黑体" panose="020B0500000000000000" pitchFamily="34" charset="-122"/>
            </a:endParaRPr>
          </a:p>
        </p:txBody>
      </p:sp>
      <p:sp>
        <p:nvSpPr>
          <p:cNvPr id="7" name="文本框 6"/>
          <p:cNvSpPr txBox="1"/>
          <p:nvPr/>
        </p:nvSpPr>
        <p:spPr>
          <a:xfrm>
            <a:off x="5755937" y="3726133"/>
            <a:ext cx="4019076" cy="236603"/>
          </a:xfrm>
          <a:prstGeom prst="rect">
            <a:avLst/>
          </a:prstGeom>
          <a:noFill/>
        </p:spPr>
        <p:txBody>
          <a:bodyPr wrap="square" lIns="0" tIns="0" rIns="0" bIns="0" rtlCol="0">
            <a:spAutoFit/>
          </a:bodyPr>
          <a:lstStyle/>
          <a:p>
            <a:pPr algn="ctr">
              <a:lnSpc>
                <a:spcPct val="120000"/>
              </a:lnSpc>
            </a:pPr>
            <a:r>
              <a:rPr lang="zh-CN" altLang="en-US" sz="1400" dirty="0">
                <a:solidFill>
                  <a:schemeClr val="bg1"/>
                </a:solidFill>
                <a:latin typeface="思源黑体" panose="020B0500000000000000" pitchFamily="34" charset="-122"/>
                <a:ea typeface="思源黑体" panose="020B0500000000000000" pitchFamily="34" charset="-122"/>
              </a:rPr>
              <a:t>请老师们对我们组的课题提出宝贵意见</a:t>
            </a:r>
            <a:endParaRPr lang="zh-CN" altLang="en-US" sz="1400" dirty="0">
              <a:solidFill>
                <a:schemeClr val="bg1"/>
              </a:solidFill>
              <a:latin typeface="思源黑体" panose="020B0500000000000000" pitchFamily="34" charset="-122"/>
              <a:ea typeface="思源黑体" panose="020B0500000000000000" pitchFamily="34" charset="-122"/>
            </a:endParaRPr>
          </a:p>
        </p:txBody>
      </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615739" y="2209183"/>
            <a:ext cx="2786181" cy="3507105"/>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fade">
                                      <p:cBhvr>
                                        <p:cTn id="13" dur="500"/>
                                        <p:tgtEl>
                                          <p:spTgt spid="7">
                                            <p:txEl>
                                              <p:pRg st="0" end="0"/>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7" grpId="0" build="allAtOnce"/>
    </p:bldLst>
  </p:timing>
</p:sld>
</file>

<file path=ppt/tags/tag1.xml><?xml version="1.0" encoding="utf-8"?>
<p:tagLst xmlns:p="http://schemas.openxmlformats.org/presentationml/2006/main">
  <p:tag name="PA" val="v3.2.0"/>
</p:tagLst>
</file>

<file path=ppt/tags/tag2.xml><?xml version="1.0" encoding="utf-8"?>
<p:tagLst xmlns:p="http://schemas.openxmlformats.org/presentationml/2006/main">
  <p:tag name="PA" val="v3.2.0"/>
</p:tagLst>
</file>

<file path=ppt/tags/tag3.xml><?xml version="1.0" encoding="utf-8"?>
<p:tagLst xmlns:p="http://schemas.openxmlformats.org/presentationml/2006/main">
  <p:tag name="PA" val="v3.0.1"/>
</p:tagLst>
</file>

<file path=ppt/tags/tag4.xml><?xml version="1.0" encoding="utf-8"?>
<p:tagLst xmlns:p="http://schemas.openxmlformats.org/presentationml/2006/main">
  <p:tag name="PA" val="v3.0.1"/>
</p:tagLst>
</file>

<file path=ppt/tags/tag5.xml><?xml version="1.0" encoding="utf-8"?>
<p:tagLst xmlns:p="http://schemas.openxmlformats.org/presentationml/2006/main">
  <p:tag name="KSO_WM_DIAGRAM_VIRTUALLY_FRAME" val="{&quot;height&quot;:318.2466929133857,&quot;left&quot;:449.94913385826766,&quot;top&quot;:131.0659842519685,&quot;width&quot;:391.25}"/>
</p:tagLst>
</file>

<file path=ppt/tags/tag6.xml><?xml version="1.0" encoding="utf-8"?>
<p:tagLst xmlns:p="http://schemas.openxmlformats.org/presentationml/2006/main">
  <p:tag name="KSO_WM_DIAGRAM_VIRTUALLY_FRAME" val="{&quot;height&quot;:316.7587401574803,&quot;left&quot;:449.94913385826766,&quot;top&quot;:131.0659842519685,&quot;width&quot;:391.25}"/>
</p:tagLst>
</file>

<file path=ppt/tags/tag7.xml><?xml version="1.0" encoding="utf-8"?>
<p:tagLst xmlns:p="http://schemas.openxmlformats.org/presentationml/2006/main">
  <p:tag name="KSO_WM_DIAGRAM_VIRTUALLY_FRAME" val="{&quot;height&quot;:316.7587401574803,&quot;left&quot;:449.94913385826766,&quot;top&quot;:131.0659842519685,&quot;width&quot;:391.25}"/>
</p:tagLst>
</file>

<file path=ppt/tags/tag8.xml><?xml version="1.0" encoding="utf-8"?>
<p:tagLst xmlns:p="http://schemas.openxmlformats.org/presentationml/2006/main">
  <p:tag name="KSO_WM_DIAGRAM_VIRTUALLY_FRAME" val="{&quot;height&quot;:318.2466929133857,&quot;left&quot;:449.94913385826766,&quot;top&quot;:131.0659842519685,&quot;width&quot;:391.25}"/>
</p:tagLst>
</file>

<file path=ppt/tags/tag9.xml><?xml version="1.0" encoding="utf-8"?>
<p:tagLst xmlns:p="http://schemas.openxmlformats.org/presentationml/2006/main">
  <p:tag name="KSO_WM_DIAGRAM_VIRTUALLY_FRAME" val="{&quot;height&quot;:318.2466929133857,&quot;left&quot;:449.94913385826766,&quot;top&quot;:131.0659842519685,&quot;width&quot;:391.25}"/>
</p:tagLst>
</file>

<file path=ppt/tags/tag10.xml><?xml version="1.0" encoding="utf-8"?>
<p:tagLst xmlns:p="http://schemas.openxmlformats.org/presentationml/2006/main">
  <p:tag name="KSO_WM_DIAGRAM_VIRTUALLY_FRAME" val="{&quot;height&quot;:318.2466929133857,&quot;left&quot;:449.94913385826766,&quot;top&quot;:131.0659842519685,&quot;width&quot;:391.25}"/>
</p:tagLst>
</file>

<file path=ppt/tags/tag11.xml><?xml version="1.0" encoding="utf-8"?>
<p:tagLst xmlns:p="http://schemas.openxmlformats.org/presentationml/2006/main">
  <p:tag name="KSO_WM_DIAGRAM_VIRTUALLY_FRAME" val="{&quot;height&quot;:318.2466929133857,&quot;left&quot;:449.94913385826766,&quot;top&quot;:131.0659842519685,&quot;width&quot;:391.25}"/>
</p:tagLst>
</file>

<file path=ppt/tags/tag12.xml><?xml version="1.0" encoding="utf-8"?>
<p:tagLst xmlns:p="http://schemas.openxmlformats.org/presentationml/2006/main">
  <p:tag name="KSO_WM_DIAGRAM_VIRTUALLY_FRAME" val="{&quot;height&quot;:318.2466929133857,&quot;left&quot;:449.94913385826766,&quot;top&quot;:131.0659842519685,&quot;width&quot;:391.25}"/>
</p:tagLst>
</file>

<file path=ppt/tags/tag13.xml><?xml version="1.0" encoding="utf-8"?>
<p:tagLst xmlns:p="http://schemas.openxmlformats.org/presentationml/2006/main">
  <p:tag name="KSO_WM_DIAGRAM_VIRTUALLY_FRAME" val="{&quot;height&quot;:316.7587401574803,&quot;left&quot;:449.94913385826766,&quot;top&quot;:131.0659842519685,&quot;width&quot;:391.25}"/>
</p:tagLst>
</file>

<file path=ppt/tags/tag14.xml><?xml version="1.0" encoding="utf-8"?>
<p:tagLst xmlns:p="http://schemas.openxmlformats.org/presentationml/2006/main">
  <p:tag name="KSO_WM_DIAGRAM_VIRTUALLY_FRAME" val="{&quot;height&quot;:316.7587401574803,&quot;left&quot;:449.94913385826766,&quot;top&quot;:131.0659842519685,&quot;width&quot;:391.25}"/>
</p:tagLst>
</file>

<file path=ppt/tags/tag15.xml><?xml version="1.0" encoding="utf-8"?>
<p:tagLst xmlns:p="http://schemas.openxmlformats.org/presentationml/2006/main">
  <p:tag name="KSO_WM_DIAGRAM_VIRTUALLY_FRAME" val="{&quot;height&quot;:318.2466929133857,&quot;left&quot;:449.94913385826766,&quot;top&quot;:131.0659842519685,&quot;width&quot;:391.25}"/>
</p:tagLst>
</file>

<file path=ppt/tags/tag16.xml><?xml version="1.0" encoding="utf-8"?>
<p:tagLst xmlns:p="http://schemas.openxmlformats.org/presentationml/2006/main">
  <p:tag name="KSO_WM_DIAGRAM_VIRTUALLY_FRAME" val="{&quot;height&quot;:318.2466929133857,&quot;left&quot;:449.94913385826766,&quot;top&quot;:131.0659842519685,&quot;width&quot;:391.25}"/>
</p:tagLst>
</file>

<file path=ppt/tags/tag17.xml><?xml version="1.0" encoding="utf-8"?>
<p:tagLst xmlns:p="http://schemas.openxmlformats.org/presentationml/2006/main">
  <p:tag name="KSO_WM_DIAGRAM_VIRTUALLY_FRAME" val="{&quot;height&quot;:318.2466929133857,&quot;left&quot;:449.94913385826766,&quot;top&quot;:131.0659842519685,&quot;width&quot;:391.25}"/>
</p:tagLst>
</file>

<file path=ppt/tags/tag18.xml><?xml version="1.0" encoding="utf-8"?>
<p:tagLst xmlns:p="http://schemas.openxmlformats.org/presentationml/2006/main">
  <p:tag name="KSO_WM_DIAGRAM_VIRTUALLY_FRAME" val="{&quot;height&quot;:318.2466929133857,&quot;left&quot;:449.94913385826766,&quot;top&quot;:131.0659842519685,&quot;width&quot;:391.25}"/>
</p:tagLst>
</file>

<file path=ppt/tags/tag19.xml><?xml version="1.0" encoding="utf-8"?>
<p:tagLst xmlns:p="http://schemas.openxmlformats.org/presentationml/2006/main">
  <p:tag name="KSO_WM_DIAGRAM_VIRTUALLY_FRAME" val="{&quot;height&quot;:318.2466929133857,&quot;left&quot;:449.94913385826766,&quot;top&quot;:131.0659842519685,&quot;width&quot;:391.25}"/>
</p:tagLst>
</file>

<file path=ppt/tags/tag20.xml><?xml version="1.0" encoding="utf-8"?>
<p:tagLst xmlns:p="http://schemas.openxmlformats.org/presentationml/2006/main">
  <p:tag name="KSO_WM_DIAGRAM_VIRTUALLY_FRAME" val="{&quot;height&quot;:316.7587401574803,&quot;left&quot;:449.94913385826766,&quot;top&quot;:131.0659842519685,&quot;width&quot;:391.25}"/>
</p:tagLst>
</file>

<file path=ppt/tags/tag21.xml><?xml version="1.0" encoding="utf-8"?>
<p:tagLst xmlns:p="http://schemas.openxmlformats.org/presentationml/2006/main">
  <p:tag name="KSO_WM_DIAGRAM_VIRTUALLY_FRAME" val="{&quot;height&quot;:316.7587401574803,&quot;left&quot;:449.94913385826766,&quot;top&quot;:131.0659842519685,&quot;width&quot;:391.25}"/>
</p:tagLst>
</file>

<file path=ppt/tags/tag22.xml><?xml version="1.0" encoding="utf-8"?>
<p:tagLst xmlns:p="http://schemas.openxmlformats.org/presentationml/2006/main">
  <p:tag name="KSO_WM_DIAGRAM_VIRTUALLY_FRAME" val="{&quot;height&quot;:318.2466929133857,&quot;left&quot;:449.94913385826766,&quot;top&quot;:131.0659842519685,&quot;width&quot;:391.25}"/>
</p:tagLst>
</file>

<file path=ppt/tags/tag23.xml><?xml version="1.0" encoding="utf-8"?>
<p:tagLst xmlns:p="http://schemas.openxmlformats.org/presentationml/2006/main">
  <p:tag name="KSO_WM_DIAGRAM_VIRTUALLY_FRAME" val="{&quot;height&quot;:318.2466929133857,&quot;left&quot;:449.94913385826766,&quot;top&quot;:131.0659842519685,&quot;width&quot;:391.25}"/>
</p:tagLst>
</file>

<file path=ppt/tags/tag24.xml><?xml version="1.0" encoding="utf-8"?>
<p:tagLst xmlns:p="http://schemas.openxmlformats.org/presentationml/2006/main">
  <p:tag name="KSO_WM_DIAGRAM_VIRTUALLY_FRAME" val="{&quot;height&quot;:318.2466929133857,&quot;left&quot;:449.94913385826766,&quot;top&quot;:131.0659842519685,&quot;width&quot;:391.25}"/>
</p:tagLst>
</file>

<file path=ppt/tags/tag25.xml><?xml version="1.0" encoding="utf-8"?>
<p:tagLst xmlns:p="http://schemas.openxmlformats.org/presentationml/2006/main">
  <p:tag name="KSO_WM_DIAGRAM_VIRTUALLY_FRAME" val="{&quot;height&quot;:318.2466929133857,&quot;left&quot;:449.94913385826766,&quot;top&quot;:131.0659842519685,&quot;width&quot;:391.25}"/>
</p:tagLst>
</file>

<file path=ppt/tags/tag26.xml><?xml version="1.0" encoding="utf-8"?>
<p:tagLst xmlns:p="http://schemas.openxmlformats.org/presentationml/2006/main">
  <p:tag name="KSO_WM_DIAGRAM_VIRTUALLY_FRAME" val="{&quot;height&quot;:318.2466929133857,&quot;left&quot;:449.94913385826766,&quot;top&quot;:131.0659842519685,&quot;width&quot;:391.25}"/>
</p:tagLst>
</file>

<file path=ppt/tags/tag27.xml><?xml version="1.0" encoding="utf-8"?>
<p:tagLst xmlns:p="http://schemas.openxmlformats.org/presentationml/2006/main">
  <p:tag name="KSO_WM_DIAGRAM_VIRTUALLY_FRAME" val="{&quot;height&quot;:316.7587401574803,&quot;left&quot;:449.94913385826766,&quot;top&quot;:131.0659842519685,&quot;width&quot;:391.25}"/>
</p:tagLst>
</file>

<file path=ppt/tags/tag28.xml><?xml version="1.0" encoding="utf-8"?>
<p:tagLst xmlns:p="http://schemas.openxmlformats.org/presentationml/2006/main">
  <p:tag name="KSO_WM_DIAGRAM_VIRTUALLY_FRAME" val="{&quot;height&quot;:316.7587401574803,&quot;left&quot;:449.94913385826766,&quot;top&quot;:131.0659842519685,&quot;width&quot;:391.25}"/>
</p:tagLst>
</file>

<file path=ppt/tags/tag29.xml><?xml version="1.0" encoding="utf-8"?>
<p:tagLst xmlns:p="http://schemas.openxmlformats.org/presentationml/2006/main">
  <p:tag name="KSO_WM_DIAGRAM_VIRTUALLY_FRAME" val="{&quot;height&quot;:318.2466929133857,&quot;left&quot;:449.94913385826766,&quot;top&quot;:131.0659842519685,&quot;width&quot;:391.25}"/>
</p:tagLst>
</file>

<file path=ppt/tags/tag30.xml><?xml version="1.0" encoding="utf-8"?>
<p:tagLst xmlns:p="http://schemas.openxmlformats.org/presentationml/2006/main">
  <p:tag name="KSO_WM_DIAGRAM_VIRTUALLY_FRAME" val="{&quot;height&quot;:318.2466929133857,&quot;left&quot;:449.94913385826766,&quot;top&quot;:131.0659842519685,&quot;width&quot;:391.25}"/>
</p:tagLst>
</file>

<file path=ppt/tags/tag31.xml><?xml version="1.0" encoding="utf-8"?>
<p:tagLst xmlns:p="http://schemas.openxmlformats.org/presentationml/2006/main">
  <p:tag name="KSO_WM_DIAGRAM_VIRTUALLY_FRAME" val="{&quot;height&quot;:318.2466929133857,&quot;left&quot;:449.94913385826766,&quot;top&quot;:131.0659842519685,&quot;width&quot;:391.25}"/>
</p:tagLst>
</file>

<file path=ppt/tags/tag32.xml><?xml version="1.0" encoding="utf-8"?>
<p:tagLst xmlns:p="http://schemas.openxmlformats.org/presentationml/2006/main">
  <p:tag name="KSO_WM_DIAGRAM_VIRTUALLY_FRAME" val="{&quot;height&quot;:318.2466929133857,&quot;left&quot;:449.94913385826766,&quot;top&quot;:131.0659842519685,&quot;width&quot;:391.25}"/>
</p:tagLst>
</file>

<file path=ppt/tags/tag33.xml><?xml version="1.0" encoding="utf-8"?>
<p:tagLst xmlns:p="http://schemas.openxmlformats.org/presentationml/2006/main">
  <p:tag name="KSO_WM_DIAGRAM_VIRTUALLY_FRAME" val="{&quot;height&quot;:318.2466929133857,&quot;left&quot;:449.94913385826766,&quot;top&quot;:131.0659842519685,&quot;width&quot;:391.25}"/>
</p:tagLst>
</file>

<file path=ppt/tags/tag34.xml><?xml version="1.0" encoding="utf-8"?>
<p:tagLst xmlns:p="http://schemas.openxmlformats.org/presentationml/2006/main">
  <p:tag name="KSO_WM_DIAGRAM_VIRTUALLY_FRAME" val="{&quot;height&quot;:316.7587401574803,&quot;left&quot;:449.94913385826766,&quot;top&quot;:131.0659842519685,&quot;width&quot;:391.25}"/>
</p:tagLst>
</file>

<file path=ppt/tags/tag35.xml><?xml version="1.0" encoding="utf-8"?>
<p:tagLst xmlns:p="http://schemas.openxmlformats.org/presentationml/2006/main">
  <p:tag name="KSO_WM_DIAGRAM_VIRTUALLY_FRAME" val="{&quot;height&quot;:318.2466929133857,&quot;left&quot;:449.94913385826766,&quot;top&quot;:131.0659842519685,&quot;width&quot;:391.25}"/>
</p:tagLst>
</file>

<file path=ppt/tags/tag36.xml><?xml version="1.0" encoding="utf-8"?>
<p:tagLst xmlns:p="http://schemas.openxmlformats.org/presentationml/2006/main">
  <p:tag name="KSO_WM_DIAGRAM_VIRTUALLY_FRAME" val="{&quot;height&quot;:318.2466929133857,&quot;left&quot;:449.94913385826766,&quot;top&quot;:131.0659842519685,&quot;width&quot;:391.25}"/>
</p:tagLst>
</file>

<file path=ppt/tags/tag37.xml><?xml version="1.0" encoding="utf-8"?>
<p:tagLst xmlns:p="http://schemas.openxmlformats.org/presentationml/2006/main">
  <p:tag name="KSO_WM_DIAGRAM_VIRTUALLY_FRAME" val="{&quot;height&quot;:323.6507086614173,&quot;left&quot;:143.70818897637795,&quot;top&quot;:145.90716535433071,&quot;width&quot;:682.345905511811}"/>
</p:tagLst>
</file>

<file path=ppt/tags/tag38.xml><?xml version="1.0" encoding="utf-8"?>
<p:tagLst xmlns:p="http://schemas.openxmlformats.org/presentationml/2006/main">
  <p:tag name="KSO_WM_DIAGRAM_VIRTUALLY_FRAME" val="{&quot;height&quot;:323.6507086614173,&quot;left&quot;:143.70818897637795,&quot;top&quot;:145.90716535433071,&quot;width&quot;:682.345905511811}"/>
</p:tagLst>
</file>

<file path=ppt/tags/tag39.xml><?xml version="1.0" encoding="utf-8"?>
<p:tagLst xmlns:p="http://schemas.openxmlformats.org/presentationml/2006/main">
  <p:tag name="KSO_WM_DIAGRAM_VIRTUALLY_FRAME" val="{&quot;height&quot;:323.6507086614173,&quot;left&quot;:143.70818897637795,&quot;top&quot;:145.90716535433071,&quot;width&quot;:682.345905511811}"/>
</p:tagLst>
</file>

<file path=ppt/tags/tag40.xml><?xml version="1.0" encoding="utf-8"?>
<p:tagLst xmlns:p="http://schemas.openxmlformats.org/presentationml/2006/main">
  <p:tag name="KSO_WM_DIAGRAM_VIRTUALLY_FRAME" val="{&quot;height&quot;:323.6507086614173,&quot;left&quot;:143.70818897637795,&quot;top&quot;:145.90716535433071,&quot;width&quot;:682.345905511811}"/>
</p:tagLst>
</file>

<file path=ppt/tags/tag41.xml><?xml version="1.0" encoding="utf-8"?>
<p:tagLst xmlns:p="http://schemas.openxmlformats.org/presentationml/2006/main">
  <p:tag name="KSO_WM_DIAGRAM_VIRTUALLY_FRAME" val="{&quot;height&quot;:323.6507086614173,&quot;left&quot;:143.70818897637795,&quot;top&quot;:145.90716535433071,&quot;width&quot;:682.345905511811}"/>
</p:tagLst>
</file>

<file path=ppt/tags/tag42.xml><?xml version="1.0" encoding="utf-8"?>
<p:tagLst xmlns:p="http://schemas.openxmlformats.org/presentationml/2006/main">
  <p:tag name="KSO_WM_DIAGRAM_VIRTUALLY_FRAME" val="{&quot;height&quot;:323.6507086614173,&quot;left&quot;:143.70818897637795,&quot;top&quot;:145.90716535433071,&quot;width&quot;:682.345905511811}"/>
</p:tagLst>
</file>

<file path=ppt/tags/tag43.xml><?xml version="1.0" encoding="utf-8"?>
<p:tagLst xmlns:p="http://schemas.openxmlformats.org/presentationml/2006/main">
  <p:tag name="KSO_WM_DIAGRAM_VIRTUALLY_FRAME" val="{&quot;height&quot;:301.44393700787407,&quot;left&quot;:333.96779527559056,&quot;top&quot;:161.96968503937006,&quot;width&quot;:483.0476377952756}"/>
</p:tagLst>
</file>

<file path=ppt/tags/tag44.xml><?xml version="1.0" encoding="utf-8"?>
<p:tagLst xmlns:p="http://schemas.openxmlformats.org/presentationml/2006/main">
  <p:tag name="KSO_WM_DIAGRAM_VIRTUALLY_FRAME" val="{&quot;height&quot;:301.44393700787407,&quot;left&quot;:333.96779527559056,&quot;top&quot;:161.96968503937006,&quot;width&quot;:483.0476377952756}"/>
</p:tagLst>
</file>

<file path=ppt/tags/tag45.xml><?xml version="1.0" encoding="utf-8"?>
<p:tagLst xmlns:p="http://schemas.openxmlformats.org/presentationml/2006/main">
  <p:tag name="KSO_WM_DIAGRAM_VIRTUALLY_FRAME" val="{&quot;height&quot;:301.44393700787407,&quot;left&quot;:333.96779527559056,&quot;top&quot;:161.96968503937006,&quot;width&quot;:483.0476377952756}"/>
</p:tagLst>
</file>

<file path=ppt/tags/tag46.xml><?xml version="1.0" encoding="utf-8"?>
<p:tagLst xmlns:p="http://schemas.openxmlformats.org/presentationml/2006/main">
  <p:tag name="KSO_WM_DIAGRAM_VIRTUALLY_FRAME" val="{&quot;height&quot;:301.44393700787407,&quot;left&quot;:333.96779527559056,&quot;top&quot;:161.96968503937006,&quot;width&quot;:483.0476377952756}"/>
</p:tagLst>
</file>

<file path=ppt/tags/tag47.xml><?xml version="1.0" encoding="utf-8"?>
<p:tagLst xmlns:p="http://schemas.openxmlformats.org/presentationml/2006/main">
  <p:tag name="KSO_WM_DIAGRAM_VIRTUALLY_FRAME" val="{&quot;height&quot;:301.44393700787407,&quot;left&quot;:333.96779527559056,&quot;top&quot;:161.96968503937006,&quot;width&quot;:483.0476377952756}"/>
</p:tagLst>
</file>

<file path=ppt/tags/tag48.xml><?xml version="1.0" encoding="utf-8"?>
<p:tagLst xmlns:p="http://schemas.openxmlformats.org/presentationml/2006/main">
  <p:tag name="KSO_WM_DIAGRAM_VIRTUALLY_FRAME" val="{&quot;height&quot;:301.44393700787407,&quot;left&quot;:333.96779527559056,&quot;top&quot;:161.96968503937006,&quot;width&quot;:483.0476377952756}"/>
</p:tagLst>
</file>

<file path=ppt/tags/tag49.xml><?xml version="1.0" encoding="utf-8"?>
<p:tagLst xmlns:p="http://schemas.openxmlformats.org/presentationml/2006/main">
  <p:tag name="KSO_WM_DIAGRAM_VIRTUALLY_FRAME" val="{&quot;height&quot;:301.44393700787407,&quot;left&quot;:333.96779527559056,&quot;top&quot;:161.96968503937006,&quot;width&quot;:483.0476377952756}"/>
</p:tagLst>
</file>

<file path=ppt/tags/tag50.xml><?xml version="1.0" encoding="utf-8"?>
<p:tagLst xmlns:p="http://schemas.openxmlformats.org/presentationml/2006/main">
  <p:tag name="KSO_WM_DIAGRAM_VIRTUALLY_FRAME" val="{&quot;height&quot;:301.44393700787407,&quot;left&quot;:333.96779527559056,&quot;top&quot;:161.96968503937006,&quot;width&quot;:483.0476377952756}"/>
</p:tagLst>
</file>

<file path=ppt/tags/tag51.xml><?xml version="1.0" encoding="utf-8"?>
<p:tagLst xmlns:p="http://schemas.openxmlformats.org/presentationml/2006/main">
  <p:tag name="KSO_WM_DIAGRAM_VIRTUALLY_FRAME" val="{&quot;height&quot;:301.44393700787407,&quot;left&quot;:333.96779527559056,&quot;top&quot;:161.96968503937006,&quot;width&quot;:483.0476377952756}"/>
</p:tagLst>
</file>

<file path=ppt/tags/tag52.xml><?xml version="1.0" encoding="utf-8"?>
<p:tagLst xmlns:p="http://schemas.openxmlformats.org/presentationml/2006/main">
  <p:tag name="KSO_WM_DIAGRAM_VIRTUALLY_FRAME" val="{&quot;height&quot;:301.44393700787407,&quot;left&quot;:333.96779527559056,&quot;top&quot;:161.96968503937006,&quot;width&quot;:483.0476377952756}"/>
</p:tagLst>
</file>

<file path=ppt/tags/tag53.xml><?xml version="1.0" encoding="utf-8"?>
<p:tagLst xmlns:p="http://schemas.openxmlformats.org/presentationml/2006/main">
  <p:tag name="KSO_WM_DIAGRAM_VIRTUALLY_FRAME" val="{&quot;height&quot;:301.44393700787407,&quot;left&quot;:333.96779527559056,&quot;top&quot;:161.96968503937006,&quot;width&quot;:483.0476377952756}"/>
</p:tagLst>
</file>

<file path=ppt/tags/tag54.xml><?xml version="1.0" encoding="utf-8"?>
<p:tagLst xmlns:p="http://schemas.openxmlformats.org/presentationml/2006/main">
  <p:tag name="KSO_WM_DIAGRAM_VIRTUALLY_FRAME" val="{&quot;height&quot;:301.44393700787407,&quot;left&quot;:333.96779527559056,&quot;top&quot;:161.96968503937006,&quot;width&quot;:483.0476377952756}"/>
</p:tagLst>
</file>

<file path=ppt/tags/tag55.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56.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57.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58.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59.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60.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61.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62.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63.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64.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65.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66.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67.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68.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69.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70.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71.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72.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73.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74.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75.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76.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77.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78.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79.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80.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81.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82.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83.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84.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85.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86.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87.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88.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89.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90.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91.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92.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93.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94.xml><?xml version="1.0" encoding="utf-8"?>
<p:tagLst xmlns:p="http://schemas.openxmlformats.org/presentationml/2006/main">
  <p:tag name="KSO_WM_DIAGRAM_VIRTUALLY_FRAME" val="{&quot;height&quot;:302.8807086614173,&quot;left&quot;:127.67897637795275,&quot;top&quot;:158.10448818897638,&quot;width&quot;:711.6352755905511}"/>
</p:tagLst>
</file>

<file path=ppt/tags/tag95.xml><?xml version="1.0" encoding="utf-8"?>
<p:tagLst xmlns:p="http://schemas.openxmlformats.org/presentationml/2006/main">
  <p:tag name="KSO_WM_DIAGRAM_VIRTUALLY_FRAME" val="{&quot;height&quot;:374.1515748031496,&quot;left&quot;:97.11165354330709,&quot;top&quot;:138.15,&quot;width&quot;:739.9428346456693}"/>
</p:tagLst>
</file>

<file path=ppt/tags/tag96.xml><?xml version="1.0" encoding="utf-8"?>
<p:tagLst xmlns:p="http://schemas.openxmlformats.org/presentationml/2006/main">
  <p:tag name="KSO_WM_DIAGRAM_VIRTUALLY_FRAME" val="{&quot;height&quot;:374.1515748031496,&quot;left&quot;:97.11165354330709,&quot;top&quot;:138.15,&quot;width&quot;:739.9428346456693}"/>
</p:tagLst>
</file>

<file path=ppt/tags/tag97.xml><?xml version="1.0" encoding="utf-8"?>
<p:tagLst xmlns:p="http://schemas.openxmlformats.org/presentationml/2006/main">
  <p:tag name="KSO_WM_DIAGRAM_VIRTUALLY_FRAME" val="{&quot;height&quot;:374.1515748031496,&quot;left&quot;:97.11165354330709,&quot;top&quot;:138.15,&quot;width&quot;:739.9428346456693}"/>
</p:tagLst>
</file>

<file path=ppt/tags/tag98.xml><?xml version="1.0" encoding="utf-8"?>
<p:tagLst xmlns:p="http://schemas.openxmlformats.org/presentationml/2006/main">
  <p:tag name="KSO_WM_DIAGRAM_VIRTUALLY_FRAME" val="{&quot;height&quot;:374.1515748031496,&quot;left&quot;:97.11165354330709,&quot;top&quot;:138.15,&quot;width&quot;:739.9428346456693}"/>
</p:tagLst>
</file>

<file path=ppt/tags/tag99.xml><?xml version="1.0" encoding="utf-8"?>
<p:tagLst xmlns:p="http://schemas.openxmlformats.org/presentationml/2006/main">
  <p:tag name="KSO_WM_DIAGRAM_VIRTUALLY_FRAME" val="{&quot;height&quot;:374.1515748031496,&quot;left&quot;:97.11165354330709,&quot;top&quot;:138.15,&quot;width&quot;:739.9428346456693}"/>
</p:tagLst>
</file>

<file path=ppt/tags/tag100.xml><?xml version="1.0" encoding="utf-8"?>
<p:tagLst xmlns:p="http://schemas.openxmlformats.org/presentationml/2006/main">
  <p:tag name="KSO_WM_DIAGRAM_VIRTUALLY_FRAME" val="{&quot;height&quot;:374.1515748031496,&quot;left&quot;:97.11165354330709,&quot;top&quot;:138.15,&quot;width&quot;:739.9428346456693}"/>
</p:tagLst>
</file>

<file path=ppt/tags/tag101.xml><?xml version="1.0" encoding="utf-8"?>
<p:tagLst xmlns:p="http://schemas.openxmlformats.org/presentationml/2006/main">
  <p:tag name="KSO_WM_DIAGRAM_VIRTUALLY_FRAME" val="{&quot;height&quot;:374.1515748031496,&quot;left&quot;:97.11165354330709,&quot;top&quot;:138.15,&quot;width&quot;:739.9428346456693}"/>
</p:tagLst>
</file>

<file path=ppt/tags/tag102.xml><?xml version="1.0" encoding="utf-8"?>
<p:tagLst xmlns:p="http://schemas.openxmlformats.org/presentationml/2006/main">
  <p:tag name="KSO_WM_DIAGRAM_VIRTUALLY_FRAME" val="{&quot;height&quot;:374.1515748031496,&quot;left&quot;:97.11165354330709,&quot;top&quot;:138.15,&quot;width&quot;:739.9428346456693}"/>
</p:tagLst>
</file>

<file path=ppt/tags/tag103.xml><?xml version="1.0" encoding="utf-8"?>
<p:tagLst xmlns:p="http://schemas.openxmlformats.org/presentationml/2006/main">
  <p:tag name="KSO_WM_DIAGRAM_VIRTUALLY_FRAME" val="{&quot;height&quot;:374.1515748031496,&quot;left&quot;:97.11165354330709,&quot;top&quot;:138.15,&quot;width&quot;:739.9428346456693}"/>
</p:tagLst>
</file>

<file path=ppt/tags/tag104.xml><?xml version="1.0" encoding="utf-8"?>
<p:tagLst xmlns:p="http://schemas.openxmlformats.org/presentationml/2006/main">
  <p:tag name="KSO_WM_DIAGRAM_VIRTUALLY_FRAME" val="{&quot;height&quot;:374.1515748031496,&quot;left&quot;:97.11165354330709,&quot;top&quot;:138.15,&quot;width&quot;:739.9428346456693}"/>
</p:tagLst>
</file>

<file path=ppt/tags/tag105.xml><?xml version="1.0" encoding="utf-8"?>
<p:tagLst xmlns:p="http://schemas.openxmlformats.org/presentationml/2006/main">
  <p:tag name="KSO_WM_DIAGRAM_VIRTUALLY_FRAME" val="{&quot;height&quot;:374.1515748031496,&quot;left&quot;:97.11165354330709,&quot;top&quot;:138.15,&quot;width&quot;:739.9428346456693}"/>
</p:tagLst>
</file>

<file path=ppt/tags/tag106.xml><?xml version="1.0" encoding="utf-8"?>
<p:tagLst xmlns:p="http://schemas.openxmlformats.org/presentationml/2006/main">
  <p:tag name="KSO_WM_DIAGRAM_VIRTUALLY_FRAME" val="{&quot;height&quot;:374.1515748031496,&quot;left&quot;:97.11165354330709,&quot;top&quot;:138.15,&quot;width&quot;:739.9428346456693}"/>
</p:tagLst>
</file>

<file path=ppt/tags/tag107.xml><?xml version="1.0" encoding="utf-8"?>
<p:tagLst xmlns:p="http://schemas.openxmlformats.org/presentationml/2006/main">
  <p:tag name="KSO_WM_DIAGRAM_VIRTUALLY_FRAME" val="{&quot;height&quot;:374.1515748031496,&quot;left&quot;:97.11165354330709,&quot;top&quot;:138.15,&quot;width&quot;:739.9428346456693}"/>
</p:tagLst>
</file>

<file path=ppt/tags/tag108.xml><?xml version="1.0" encoding="utf-8"?>
<p:tagLst xmlns:p="http://schemas.openxmlformats.org/presentationml/2006/main">
  <p:tag name="KSO_WM_DIAGRAM_VIRTUALLY_FRAME" val="{&quot;height&quot;:374.1515748031496,&quot;left&quot;:97.11165354330709,&quot;top&quot;:138.15,&quot;width&quot;:739.9428346456693}"/>
</p:tagLst>
</file>

<file path=ppt/tags/tag109.xml><?xml version="1.0" encoding="utf-8"?>
<p:tagLst xmlns:p="http://schemas.openxmlformats.org/presentationml/2006/main">
  <p:tag name="KSO_WM_DIAGRAM_VIRTUALLY_FRAME" val="{&quot;height&quot;:374.1515748031496,&quot;left&quot;:97.11165354330709,&quot;top&quot;:138.15,&quot;width&quot;:739.9428346456693}"/>
</p:tagLst>
</file>

<file path=ppt/tags/tag110.xml><?xml version="1.0" encoding="utf-8"?>
<p:tagLst xmlns:p="http://schemas.openxmlformats.org/presentationml/2006/main">
  <p:tag name="KSO_WM_DIAGRAM_VIRTUALLY_FRAME" val="{&quot;height&quot;:374.1515748031496,&quot;left&quot;:97.11165354330709,&quot;top&quot;:138.15,&quot;width&quot;:739.9428346456693}"/>
</p:tagLst>
</file>

<file path=ppt/tags/tag111.xml><?xml version="1.0" encoding="utf-8"?>
<p:tagLst xmlns:p="http://schemas.openxmlformats.org/presentationml/2006/main">
  <p:tag name="KSO_WM_DIAGRAM_VIRTUALLY_FRAME" val="{&quot;height&quot;:324.35102362204725,&quot;left&quot;:160.6177165354331,&quot;top&quot;:149.07204724409448,&quot;width&quot;:608.7258267716536}"/>
</p:tagLst>
</file>

<file path=ppt/tags/tag112.xml><?xml version="1.0" encoding="utf-8"?>
<p:tagLst xmlns:p="http://schemas.openxmlformats.org/presentationml/2006/main">
  <p:tag name="KSO_WM_DIAGRAM_VIRTUALLY_FRAME" val="{&quot;height&quot;:324.35102362204725,&quot;left&quot;:160.6177165354331,&quot;top&quot;:149.07204724409448,&quot;width&quot;:608.7258267716536}"/>
</p:tagLst>
</file>

<file path=ppt/tags/tag113.xml><?xml version="1.0" encoding="utf-8"?>
<p:tagLst xmlns:p="http://schemas.openxmlformats.org/presentationml/2006/main">
  <p:tag name="KSO_WM_DIAGRAM_VIRTUALLY_FRAME" val="{&quot;height&quot;:324.35102362204725,&quot;left&quot;:160.6177165354331,&quot;top&quot;:149.07204724409448,&quot;width&quot;:608.7258267716536}"/>
</p:tagLst>
</file>

<file path=ppt/tags/tag114.xml><?xml version="1.0" encoding="utf-8"?>
<p:tagLst xmlns:p="http://schemas.openxmlformats.org/presentationml/2006/main">
  <p:tag name="KSO_WM_DIAGRAM_VIRTUALLY_FRAME" val="{&quot;height&quot;:324.35102362204725,&quot;left&quot;:160.6177165354331,&quot;top&quot;:149.07204724409448,&quot;width&quot;:608.7258267716536}"/>
</p:tagLst>
</file>

<file path=ppt/tags/tag115.xml><?xml version="1.0" encoding="utf-8"?>
<p:tagLst xmlns:p="http://schemas.openxmlformats.org/presentationml/2006/main">
  <p:tag name="KSO_WM_DIAGRAM_VIRTUALLY_FRAME" val="{&quot;height&quot;:324.35102362204725,&quot;left&quot;:160.6177165354331,&quot;top&quot;:149.07204724409448,&quot;width&quot;:608.7258267716536}"/>
</p:tagLst>
</file>

<file path=ppt/tags/tag116.xml><?xml version="1.0" encoding="utf-8"?>
<p:tagLst xmlns:p="http://schemas.openxmlformats.org/presentationml/2006/main">
  <p:tag name="KSO_WM_DIAGRAM_VIRTUALLY_FRAME" val="{&quot;height&quot;:324.35102362204725,&quot;left&quot;:160.6177165354331,&quot;top&quot;:149.07204724409448,&quot;width&quot;:608.7258267716536}"/>
</p:tagLst>
</file>

<file path=ppt/tags/tag117.xml><?xml version="1.0" encoding="utf-8"?>
<p:tagLst xmlns:p="http://schemas.openxmlformats.org/presentationml/2006/main">
  <p:tag name="KSO_WM_DIAGRAM_VIRTUALLY_FRAME" val="{&quot;height&quot;:324.35102362204725,&quot;left&quot;:160.6177165354331,&quot;top&quot;:149.07204724409448,&quot;width&quot;:608.7258267716536}"/>
</p:tagLst>
</file>

<file path=ppt/tags/tag118.xml><?xml version="1.0" encoding="utf-8"?>
<p:tagLst xmlns:p="http://schemas.openxmlformats.org/presentationml/2006/main">
  <p:tag name="KSO_WM_DIAGRAM_VIRTUALLY_FRAME" val="{&quot;height&quot;:324.35102362204725,&quot;left&quot;:160.6177165354331,&quot;top&quot;:149.07204724409448,&quot;width&quot;:608.7258267716536}"/>
</p:tagLst>
</file>

<file path=ppt/tags/tag119.xml><?xml version="1.0" encoding="utf-8"?>
<p:tagLst xmlns:p="http://schemas.openxmlformats.org/presentationml/2006/main">
  <p:tag name="KSO_WM_DIAGRAM_VIRTUALLY_FRAME" val="{&quot;height&quot;:324.35102362204725,&quot;left&quot;:160.6177165354331,&quot;top&quot;:149.07204724409448,&quot;width&quot;:608.7258267716536}"/>
</p:tagLst>
</file>

<file path=ppt/tags/tag120.xml><?xml version="1.0" encoding="utf-8"?>
<p:tagLst xmlns:p="http://schemas.openxmlformats.org/presentationml/2006/main">
  <p:tag name="KSO_WM_DIAGRAM_VIRTUALLY_FRAME" val="{&quot;height&quot;:324.35102362204725,&quot;left&quot;:160.6177165354331,&quot;top&quot;:149.07204724409448,&quot;width&quot;:608.7258267716536}"/>
</p:tagLst>
</file>

<file path=ppt/tags/tag121.xml><?xml version="1.0" encoding="utf-8"?>
<p:tagLst xmlns:p="http://schemas.openxmlformats.org/presentationml/2006/main">
  <p:tag name="KSO_WM_DIAGRAM_VIRTUALLY_FRAME" val="{&quot;height&quot;:324.35102362204725,&quot;left&quot;:160.6177165354331,&quot;top&quot;:149.07204724409448,&quot;width&quot;:608.7258267716536}"/>
</p:tagLst>
</file>

<file path=ppt/tags/tag122.xml><?xml version="1.0" encoding="utf-8"?>
<p:tagLst xmlns:p="http://schemas.openxmlformats.org/presentationml/2006/main">
  <p:tag name="KSO_WM_DIAGRAM_VIRTUALLY_FRAME" val="{&quot;height&quot;:324.35102362204725,&quot;left&quot;:160.6177165354331,&quot;top&quot;:149.07204724409448,&quot;width&quot;:608.7258267716536}"/>
</p:tagLst>
</file>

<file path=ppt/tags/tag123.xml><?xml version="1.0" encoding="utf-8"?>
<p:tagLst xmlns:p="http://schemas.openxmlformats.org/presentationml/2006/main">
  <p:tag name="KSO_WM_DIAGRAM_VIRTUALLY_FRAME" val="{&quot;height&quot;:324.35102362204725,&quot;left&quot;:160.6177165354331,&quot;top&quot;:149.07204724409448,&quot;width&quot;:608.7258267716536}"/>
</p:tagLst>
</file>

<file path=ppt/tags/tag124.xml><?xml version="1.0" encoding="utf-8"?>
<p:tagLst xmlns:p="http://schemas.openxmlformats.org/presentationml/2006/main">
  <p:tag name="KSO_WM_DIAGRAM_VIRTUALLY_FRAME" val="{&quot;height&quot;:283.3911811023622,&quot;left&quot;:57.71424669991215,&quot;top&quot;:174.35,&quot;width&quot;:742.5144147174108}"/>
</p:tagLst>
</file>

<file path=ppt/tags/tag125.xml><?xml version="1.0" encoding="utf-8"?>
<p:tagLst xmlns:p="http://schemas.openxmlformats.org/presentationml/2006/main">
  <p:tag name="KSO_WM_DIAGRAM_VIRTUALLY_FRAME" val="{&quot;height&quot;:283.3911811023622,&quot;left&quot;:57.71424669991215,&quot;top&quot;:174.35,&quot;width&quot;:742.5144147174108}"/>
</p:tagLst>
</file>

<file path=ppt/tags/tag126.xml><?xml version="1.0" encoding="utf-8"?>
<p:tagLst xmlns:p="http://schemas.openxmlformats.org/presentationml/2006/main">
  <p:tag name="KSO_WM_DIAGRAM_VIRTUALLY_FRAME" val="{&quot;height&quot;:283.3911811023622,&quot;left&quot;:57.71424669991215,&quot;top&quot;:174.35,&quot;width&quot;:742.5144147174108}"/>
</p:tagLst>
</file>

<file path=ppt/tags/tag127.xml><?xml version="1.0" encoding="utf-8"?>
<p:tagLst xmlns:p="http://schemas.openxmlformats.org/presentationml/2006/main">
  <p:tag name="KSO_WM_DIAGRAM_VIRTUALLY_FRAME" val="{&quot;height&quot;:283.3911811023622,&quot;left&quot;:57.71424669991215,&quot;top&quot;:174.35,&quot;width&quot;:742.5144147174108}"/>
</p:tagLst>
</file>

<file path=ppt/tags/tag128.xml><?xml version="1.0" encoding="utf-8"?>
<p:tagLst xmlns:p="http://schemas.openxmlformats.org/presentationml/2006/main">
  <p:tag name="KSO_WM_DIAGRAM_VIRTUALLY_FRAME" val="{&quot;height&quot;:283.3911811023622,&quot;left&quot;:57.71424669991215,&quot;top&quot;:174.35,&quot;width&quot;:742.5144147174108}"/>
</p:tagLst>
</file>

<file path=ppt/tags/tag129.xml><?xml version="1.0" encoding="utf-8"?>
<p:tagLst xmlns:p="http://schemas.openxmlformats.org/presentationml/2006/main">
  <p:tag name="KSO_WM_DIAGRAM_VIRTUALLY_FRAME" val="{&quot;height&quot;:283.3911811023622,&quot;left&quot;:57.71424669991215,&quot;top&quot;:174.35,&quot;width&quot;:742.5144147174108}"/>
</p:tagLst>
</file>

<file path=ppt/tags/tag130.xml><?xml version="1.0" encoding="utf-8"?>
<p:tagLst xmlns:p="http://schemas.openxmlformats.org/presentationml/2006/main">
  <p:tag name="KSO_WM_DIAGRAM_VIRTUALLY_FRAME" val="{&quot;height&quot;:283.3911811023622,&quot;left&quot;:57.71424669991215,&quot;top&quot;:174.35,&quot;width&quot;:742.5144147174108}"/>
</p:tagLst>
</file>

<file path=ppt/tags/tag131.xml><?xml version="1.0" encoding="utf-8"?>
<p:tagLst xmlns:p="http://schemas.openxmlformats.org/presentationml/2006/main">
  <p:tag name="KSO_WM_DIAGRAM_VIRTUALLY_FRAME" val="{&quot;height&quot;:283.3911811023622,&quot;left&quot;:57.71424669991215,&quot;top&quot;:174.35,&quot;width&quot;:742.5144147174108}"/>
</p:tagLst>
</file>

<file path=ppt/tags/tag132.xml><?xml version="1.0" encoding="utf-8"?>
<p:tagLst xmlns:p="http://schemas.openxmlformats.org/presentationml/2006/main">
  <p:tag name="KSO_WM_DIAGRAM_VIRTUALLY_FRAME" val="{&quot;height&quot;:283.3911811023622,&quot;left&quot;:57.71424669991215,&quot;top&quot;:174.35,&quot;width&quot;:742.5144147174108}"/>
</p:tagLst>
</file>

<file path=ppt/tags/tag133.xml><?xml version="1.0" encoding="utf-8"?>
<p:tagLst xmlns:p="http://schemas.openxmlformats.org/presentationml/2006/main">
  <p:tag name="KSO_WM_DIAGRAM_VIRTUALLY_FRAME" val="{&quot;height&quot;:283.3911811023622,&quot;left&quot;:57.71424669991215,&quot;top&quot;:174.35,&quot;width&quot;:742.5144147174108}"/>
</p:tagLst>
</file>

<file path=ppt/tags/tag134.xml><?xml version="1.0" encoding="utf-8"?>
<p:tagLst xmlns:p="http://schemas.openxmlformats.org/presentationml/2006/main">
  <p:tag name="KSO_WM_DIAGRAM_VIRTUALLY_FRAME" val="{&quot;height&quot;:283.3911811023622,&quot;left&quot;:57.71424669991215,&quot;top&quot;:174.35,&quot;width&quot;:742.5144147174108}"/>
</p:tagLst>
</file>

<file path=ppt/tags/tag135.xml><?xml version="1.0" encoding="utf-8"?>
<p:tagLst xmlns:p="http://schemas.openxmlformats.org/presentationml/2006/main">
  <p:tag name="KSO_WM_DIAGRAM_VIRTUALLY_FRAME" val="{&quot;height&quot;:283.3911811023622,&quot;left&quot;:57.71424669991215,&quot;top&quot;:174.35,&quot;width&quot;:742.5144147174108}"/>
</p:tagLst>
</file>

<file path=ppt/tags/tag136.xml><?xml version="1.0" encoding="utf-8"?>
<p:tagLst xmlns:p="http://schemas.openxmlformats.org/presentationml/2006/main">
  <p:tag name="KSO_WM_DIAGRAM_VIRTUALLY_FRAME" val="{&quot;height&quot;:283.3911811023622,&quot;left&quot;:57.71424669991215,&quot;top&quot;:174.35,&quot;width&quot;:742.5144147174108}"/>
</p:tagLst>
</file>

<file path=ppt/tags/tag137.xml><?xml version="1.0" encoding="utf-8"?>
<p:tagLst xmlns:p="http://schemas.openxmlformats.org/presentationml/2006/main">
  <p:tag name="KSO_WM_DIAGRAM_VIRTUALLY_FRAME" val="{&quot;height&quot;:283.3911811023622,&quot;left&quot;:57.71424669991215,&quot;top&quot;:174.35,&quot;width&quot;:742.5144147174108}"/>
</p:tagLst>
</file>

<file path=ppt/tags/tag138.xml><?xml version="1.0" encoding="utf-8"?>
<p:tagLst xmlns:p="http://schemas.openxmlformats.org/presentationml/2006/main">
  <p:tag name="KSO_WM_DIAGRAM_VIRTUALLY_FRAME" val="{&quot;height&quot;:283.3911811023622,&quot;left&quot;:57.71424669991215,&quot;top&quot;:174.35,&quot;width&quot;:742.5144147174108}"/>
</p:tagLst>
</file>

<file path=ppt/tags/tag139.xml><?xml version="1.0" encoding="utf-8"?>
<p:tagLst xmlns:p="http://schemas.openxmlformats.org/presentationml/2006/main">
  <p:tag name="KSO_WM_DIAGRAM_VIRTUALLY_FRAME" val="{&quot;height&quot;:283.3911811023622,&quot;left&quot;:57.71424669991215,&quot;top&quot;:174.35,&quot;width&quot;:742.5144147174108}"/>
</p:tagLst>
</file>

<file path=ppt/tags/tag140.xml><?xml version="1.0" encoding="utf-8"?>
<p:tagLst xmlns:p="http://schemas.openxmlformats.org/presentationml/2006/main">
  <p:tag name="KSO_WM_DIAGRAM_VIRTUALLY_FRAME" val="{&quot;height&quot;:283.3911811023622,&quot;left&quot;:57.71424669991215,&quot;top&quot;:174.35,&quot;width&quot;:742.5144147174108}"/>
</p:tagLst>
</file>

<file path=ppt/tags/tag141.xml><?xml version="1.0" encoding="utf-8"?>
<p:tagLst xmlns:p="http://schemas.openxmlformats.org/presentationml/2006/main">
  <p:tag name="KSO_WM_DIAGRAM_VIRTUALLY_FRAME" val="{&quot;height&quot;:283.3911811023622,&quot;left&quot;:57.71424669991215,&quot;top&quot;:174.35,&quot;width&quot;:742.5144147174108}"/>
</p:tagLst>
</file>

<file path=ppt/tags/tag142.xml><?xml version="1.0" encoding="utf-8"?>
<p:tagLst xmlns:p="http://schemas.openxmlformats.org/presentationml/2006/main">
  <p:tag name="KSO_WM_DIAGRAM_VIRTUALLY_FRAME" val="{&quot;height&quot;:283.3911811023622,&quot;left&quot;:57.71424669991215,&quot;top&quot;:174.35,&quot;width&quot;:742.5144147174108}"/>
</p:tagLst>
</file>

<file path=ppt/tags/tag143.xml><?xml version="1.0" encoding="utf-8"?>
<p:tagLst xmlns:p="http://schemas.openxmlformats.org/presentationml/2006/main">
  <p:tag name="KSO_WM_DIAGRAM_VIRTUALLY_FRAME" val="{&quot;height&quot;:283.3911811023622,&quot;left&quot;:57.71424669991215,&quot;top&quot;:174.35,&quot;width&quot;:742.5144147174108}"/>
</p:tagLst>
</file>

<file path=ppt/tags/tag144.xml><?xml version="1.0" encoding="utf-8"?>
<p:tagLst xmlns:p="http://schemas.openxmlformats.org/presentationml/2006/main">
  <p:tag name="KSO_WM_DIAGRAM_VIRTUALLY_FRAME" val="{&quot;height&quot;:283.3911811023622,&quot;left&quot;:57.71424669991215,&quot;top&quot;:174.35,&quot;width&quot;:742.5144147174108}"/>
</p:tagLst>
</file>

<file path=ppt/tags/tag145.xml><?xml version="1.0" encoding="utf-8"?>
<p:tagLst xmlns:p="http://schemas.openxmlformats.org/presentationml/2006/main">
  <p:tag name="KSO_WM_DIAGRAM_VIRTUALLY_FRAME" val="{&quot;height&quot;:283.3911811023622,&quot;left&quot;:57.71424669991215,&quot;top&quot;:174.35,&quot;width&quot;:742.5144147174108}"/>
</p:tagLst>
</file>

<file path=ppt/tags/tag146.xml><?xml version="1.0" encoding="utf-8"?>
<p:tagLst xmlns:p="http://schemas.openxmlformats.org/presentationml/2006/main">
  <p:tag name="KSO_WM_DIAGRAM_VIRTUALLY_FRAME" val="{&quot;height&quot;:283.3911811023622,&quot;left&quot;:57.71424669991215,&quot;top&quot;:174.35,&quot;width&quot;:742.5144147174108}"/>
</p:tagLst>
</file>

<file path=ppt/tags/tag147.xml><?xml version="1.0" encoding="utf-8"?>
<p:tagLst xmlns:p="http://schemas.openxmlformats.org/presentationml/2006/main">
  <p:tag name="KSO_WM_DIAGRAM_VIRTUALLY_FRAME" val="{&quot;height&quot;:283.3911811023622,&quot;left&quot;:57.71424669991215,&quot;top&quot;:174.35,&quot;width&quot;:742.5144147174108}"/>
</p:tagLst>
</file>

<file path=ppt/tags/tag148.xml><?xml version="1.0" encoding="utf-8"?>
<p:tagLst xmlns:p="http://schemas.openxmlformats.org/presentationml/2006/main">
  <p:tag name="KSO_WM_DIAGRAM_VIRTUALLY_FRAME" val="{&quot;height&quot;:283.3911811023622,&quot;left&quot;:57.71424669991215,&quot;top&quot;:174.35,&quot;width&quot;:742.5144147174108}"/>
</p:tagLst>
</file>

<file path=ppt/tags/tag149.xml><?xml version="1.0" encoding="utf-8"?>
<p:tagLst xmlns:p="http://schemas.openxmlformats.org/presentationml/2006/main">
  <p:tag name="ISPRING_ULTRA_SCORM_COURSE_ID" val="7A251DB4-07BE-47B3-8E91-FE7746FF9ADF"/>
  <p:tag name="ISPRING_SCORM_RATE_SLIDES" val="1"/>
  <p:tag name="ISPRING_SCORM_PASSING_SCORE" val="100.0000000000"/>
  <p:tag name="ISPRINGONLINEFOLDERID" val="0"/>
  <p:tag name="ISPRINGONLINEFOLDERPATH" val="Content List"/>
  <p:tag name="ISPRINGCLOUDFOLDERID" val="0"/>
  <p:tag name="ISPRINGCLOUDFOLDERPATH" val="Repository"/>
  <p:tag name="ISPRING_RESOURCE_PATHS_HASH_PRESENTER" val="dda1421ddb3ffb98a498c34c1cc89e982539480"/>
  <p:tag name="ISPRING_PRESENTATION_TITLE" val="毕业论文答辩PPT-13"/>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wQUAAIACACBerJKWn+5mToEAADhDgAAHQAAAHVuaXZlcnNhbC9jb21tb25fbWVzc2FnZXMubG5nrVf/bts2EP6/QN+BEFBgA7a0HdCiGBIHtMTYQmTJleg42Q8IjMTYRCgxkyi32V99mj7YnmRHym7spoOkdIBtmLTvu9Pdd9+Rx6cfC4k2vKqFKk+c10evHMTLTOWiXJ04C3r28zsH1ZqVOZOq5CdOqRx0Onr+7FiyctWwFYfvz58hdFzwuoZlPTKrhzUS+YkzH6duNJvj8CoNokmUjv2JM3JVccfKexSolfqj+uGXt+8+vn7z9sfjl1vLPkDJDAfBIRSySG9e9QAKaRwFKaCRIA3JJXVG5nOYXbSggR8SZ7T9Msx6HpMLZ2Q+O+0WcUxCmiaB75HUT9IwojYXAaHEc0ZXqkFrtuFIK7QR/APSaw6V1KLiqJYitz9kCjbKhnc586IZ9sM0JgmNfZf6UeiMElVV9z9ZWNbotarAXY1yUbNryXPrEzhjf7+reA2umQZOIXjptYB/qoKJ8qjTdYyXfjhJaRQFSUpCb7fjjEiZI69ixs1AlBgnJAaAitW8eoJtallmzRGWchjC1J9MA3hTE8JUrNYS3npoHHMCNZjzsssKOEJiYFeSLKPYM0kDV4ihO1bXH1SVH/Bjv1BdwH7oRkBBl+6BU4OxA4YaC1COquKZ7gKbkSTBE5KOo0sgMvRdNMQiOod2Ox9icUUSaBGSdNmE+MKfYEN402I7/u/6K2OGzvIesSwDO5O+jVBNDTsmpdAFttPqYV4S8n4BVfNx8I0ubgEhsbZeK7HhEEKVd7MHNMUlnuHP+4X/W3qG/YB4KRDKi5YptWJnnDGQh1JpxKRU5gHAL8s3rMw4uuYZa4Dw9/C3XOT2b6bYNpK/GvE3YnorLS+2qhR65PLF0cDQDoTscYRFU0N4WvPiTne53gv/KVEYYv9nCH0efaD/pG3WsQ8dMBaqvwUBeTaCBIoq+1v54Rk4mrc9D6LglzcDfIbRFiBU6KkYF5CqgxAuIIUD7JdknPgUhu2SX9dCd84xW9m2QN8uagYHB8k1fyjsNb9R0BOSs007zkDWbKU7C7o3LQ+0h/o0gJBDAFy1IxEgpSgg/rwH5mJGdhloJePgSZaqkbltUSlurWxAbpuCP57DN5Uq7K5k9Y68rWqdfk8U7cPFrdP5gHmSEBy709TFoUvMEc40jexpBFw0MQU0SQM8NuZAyoLpbA1aeaOaMu8J1J7CPHKGAWyb0oSzKlv/8+lzT4yvIml30Xb310Eg0GFGiMgXsN9DpXn9ZxcIxeNDO7voY7U9te7seh5iqQ90+F9Oh6zV9EIVsHXU7RfYti0aphS70xkQMrH8U02VdY/efYQZjs9BVOz5yhnNWHULikSVkoNQbKoNAfUw7w8Xh0ZLUfIhtt+n6eaBqT9PsefZWxQ0nxTZbTu8cjgrZtvrlITrVF8wd4pDELyv8Hgu9EBAOyN28gKN3q4f2nzzeGR8WdX2Mnr8cu9u+i9QSwMEFAACAAgAgXqySgn+cEwJAwAAtQoAACcAAAB1bml2ZXJzYWwvZmxhc2hfcHVibGlzaGluZ19zZXR0aW5ncy54bWzVVt1SGjEUvucpMul4KYsWq2UWnI7A1FGBEdrqlRM2BzZjNtlusiBe9Wn6YH2SnmwEYbTOqnWm5QZyfr7znZ8cEh7eJJLMIDNCqybdqdYoARVpLtS0Sb+MutsHlBjLFGdSK2hSpSk5bFXCNB9LYeIhWIumhiCMMo3UNmlsbdoIgvl8XhUmzZxWy9wivqlGOgnSDAwoC1mQSrbAL7tIwdBWpUJI6EVnmucSiOBIQQnHjsmuZCamgTcbs+h6mulc8SMtdUay6bhJ39WKz9LGQ7VFAsolZ1oodGLbYJwLx4fJobgFEoOYxkh8v07JXHAbN+lu3aGgdfAQpcD2OTCHcqQxGWXv4BOwjDPL/NHHs3BjzVLgRXyhWCKiEWqIy79J26Orz5eDzvnpce/katTvn46OB55E4RNs4oTBZqAQCek8i2AVJ2TWsihG3ugzYdJAGKyLlmYTrTbIuTMZa4m1L7xwHpIx8B5LYK0bw2uhumi5Q8kEE5GLJv2UCSYpEZZJEa2cTT42Vtii/911S4JYOGdAzob0PryvThSzzMA6raXGuJpHrW86l5wsdE6kuAZiNcH88wR/xUDWm0MmmU4KKY6PJUYKjDgTMAd+WNT0DvBPgS4xRJKjJ05uKsH6CN9zcUvGMNEZ4gKb4YyjXBiPX30WcMqMuQdlS45bw9PjdufquNfuXGy5BBmfMRU9ExwbDklq3wKfYe5KYwgpNVZzDQIrE7HcQNEfLnhhVibN0rFjNiua7hpZgGK7BfLxmKiIcDSFyqEsYMQU0UouCIvwChk3QjOhc4MSPywe2ryIoHclQhVUp3iDMFjGISuDVtvZfV/f+7B/8LFRDX79+Ln9pNPdWhlI5qL5vXL05GJZLZeHdy4M3C54fDXYLP83N8PgvPO1TF17nYtRqW52hqXg+mWs+idlrM79KhusrbFSFHAPTf3Sw00kRSIs8L85Yi8Yk1f9g/gZe5sxecOcX3M1/puU/Wn1GNl4fYTBo88jp0mEEgkWwm3E1ZuqtVev4XvmUVWlgmibT81W5TdQSwMEFAACAAgAgXqyStqYtsO1AgAAVQoAACEAAAB1bml2ZXJzYWwvZmxhc2hfc2tpbl9zZXR0aW5ncy54bWyVVm1P4zAM/n6/Ytp9p/cKOqlMggESEnegA/E9bb02WppMiTtu//6cNKVJt25lEdLy+Hkcx7E9UrPmcvFpNktzJZR+BkQuS2ORDpvx4nKeNYhKnuVKIkg8k0rXTMwXn6/v7EoTxzylUlvQpPniPic0K5ZDf8yF+0yR+DN+Xtg1JshVvWFy96BKdZaxfF1q1ciCZHfuMyardhvQgsu1vcSvi+Xt6AGCG7xHqKOYvt/ZNU2y0WAM2JDOb+06qRIsAzEtwwNNf9Tx2w9kW244OtnVV7vGZBtWQpzk49HRw5D3DwsQ/iFRv53bNUoVbAf6Q87Vptl8SKBVaRMaa44/4rtGKFZQ+5Hg5otdJwX2Qvagk6/g0/Pjxq6A5L+GfZ/adtVKPNm8DgaCffRMwAJ1A2nS7VqbqdTbY4PUH7BYMWGIEEI96YmCfmKN6dzEWM/7C29cFqEvj/SUVyWaGpZtwIG7GO/5y+W1mxWh03csiFDD1oNBiD3YM/9QXveYAdgznwUv4FGK3X4EQ1Mr6h75mvnnPJ5/soJktC28tdt1VnvSg21dE4TqgY5TqwIWxobzwmuw75YmDmtDSvZiSiXb8pIhV/K35WU7dxmTJgODr7XDlZUiRwGHCs7FSGM6TJfbx/XorXFBtj8L/eXa/Qxpil/OGSLLq5p+lsx85nXUJpSYeXJYYeck0UHfy5UKNO7sMVHN9Br0i1Ji6jFSIZip7lXbXGP0NAlykCaHs5x6J4fSL5s6A31Lr8bBdFmOwZZY8bIS9IevHN6gGChGrK0UK/InGX+vywDwRQBM51VXte2mtdSNQC5gC13zB4C78tjdUkNVOlZwV/gAKwxLziOTatLPir5W4hkS4Af4rxRW5HhgmVD2yDLjbhZ1fjeG+1iiwdyNM1t84SRze19LkWOy72eQQPvv5H9QSwMEFAACAAgAgXqySnjWJgneAgAAxgkAACYAAAB1bml2ZXJzYWwvaHRtbF9wdWJsaXNoaW5nX3NldHRpbmdzLnhtbM1WwU4bMRC95yssVxzJAqWFRpugigSBoCQiaQsnNFk7WQuvvbW9CeHUr+mH9Us6XpOQCBotCKrmkux45s17M+PZxAe3mSQTbqzQqkm361uUcJVoJtS4Sb8Ojjb3KbEOFAOpFW9SpSk5aNXivBhKYdM+dw5dLUEYZRu5a9LUubwRRdPptC5sbvyploVDfFtPdBblhluuHDdRLmGGX26Wc0tbtRohcTB90ayQnAiGFJTw7EAeu0zSKHgNIbkZG10odqilNsSMh036bqv8zH0CUltkXHlttoVGb3YNYEx4OiD74o6TlItxirz3dimZCubSJt3Z9SjoHT1GKbGDBPAohxq1KHcPn3EHDByEx5DP8Vtn54ZgYjMFmUgGeEK8/CZtD66Pr3qdi7OT89PrQbd7NjjpBRJlTLSKE0eriWIkpAuT8EWeGJyDJEXeGDMCaXkcLZvmbiOtVsj5ZzLUEktfRlEyQqZy1qSfjQBJiXAgRbI4dWDG3B0JiRp87HZ9pBx9AAx6kxSM5cuJ5ifWVzFpfdeFZGSmCyLFDSdOE1RUZPgr5WS53GRkdFZaJVhHrBSMk4ngU84OyirdA/4t0RWmyAqMxFHMJXchw49C3JEhH2mDuBwmOLRoFzbg158FnIO1D6Aw57jRPztpd65Pztudyw0vENgEVPJMcGwhz3L3FviA2pXGFFJqrOYSBFYmgcLysj9MsNKtiszKuVOYlE33jSxBsd0C+QRMPEhwtIQqeFXABBTRSs4IJHgprB+hidCFRUsYlgBtX0QwhBKhSqpjXFCYzDBuqqBtbe+83/3wcW//U6Me/f75a3Nt0P2i6Enw2cKmOFy7Khbr4vGdiyN/Q5++7M4U/+qu9y4636pU6rxzOajUn06/Ely3ilf3tIrXRVhOvaXFVIkCbpZxWGO4W6TIhOPsNYfmBY1fv+XDWLxS499Qxdrx/X9FhKfFS33lLR5HT/7NqKF99b9Xq/YHUEsDBBQAAgAIAIF6skrb73U9lgEAAB8GAAAfAAAAdW5pdmVyc2FsL2h0bWxfc2tpbl9zZXR0aW5ncy5qc42Uy27CMBBF93xF5G4rRF+gdtcWkCqxqFR2VRdOGEKEY0e2k0IR/97Y4WE7kxbPBt8c3xkP8ux6Ub1IQqKnaGd/2/27v7caGE3LEq59nXXoudGJYtkC5lkOLONAAqQ6Hj3J+zOBGRNuTePth7FVjh8R5suSMuXiBWIhEU1hhysE/Ea0DXb45yT2nHs1d3IaHZdaC95PBNfAdZ8LmVPLkKuXqQn3igEsKpANOrALQZc0Ac90ZFcXeXZ8GJlwuUTkBeXbmUhFP6bJOpWi5IuGntrl0qttAbL+y9eHAh9HrxPPjmVKv2nIw8R3UxPdZCFBKTjkHU5MoDCjMbA/WxSgnnH7QgFdZSrTR/r5xoRLFzSFVpfaJdQNrb0u5TRsdEPcDk14BKNbkJdYiaIsLuGkSE1HWmi75yeUCbrIeNpw44EJlDPFGtuu7p0vej82QbwnJIIntMKeX941O0JQIaD2xtIxrwryzjA7hokcySEQDZtWFT5HdDhHzP4zIlRrmqzyejzUw7FuA5VrkHMhWF391391hrl6+19QSwMEFAACAAgAgXqyShra6juqAAAAHwEAABoAAAB1bml2ZXJzYWwvaTE4bl9wcmVzZXRzLnhtbJ2PMQ/CIBCFd34FuV2wW9MA3UzcHHQ2FVFJ6NFw1PrzhdQYZ4dL7l3e915O9a8x8KdL5CNqaMQWuEMbrx7vGk7H3aYFTnnA6xAiOg0YgfeGKd+0eEiOXCZeIpA0PHKeOimXZRGeplQSKIY5l2ASNo6yzBhRVlJOKwor2/m/6M8NDGOcq8vsQ96jKXtRq4VTshoqc3YoPN4iyGpQ8uuuys6US0URSv48ZtgbUEsDBBQAAgAIAIF6skqw7V1XbgAAAHYAAAAcAAAAdW5pdmVyc2FsL2xvY2FsX3NldHRpbmdzLnhtbA3MPQ7CMAxA4b2nsLyXn42haTc2EBLlAFZjUCTHRomF4PZ4e8OnNy3fKvDh1otpwuPugMC6WS76SvhYz+MJoTtpJjHlhGoIyzxMYhvJnd0DdngL/bitXCOcr1RD3hp3ViePM4xwieezcMb9PPwBUEsDBBQAAgAIAIOZ9UTOggk37AIAAIgIAAAUAAAAdW5pdmVyc2FsL3BsYXllci54bWytVU1v2zAMPafA/oOhe62kXdc0kFt0BYod1qFA1m23QLUZW4tteZJcN/31o/xtz+lWYAcDNsX3SPGRNLt6TmLnCZQWMvXIwp0TB1JfBiINPfLw9fZ4Sa4u3x2xLOZ7UI4IPJKnwgJ4TJwAtK9EZhB8z03kkZ7BRWbiZEpIJcweuc+Qu4u0JO+OZuiSao9ExmQrSouicIVGRBpqGeeWRLu+TGimQENqQNEqDeI02JX5OxqfRKbU7DPQPWRm3h64Jmk5nrUYkBSnrlQhPZnPF/TH3ee1H0HCj0WqDU99IA5WclaW8pH7uzsZ5DFoa5uxKsk1GGOTKG0zZlZisUwdrXyPVA6bBLTmIWg3TkNCKyydALNtzHVU8+gBreXVO1Hzln4b+71p3ErlaOec5Y+x0BEe9SGddRLI6DAqS8rrlh300HTQrWUijoJfuVAQlJ/f2haZL0gVsO24Mk9XFz4e4Nst941U+xuEYRfVCrqtaG4lmluCWg63jb7uKEhz2y1wkytoSjVjTyIA+YUrxW1bXBqVA6MjY42lQzCj1ZVrkTpBWGSS+OwftLF+I2l+6teUKQH/Q5hPSNTWRKQBPN8K9DGQYE0NYLGtzTVZ7NqYXU46f0x6fT0wVTnWouBFHMNVCDiGATecdnZ6CAqKa3TxczXC9g4OgiMRRjE+ZpJhfHqQJuFqN8nQOzgIjqW/m4C25raMdFzHUTO1HcToxDphfq6NTMRL2Z6DPWNWZR++NnLN0XUm2oPz+R+jOIjRDOaWTKwu+9bbV83hvZ1TozufTVZZBt2K8wAmzyqvZhbybOQTwJbnsbnp59Tswx50lPPUdExzfcd+l8VavIBTiMD+6RantiYR2J7xyIflaY8B9cTtMghfmqYiMlpLUql5SDmGtXkSUFSYalY+ouqhknkajLRxs+7noGPcVdcKuBPDFjNdnGDzycwj7/GlvsvF2UV3lfPFRYMt87qvAle5vGFV1wl3nUHrfm0vwuqZx9ffUEsDBBQAAgAIAIF6skoXqeFBbwEAAPsCAAApAAAAdW5pdmVyc2FsL3NraW5fY3VzdG9taXphdGlvbl9zZXR0aW5ncy54bWyNUttq3DAQfc9XiPzAShrdDO6Cbi5+SUKykGd3rRbTRC6WQkvRx1dOsmy22dBqnmbOmTPM6LTp+xTtU8rz4/R7yNMc70LOU/yWthcItfv5YV5ulpBCTptj5X6K4/yzj1/ntVarKQ9xHJbRrmjaYtQ9P6SkVk7VjBlGkWSeeoWc57ZiDbgGbMUcJbbd/CXxoruEfYj5vGq7OUHfN/QxhSX3cQy/tnDKfgudbvB5Gcap8tJWsDXKYWpxbA3ECJfcF6oBQCDLHXG4SNlITZDHjGMoRlGggAjnpBGFSMqhZl0jqgrzjUBMMkZdoZ7WbqS1cdQWCQ0huk7zqrGl64zEGBFCgLnCBXQGo8qGqqFBrQcEBwZE0UYTBaiznelY8c4Ly5GiXmBcmDGA8fG4x+3enutY/e91Duf8h+DZLziLrt7anDFXu39alkrehccfD0MO6MuQQj9+ury59Xf+aqd3/fXV5as3n318YK6GrZt/6O8/UEsDBBQAAgAIAIJ6skqlSRcUvw0AAAIjAAAXAAAAdW5pdmVyc2FsL3VuaXZlcnNhbC5wbmftWmlYkunef8xOTqXZOpYZtGrnVC6hmaZQWdmmdaaZadxtXEkRFdeRpXKmTlPKlBXu2BkdZzIhRTEXoEVlTFyOTjAIirlAiqCGgsj2Pth0vrzX+/X9xIfn5rqX333/+W+//31d9+2L/r5Wq2xXAQBgdeb0iS8AYLkfAJgnf7YCHCFtdOOBP2aYL3yPA5RuuwmwszzmmN8xAKghrtZe+RvYX5l4OgADAGteGz8zNvrXSADYSTpz4tiXGaGyQdad+HQde3b78bU7Pru63GXlzpqze9LWLXv0m/afIevWH3N+2OAa+/jfOWU5J/fvvxG+bu2s75XHZTk5X2mttZeUGpyT6IKXasytmXYkXcE4QmX/YNGcWeoBw3Rz4sUt6dHK3+50sdJFONVIPS+0OWP84WVH7/k/LoFSATFxXUejIQcx92Qs1U17ayj87j5zcLguX/37YrqHa6ZG1jC60gwcGeAUjyXHfiAbtA6lRmDZ2/GWyCFa3ufLjMubikktM69WJ+0AO0erDEWksR+Mi8a/XQ62sTa7jMPNm5f2afsMbHsdT4HttTSXJfSddcYNQ+4aITITxAQxQUwQE8QEMUFMEBPEBDFBTBATxAQxQUwQE8QEMUFMkP93SEZFJRm/ODJOCmNmzAy/bNuKbkmaZUzjpm/DeHEUUXBPIxN5BFz5nub9ix87T9UWbJgddyKoT7EZmIGAmGpyt4aZLyWw2ToXyBwH1hPshV1wDuU7vA0WNQ4hs4zI2SlaD7yGpUW02am66RWoocJ+YUPEYgQH9R1HKTp+14KxOFk1uwo+If6uUubx1jIid9vv2MlL5KaFmVsILVN/j4gdGxmFGhYqiLipiOmg7sEC5NiACqp77wsNoDNCKIWB3Si6v+qxNe79vagqaFYzpInoldv5XJ5C1o45TCd7ZmUOERWbrob6rQBe+HXVCDzWnH9Exc9XJTU3iF2RgxjnBtm2lvCd7dly6YmrlPSB0kuclxIJwqDuNP9PHXYaRlZzNAPCsn4JgMMqaWSGtgmxLT1CqbM8F00mLPaT8ejEg9m3U4PuSsgE/fCLOG4RlSYvTjhQpGmz3BnNX8Q3J9yX7yKOHqR4DsZLiw1CUow6jcGOkkvS1bSIbs0a/OFlQOIpsQ2KytJ/h4Vn+vfR0RWp3R3CdqKa9MQF8oDyB+4eXUIXb8esCZVI7b7/pT++yyzds6zk8ufx1l9KWnI9EP7uGtyRa/kWXMuzYo0u/MqKSExQlwqTyEyguaUEVBZpXntmkHe0Kr/aQdYIJSPDUR4p0EZZFOfQ02kqKJaiCSF62zuWnfHDQAij0BK4pnCmXvTv2dXjN6CsrutuLBB4ojQH2jIuNh1XnRwoFQTmVUXcssP0MrxnvFv3+cEPY4qm0M1bHDk8nXMcM4y6rOBlu20gZ+ZKSfRTzWvL3UqqbYGBOUn3/niqCoNgyFPiMmpRRIHF7Kr65gy3LQAguQKX7vS+5eWL1DT0eUqic60go5Ki1k+HXqo2/7MuPg6fx9L5EQ5aTErfWgoZKYLqxx34a86iaQvriBJ8gKTAnzB4caQXN/ZH52FlCi+EdamcPRpymmQFHG1QnxzxIOR2hA5YBCFLMK7o/jMCwmqjfjlG/X4pBQ4dEAxA6xK6rn/Y7+6sDq8QyA2Y2PvdhM2Fdk4hhwBgsFudfSGvzpoOindV/zR5wMJ94+ixiR+FNsgs//o14f21UUPJSe9dYc4FPfdPk6NeDhY2/Blv8ZWgx7WAOXQDRicja90qw9DoLVLFqV+qFYGUxfN5VfJdlaHtNZUwVzNgWNgy13duNnPU45zmyr5qTHcodrbtOTRhe3t238PnOQTtKJR4OI3/9z5l8WT+4w7LE9yYsqmu6wuLQHcUwblzMF/n9To7VcBB1azYBXuQL4i6GRj3rP7mXkWqlQ1dylHH31oH+/VPCg0aHB+SDm3siuLoPtjzxs9sLdQu8li5uifklRO1ZsB7154sxL96uFl95biah1yPGOI7J1Q7aIj1DUlvw8eeRFWeFmCe8NW8QUDTcGq/FOWR5TBUJnwxJc3UdH7jc78+fsWmOH5LU8S8zOIl5fobz0ElPcg8d0Ix/+R6q1D+G1EQ2l4ssW21w4RQbIXF//CGWKtfWuMTZzUig344wvBJjJQ3ZJvSsGGZbsSGlYFWE/FzP/s+Ysxzg2wQGn6PIx6MvtAs+CiJpR3PkriI0LwtmFBaPFNOCnGQ3QH9NlXcxDmUIGjKpW1TiIxfx36yzl2EVo3mK0rgbDNBqjKB5vRoA0K0G1Twpuc5souRhLUpb2svlcvM5KHfedkrsmeoBF0cdooKum/M8aZ4AFjkxASUS+6wA3t8Vdzh8NKGX8ZHS9KHGpVYMel7GtZbVXL9ZWCMduICoWkqbnvSBiQhviKVQqOo0hJdsu+iglgL56PVlg/EGr64ngE7WkBXstNKGI0tHl2okhm1PeiPjtpDyiPDfxq1bC5kzGUEK4mqat0EPSwvhQ8AKZnyRskIpq0oX1IsPYrnPIsUcHsjs7YjzHNBPTiRcFZHlBKaSiDSKz+4Ci4ncZr6oxNrvWU1fXD+WWlwDKUnXxYk6+2NPHCB60kbhB0O8PlZlxgrE1UpB1Ec3C5ZXpwx5oYF+duepU79VxWOGraGG1jKtF+yzIfD+sBuL4kQ+ox6mcBRIWMPDuE1sk7mipUTWDq3yoluft+t7Axa4HFqwAEMNilnPoB7SBQde5CLD64UTb9OuuyT14guxyXnbLY+a4PdSjOn54ak/Vjn/WLwHJEdZcgQBXb283Ybgy6kT9FaVCgpxiQiLKYjrHzED9fRsFkXERa6CEJhKrwj7eKz0JJauHWU1SYlmu/x9acDC1Al0kMCd6qlh6srX2AN55bFxoc11qaCJ99Tdrh967U35D3qaUmdXfPURmTWtWYShNipn2XWP6qknjHaualcctu9vpQor7Z2CbGYjxt2ic53JsfU4qo6JjEzrHrcpg5bOoc3zy3O1LwJxF9Cko12hvGQFNWAnN/t45MnS8vlU2SZKNEjWGdD5+c+eQa3I+HSJbtiHqrv7AEt1OA0hFV0+WJHt4qeL7Q6wNfxzIacvCEk3Sgu7sCFTwYfzXH/y+CCy4VPX76oXTPJ23eKC1xBbM9PG7xuUJp/wQvCKAlXxPZ/Gbl5mxTzjZglkQ64S1kN0j2wxIL+6uv9SkXwo3oCVNUbKd+KJAfvAr3+b6L2qWvVEaSSnaieHbDN6i40HtMrfIYprHOc+fV/+Z4ajMTN5H1DrV6SlslrOITrFinKTcMqxXBAKTbtuzVUm/y07gKYH3n8BLby4c5Re5+8zB+6PKmyZ7EMN2Rj1eMOoXsfvPHUXYuK1cwcvlkQ2/EImNzHzoUtfmH3YDdmIAXyglDBjqi1n5uoYek1n1KBYvhl9gJ29htFseKJudLVNQBdvSXuJ2dRZYNkqieL8SpyKqw6+dLHWAOLl6wSHnkVRPO4I20racuPHH0BzoUblM9N63mBLFE9vwNK4dCnP3zcKAUrpz6b9PH/D7XI7K18KR9AHShGiGC2bWMZdGh5gUgnT7cxNo2veExl/cI3jbfnMrwi8UcpHamB+Lc93xt1M5e5OFHpBIFjN5NhkIg1XKptKGdtuD/NsNodtjyfefPvCt0OwXz0v54t2u4Vfj0A/eilA9PEzKLuufl/3Atg0q+g/WGaSKaItS2mpEd54EycodTzaKCY6ay6XYfIXQtSzSphe9reWsRnTVeNJDDVFZM/dWsnQSMQOerVPYTQwmlVJ+FDHjlYu8BG5FqMe6n7yq75VrDf+IEs+JV4D0Hhc/BA81+JzNNbJcTMeow2ntN8C3KNfIlrnHI3Lh0DMpoSr1eQEQfXqhVkg5aZPYUU9GsnL7OatNg83cRzaN9P/935I79SSWF4DzjaKwaJAK3Qza+iMm1Vr62MyWS9kcAZMufI8uypGsQgj6Wfz/AsxSJPv/i5L2Lcvm901rG8cwVQJpBSWRDykdKqTxwb2L0S3RlgjNV7GqOB8Jvvr6ll61Nu2qsu264HHXTJFC2rl3xECZagxXNqe5XfR4afB2vPdlyij5HifwcpPgZtUBarLfN0x5R6jF+LtwR/zmcZ5CFkn/vsMe2Fq467jOmGExNYLvlJshdl+DpQYscA6ThJg95h5N9GJ1DjFdY3dEaWGjJTYllhcOhyjW6aYLhnniQnuu4e/udETfIGBfzVXD62GPI6a5MZcDgC2orpczj2sY7K5LBXuEBSwsK4KVPox2C9qFZZnaQoqtE46QjIIbctxrz4+nkqoW2HmWG+ZBrrAP86YYQStt5D4k2657gVAB5ZWENaJXmSb+Gvd6FU3GL76ixH8SF/Ae7GZusman9j0flCcfUh5OH7HGR/JkAsVG0YajOUi72g/UvCYCR6tT3bTlWq2Jcgf0/6DZQFOh3ZwE8KU7+5PPJTZKa0usHxAi3MGrxEOPC0r2R2Fg5siKpUOhxLn8jFF9iOPpRPurenv3sgOk54tzrseYaiy13k7lzQsJ8jyOjzBCt+L76830XmkvCdUMDUuW/8v64oCU4tM8dDjTeTi5PJoR8G4qhtS+8rqh0le6aZmoTgpbXgVPIsy2AMqgvG2d5o8W7FdHLsQQN+4TW0fcOyTw87VEO9kXrdO2vCc+NbkJGzxsWSq+IdMBv1NOvOHYPZH+cFpe/cowTGiTMn/U9Qjoff+B9QSwMEFAACAAgAgnqyStIooFJKAAAAawAAABsAAAB1bml2ZXJzYWwvdW5pdmVyc2FsLnBuZy54bWyzsa/IzVEoSy0qzszPs1Uy1DNQsrfj5bIpKEoty0wtV6gAihnpGUCAkkIlKrc8M6UkAyhkYG6OEMxIzUzPKLFVsjCwgAvqA80EAFBLAQIAABQAAgAIAEOUV0cNwDEewAEAANoDAAAPAAAAAAAAAAEAAAAAAAAAAABub25lL3BsYXllci54bWxQSwECAAAUAAIACACBerJKWn+5mToEAADhDgAAHQAAAAAAAAABAAAAAADtAQAAdW5pdmVyc2FsL2NvbW1vbl9tZXNzYWdlcy5sbmdQSwECAAAUAAIACACBerJKCf5wTAkDAAC1CgAAJwAAAAAAAAABAAAAAABiBgAAdW5pdmVyc2FsL2ZsYXNoX3B1Ymxpc2hpbmdfc2V0dGluZ3MueG1sUEsBAgAAFAACAAgAgXqyStqYtsO1AgAAVQoAACEAAAAAAAAAAQAAAAAAsAkAAHVuaXZlcnNhbC9mbGFzaF9za2luX3NldHRpbmdzLnhtbFBLAQIAABQAAgAIAIF6skp41iYJ3gIAAMYJAAAmAAAAAAAAAAEAAAAAAKQMAAB1bml2ZXJzYWwvaHRtbF9wdWJsaXNoaW5nX3NldHRpbmdzLnhtbFBLAQIAABQAAgAIAIF6skrb73U9lgEAAB8GAAAfAAAAAAAAAAEAAAAAAMYPAAB1bml2ZXJzYWwvaHRtbF9za2luX3NldHRpbmdzLmpzUEsBAgAAFAACAAgAgXqyShra6juqAAAAHwEAABoAAAAAAAAAAQAAAAAAmREAAHVuaXZlcnNhbC9pMThuX3ByZXNldHMueG1sUEsBAgAAFAACAAgAgXqySrDtXVduAAAAdgAAABwAAAAAAAAAAQAAAAAAexIAAHVuaXZlcnNhbC9sb2NhbF9zZXR0aW5ncy54bWxQSwECAAAUAAIACACDmfVEzoIJN+wCAACICAAAFAAAAAAAAAABAAAAAAAjEwAAdW5pdmVyc2FsL3BsYXllci54bWxQSwECAAAUAAIACACBerJKF6nhQW8BAAD7AgAAKQAAAAAAAAABAAAAAABBFgAAdW5pdmVyc2FsL3NraW5fY3VzdG9taXphdGlvbl9zZXR0aW5ncy54bWxQSwECAAAUAAIACACCerJKpUkXFL8NAAACIwAAFwAAAAAAAAAAAAAAAAD3FwAAdW5pdmVyc2FsL3VuaXZlcnNhbC5wbmdQSwECAAAUAAIACACCerJK0iigUkoAAABrAAAAGwAAAAAAAAABAAAAAADrJQAAdW5pdmVyc2FsL3VuaXZlcnNhbC5wbmcueG1sUEsFBgAAAAAMAAwAhgMAAG4mAAAAAA=="/>
  <p:tag name="ISPRING_SCORM_ENDPOINT" val="&lt;endpoint&gt;&lt;enable&gt;0&lt;/enable&gt;&lt;lrs&gt;http://&lt;/lrs&gt;&lt;auth&gt;0&lt;/auth&gt;&lt;login&gt;&lt;/login&gt;&lt;password&gt;&lt;/password&gt;&lt;key&gt;&lt;/key&gt;&lt;name&gt;&lt;/name&gt;&lt;email&gt;&lt;/email&gt;&lt;/endpoint&gt;&#10;"/>
</p:tagLst>
</file>

<file path=ppt/theme/theme1.xml><?xml version="1.0" encoding="utf-8"?>
<a:theme xmlns:a="http://schemas.openxmlformats.org/drawingml/2006/main" name="Office 主题">
  <a:themeElements>
    <a:clrScheme name="自定义 1">
      <a:dk1>
        <a:sysClr val="windowText" lastClr="000000"/>
      </a:dk1>
      <a:lt1>
        <a:sysClr val="window" lastClr="FFFFFF"/>
      </a:lt1>
      <a:dk2>
        <a:srgbClr val="44546A"/>
      </a:dk2>
      <a:lt2>
        <a:srgbClr val="F0F2F4"/>
      </a:lt2>
      <a:accent1>
        <a:srgbClr val="D90944"/>
      </a:accent1>
      <a:accent2>
        <a:srgbClr val="243B7A"/>
      </a:accent2>
      <a:accent3>
        <a:srgbClr val="5188E1"/>
      </a:accent3>
      <a:accent4>
        <a:srgbClr val="F65083"/>
      </a:accent4>
      <a:accent5>
        <a:srgbClr val="FFFFFF"/>
      </a:accent5>
      <a:accent6>
        <a:srgbClr val="FFFFFF"/>
      </a:accent6>
      <a:hlink>
        <a:srgbClr val="FFFFFF"/>
      </a:hlink>
      <a:folHlink>
        <a:srgbClr val="FFFFFF"/>
      </a:folHlink>
    </a:clrScheme>
    <a:fontScheme name="自定义 7">
      <a:majorFont>
        <a:latin typeface="Segoe UI"/>
        <a:ea typeface="微软雅黑"/>
        <a:cs typeface=""/>
      </a:majorFont>
      <a:minorFont>
        <a:latin typeface="Calibri"/>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3713</Words>
  <Application>WPS 演示</Application>
  <PresentationFormat>宽屏</PresentationFormat>
  <Paragraphs>461</Paragraphs>
  <Slides>24</Slides>
  <Notes>35</Notes>
  <HiddenSlides>0</HiddenSlides>
  <MMClips>0</MMClips>
  <ScaleCrop>false</ScaleCrop>
  <HeadingPairs>
    <vt:vector size="6" baseType="variant">
      <vt:variant>
        <vt:lpstr>已用的字体</vt:lpstr>
      </vt:variant>
      <vt:variant>
        <vt:i4>24</vt:i4>
      </vt:variant>
      <vt:variant>
        <vt:lpstr>主题</vt:lpstr>
      </vt:variant>
      <vt:variant>
        <vt:i4>1</vt:i4>
      </vt:variant>
      <vt:variant>
        <vt:lpstr>幻灯片标题</vt:lpstr>
      </vt:variant>
      <vt:variant>
        <vt:i4>24</vt:i4>
      </vt:variant>
    </vt:vector>
  </HeadingPairs>
  <TitlesOfParts>
    <vt:vector size="49" baseType="lpstr">
      <vt:lpstr>Arial</vt:lpstr>
      <vt:lpstr>宋体</vt:lpstr>
      <vt:lpstr>Wingdings</vt:lpstr>
      <vt:lpstr>思源黑体</vt:lpstr>
      <vt:lpstr>黑体</vt:lpstr>
      <vt:lpstr>微软雅黑</vt:lpstr>
      <vt:lpstr>Calibri</vt:lpstr>
      <vt:lpstr>仿宋_GB2312</vt:lpstr>
      <vt:lpstr>Calibri</vt:lpstr>
      <vt:lpstr>Agency FB</vt:lpstr>
      <vt:lpstr>Noto Sans SC</vt:lpstr>
      <vt:lpstr>Rockwell</vt:lpstr>
      <vt:lpstr>Times New Roman</vt:lpstr>
      <vt:lpstr>Arial Rounded MT Bold</vt:lpstr>
      <vt:lpstr>KSOF4CFA6896</vt:lpstr>
      <vt:lpstr>Segoe Print</vt:lpstr>
      <vt:lpstr>KSOF4CF9F437</vt:lpstr>
      <vt:lpstr>Arial Unicode MS</vt:lpstr>
      <vt:lpstr>Agency FB</vt:lpstr>
      <vt:lpstr>Arial</vt:lpstr>
      <vt:lpstr>微软雅黑 Light</vt:lpstr>
      <vt:lpstr>Impact</vt:lpstr>
      <vt:lpstr>Segoe UI</vt:lpstr>
      <vt:lpstr>仿宋</vt:lpstr>
      <vt:lpstr>Office 主题</vt:lpstr>
      <vt:lpstr>PowerPoint 演示文稿</vt:lpstr>
      <vt:lpstr>PowerPoint 演示文稿</vt:lpstr>
      <vt:lpstr>PowerPoint 演示文稿</vt:lpstr>
      <vt:lpstr>项目概述</vt:lpstr>
      <vt:lpstr>选题背景</vt:lpstr>
      <vt:lpstr>研究意义</vt:lpstr>
      <vt:lpstr>国外研究现状</vt:lpstr>
      <vt:lpstr>PowerPoint 演示文稿</vt:lpstr>
      <vt:lpstr>PowerPoint 演示文稿</vt:lpstr>
      <vt:lpstr>研究思路</vt:lpstr>
      <vt:lpstr>研究思路</vt:lpstr>
      <vt:lpstr>研究方法</vt:lpstr>
      <vt:lpstr>可行性说明</vt:lpstr>
      <vt:lpstr>PowerPoint 演示文稿</vt:lpstr>
      <vt:lpstr>PowerPoint 演示文稿</vt:lpstr>
      <vt:lpstr>理论基础</vt:lpstr>
      <vt:lpstr>研究方法与步骤</vt:lpstr>
      <vt:lpstr>主要创新点</vt:lpstr>
      <vt:lpstr>PowerPoint 演示文稿</vt:lpstr>
      <vt:lpstr>团队成员及分工</vt:lpstr>
      <vt:lpstr>项目时间安排</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https://www.ypppt.com/</dc:title>
  <dc:creator/>
  <dc:subject>https://www.ypppt.com/</dc:subject>
  <cp:lastModifiedBy>Available</cp:lastModifiedBy>
  <cp:revision>8</cp:revision>
  <dcterms:created xsi:type="dcterms:W3CDTF">2021-05-12T03:31:00Z</dcterms:created>
  <dcterms:modified xsi:type="dcterms:W3CDTF">2026-06-02T09:02:51Z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4FF7D0235563478682228F8CAFF5F047_13</vt:lpwstr>
  </property>
  <property fmtid="{D5CDD505-2E9C-101B-9397-08002B2CF9AE}" pid="3" name="KSOProductBuildVer">
    <vt:lpwstr>2052-12.1.0.26375</vt:lpwstr>
  </property>
</Properties>
</file>